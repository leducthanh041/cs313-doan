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5"/>
    <p:sldMasterId id="214748368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Lst>
  <p:sldSz cy="5143500" cx="9144000"/>
  <p:notesSz cx="6858000" cy="9144000"/>
  <p:embeddedFontLst>
    <p:embeddedFont>
      <p:font typeface="Archivo Light"/>
      <p:regular r:id="rId78"/>
      <p:bold r:id="rId79"/>
      <p:italic r:id="rId80"/>
      <p:boldItalic r:id="rId81"/>
    </p:embeddedFont>
    <p:embeddedFont>
      <p:font typeface="Proxima Nova"/>
      <p:regular r:id="rId82"/>
      <p:bold r:id="rId83"/>
      <p:italic r:id="rId84"/>
      <p:boldItalic r:id="rId85"/>
    </p:embeddedFont>
    <p:embeddedFont>
      <p:font typeface="Roboto Medium"/>
      <p:regular r:id="rId86"/>
      <p:bold r:id="rId87"/>
      <p:italic r:id="rId88"/>
      <p:boldItalic r:id="rId89"/>
    </p:embeddedFont>
    <p:embeddedFont>
      <p:font typeface="Amatic SC"/>
      <p:regular r:id="rId90"/>
      <p:bold r:id="rId91"/>
    </p:embeddedFont>
    <p:embeddedFont>
      <p:font typeface="Archivo"/>
      <p:regular r:id="rId92"/>
      <p:bold r:id="rId93"/>
      <p:italic r:id="rId94"/>
      <p:boldItalic r:id="rId95"/>
    </p:embeddedFont>
    <p:embeddedFont>
      <p:font typeface="Barlow"/>
      <p:regular r:id="rId96"/>
      <p:bold r:id="rId97"/>
      <p:italic r:id="rId98"/>
      <p:boldItalic r:id="rId9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6CBFD61-9CC1-4848-B8E2-E103B36D63B7}">
  <a:tblStyle styleId="{D6CBFD61-9CC1-4848-B8E2-E103B36D63B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Archivo-boldItalic.fntdata"/><Relationship Id="rId94" Type="http://schemas.openxmlformats.org/officeDocument/2006/relationships/font" Target="fonts/Archivo-italic.fntdata"/><Relationship Id="rId97" Type="http://schemas.openxmlformats.org/officeDocument/2006/relationships/font" Target="fonts/Barlow-bold.fntdata"/><Relationship Id="rId96" Type="http://schemas.openxmlformats.org/officeDocument/2006/relationships/font" Target="fonts/Barlow-regular.fntdata"/><Relationship Id="rId11" Type="http://schemas.openxmlformats.org/officeDocument/2006/relationships/slide" Target="slides/slide4.xml"/><Relationship Id="rId99" Type="http://schemas.openxmlformats.org/officeDocument/2006/relationships/font" Target="fonts/Barlow-boldItalic.fntdata"/><Relationship Id="rId10" Type="http://schemas.openxmlformats.org/officeDocument/2006/relationships/slide" Target="slides/slide3.xml"/><Relationship Id="rId98" Type="http://schemas.openxmlformats.org/officeDocument/2006/relationships/font" Target="fonts/Barlow-italic.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AmaticSC-bold.fntdata"/><Relationship Id="rId90" Type="http://schemas.openxmlformats.org/officeDocument/2006/relationships/font" Target="fonts/AmaticSC-regular.fntdata"/><Relationship Id="rId93" Type="http://schemas.openxmlformats.org/officeDocument/2006/relationships/font" Target="fonts/Archivo-bold.fntdata"/><Relationship Id="rId92" Type="http://schemas.openxmlformats.org/officeDocument/2006/relationships/font" Target="fonts/Archivo-regular.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font" Target="fonts/ProximaNova-italic.fntdata"/><Relationship Id="rId83" Type="http://schemas.openxmlformats.org/officeDocument/2006/relationships/font" Target="fonts/ProximaNova-bold.fntdata"/><Relationship Id="rId86" Type="http://schemas.openxmlformats.org/officeDocument/2006/relationships/font" Target="fonts/RobotoMedium-regular.fntdata"/><Relationship Id="rId85" Type="http://schemas.openxmlformats.org/officeDocument/2006/relationships/font" Target="fonts/ProximaNova-boldItalic.fntdata"/><Relationship Id="rId88" Type="http://schemas.openxmlformats.org/officeDocument/2006/relationships/font" Target="fonts/RobotoMedium-italic.fntdata"/><Relationship Id="rId87" Type="http://schemas.openxmlformats.org/officeDocument/2006/relationships/font" Target="fonts/RobotoMedium-bold.fntdata"/><Relationship Id="rId89" Type="http://schemas.openxmlformats.org/officeDocument/2006/relationships/font" Target="fonts/RobotoMedium-boldItalic.fntdata"/><Relationship Id="rId80" Type="http://schemas.openxmlformats.org/officeDocument/2006/relationships/font" Target="fonts/ArchivoLight-italic.fntdata"/><Relationship Id="rId82" Type="http://schemas.openxmlformats.org/officeDocument/2006/relationships/font" Target="fonts/ProximaNova-regular.fntdata"/><Relationship Id="rId81" Type="http://schemas.openxmlformats.org/officeDocument/2006/relationships/font" Target="fonts/ArchivoLight-boldItalic.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font" Target="fonts/ArchivoLight-bold.fntdata"/><Relationship Id="rId78" Type="http://schemas.openxmlformats.org/officeDocument/2006/relationships/font" Target="fonts/ArchivoLight-regular.fntdata"/><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 name="Shape 703"/>
        <p:cNvGrpSpPr/>
        <p:nvPr/>
      </p:nvGrpSpPr>
      <p:grpSpPr>
        <a:xfrm>
          <a:off x="0" y="0"/>
          <a:ext cx="0" cy="0"/>
          <a:chOff x="0" y="0"/>
          <a:chExt cx="0" cy="0"/>
        </a:xfrm>
      </p:grpSpPr>
      <p:sp>
        <p:nvSpPr>
          <p:cNvPr id="704" name="Google Shape;704;g1364d9da1fa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 name="Google Shape;705;g1364d9da1fa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 name="Shape 712"/>
        <p:cNvGrpSpPr/>
        <p:nvPr/>
      </p:nvGrpSpPr>
      <p:grpSpPr>
        <a:xfrm>
          <a:off x="0" y="0"/>
          <a:ext cx="0" cy="0"/>
          <a:chOff x="0" y="0"/>
          <a:chExt cx="0" cy="0"/>
        </a:xfrm>
      </p:grpSpPr>
      <p:sp>
        <p:nvSpPr>
          <p:cNvPr id="713" name="Google Shape;713;g1364d9da1fa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4" name="Google Shape;714;g1364d9da1fa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 name="Shape 733"/>
        <p:cNvGrpSpPr/>
        <p:nvPr/>
      </p:nvGrpSpPr>
      <p:grpSpPr>
        <a:xfrm>
          <a:off x="0" y="0"/>
          <a:ext cx="0" cy="0"/>
          <a:chOff x="0" y="0"/>
          <a:chExt cx="0" cy="0"/>
        </a:xfrm>
      </p:grpSpPr>
      <p:sp>
        <p:nvSpPr>
          <p:cNvPr id="734" name="Google Shape;734;g1364d9da1fa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5" name="Google Shape;735;g1364d9da1fa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13660f6265e_1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13660f6265e_1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13660f6265e_1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13660f6265e_1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13660f6265e_1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13660f6265e_1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13775319f35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13775319f35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 name="Shape 834"/>
        <p:cNvGrpSpPr/>
        <p:nvPr/>
      </p:nvGrpSpPr>
      <p:grpSpPr>
        <a:xfrm>
          <a:off x="0" y="0"/>
          <a:ext cx="0" cy="0"/>
          <a:chOff x="0" y="0"/>
          <a:chExt cx="0" cy="0"/>
        </a:xfrm>
      </p:grpSpPr>
      <p:sp>
        <p:nvSpPr>
          <p:cNvPr id="835" name="Google Shape;835;g13660f6265e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 name="Google Shape;836;g13660f6265e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 name="Shape 840"/>
        <p:cNvGrpSpPr/>
        <p:nvPr/>
      </p:nvGrpSpPr>
      <p:grpSpPr>
        <a:xfrm>
          <a:off x="0" y="0"/>
          <a:ext cx="0" cy="0"/>
          <a:chOff x="0" y="0"/>
          <a:chExt cx="0" cy="0"/>
        </a:xfrm>
      </p:grpSpPr>
      <p:sp>
        <p:nvSpPr>
          <p:cNvPr id="841" name="Google Shape;841;g13660f6265e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 name="Google Shape;842;g13660f6265e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13660f6265e_1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13660f6265e_1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 name="Shape 880"/>
        <p:cNvGrpSpPr/>
        <p:nvPr/>
      </p:nvGrpSpPr>
      <p:grpSpPr>
        <a:xfrm>
          <a:off x="0" y="0"/>
          <a:ext cx="0" cy="0"/>
          <a:chOff x="0" y="0"/>
          <a:chExt cx="0" cy="0"/>
        </a:xfrm>
      </p:grpSpPr>
      <p:sp>
        <p:nvSpPr>
          <p:cNvPr id="881" name="Google Shape;881;g13660f6265e_1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 name="Google Shape;882;g13660f6265e_1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 name="Shape 908"/>
        <p:cNvGrpSpPr/>
        <p:nvPr/>
      </p:nvGrpSpPr>
      <p:grpSpPr>
        <a:xfrm>
          <a:off x="0" y="0"/>
          <a:ext cx="0" cy="0"/>
          <a:chOff x="0" y="0"/>
          <a:chExt cx="0" cy="0"/>
        </a:xfrm>
      </p:grpSpPr>
      <p:sp>
        <p:nvSpPr>
          <p:cNvPr id="909" name="Google Shape;909;g13660f6265e_1_3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 name="Google Shape;910;g13660f6265e_1_3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13660f6265e_1_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13660f6265e_1_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13660f6265e_1_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13660f6265e_1_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13660f6265e_1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13660f6265e_1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 name="Shape 951"/>
        <p:cNvGrpSpPr/>
        <p:nvPr/>
      </p:nvGrpSpPr>
      <p:grpSpPr>
        <a:xfrm>
          <a:off x="0" y="0"/>
          <a:ext cx="0" cy="0"/>
          <a:chOff x="0" y="0"/>
          <a:chExt cx="0" cy="0"/>
        </a:xfrm>
      </p:grpSpPr>
      <p:sp>
        <p:nvSpPr>
          <p:cNvPr id="952" name="Google Shape;952;g13660f6265e_1_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3" name="Google Shape;953;g13660f6265e_1_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 name="Shape 988"/>
        <p:cNvGrpSpPr/>
        <p:nvPr/>
      </p:nvGrpSpPr>
      <p:grpSpPr>
        <a:xfrm>
          <a:off x="0" y="0"/>
          <a:ext cx="0" cy="0"/>
          <a:chOff x="0" y="0"/>
          <a:chExt cx="0" cy="0"/>
        </a:xfrm>
      </p:grpSpPr>
      <p:sp>
        <p:nvSpPr>
          <p:cNvPr id="989" name="Google Shape;989;g13660f6265e_1_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0" name="Google Shape;990;g13660f6265e_1_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2" name="Shape 1032"/>
        <p:cNvGrpSpPr/>
        <p:nvPr/>
      </p:nvGrpSpPr>
      <p:grpSpPr>
        <a:xfrm>
          <a:off x="0" y="0"/>
          <a:ext cx="0" cy="0"/>
          <a:chOff x="0" y="0"/>
          <a:chExt cx="0" cy="0"/>
        </a:xfrm>
      </p:grpSpPr>
      <p:sp>
        <p:nvSpPr>
          <p:cNvPr id="1033" name="Google Shape;1033;g13660f6265e_1_4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4" name="Google Shape;1034;g13660f6265e_1_4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8" name="Shape 1038"/>
        <p:cNvGrpSpPr/>
        <p:nvPr/>
      </p:nvGrpSpPr>
      <p:grpSpPr>
        <a:xfrm>
          <a:off x="0" y="0"/>
          <a:ext cx="0" cy="0"/>
          <a:chOff x="0" y="0"/>
          <a:chExt cx="0" cy="0"/>
        </a:xfrm>
      </p:grpSpPr>
      <p:sp>
        <p:nvSpPr>
          <p:cNvPr id="1039" name="Google Shape;1039;g13660f6265e_1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0" name="Google Shape;1040;g13660f6265e_1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 name="Shape 1058"/>
        <p:cNvGrpSpPr/>
        <p:nvPr/>
      </p:nvGrpSpPr>
      <p:grpSpPr>
        <a:xfrm>
          <a:off x="0" y="0"/>
          <a:ext cx="0" cy="0"/>
          <a:chOff x="0" y="0"/>
          <a:chExt cx="0" cy="0"/>
        </a:xfrm>
      </p:grpSpPr>
      <p:sp>
        <p:nvSpPr>
          <p:cNvPr id="1059" name="Google Shape;1059;g13660f6265e_1_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13660f6265e_1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 name="Shape 1068"/>
        <p:cNvGrpSpPr/>
        <p:nvPr/>
      </p:nvGrpSpPr>
      <p:grpSpPr>
        <a:xfrm>
          <a:off x="0" y="0"/>
          <a:ext cx="0" cy="0"/>
          <a:chOff x="0" y="0"/>
          <a:chExt cx="0" cy="0"/>
        </a:xfrm>
      </p:grpSpPr>
      <p:sp>
        <p:nvSpPr>
          <p:cNvPr id="1069" name="Google Shape;1069;g13660f6265e_1_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 name="Google Shape;1070;g13660f6265e_1_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13660f6265e_1_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13660f6265e_1_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3" name="Shape 1103"/>
        <p:cNvGrpSpPr/>
        <p:nvPr/>
      </p:nvGrpSpPr>
      <p:grpSpPr>
        <a:xfrm>
          <a:off x="0" y="0"/>
          <a:ext cx="0" cy="0"/>
          <a:chOff x="0" y="0"/>
          <a:chExt cx="0" cy="0"/>
        </a:xfrm>
      </p:grpSpPr>
      <p:sp>
        <p:nvSpPr>
          <p:cNvPr id="1104" name="Google Shape;1104;g13660f6265e_1_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5" name="Google Shape;1105;g13660f6265e_1_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13660f6265e_1_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13660f6265e_1_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1" name="Shape 1161"/>
        <p:cNvGrpSpPr/>
        <p:nvPr/>
      </p:nvGrpSpPr>
      <p:grpSpPr>
        <a:xfrm>
          <a:off x="0" y="0"/>
          <a:ext cx="0" cy="0"/>
          <a:chOff x="0" y="0"/>
          <a:chExt cx="0" cy="0"/>
        </a:xfrm>
      </p:grpSpPr>
      <p:sp>
        <p:nvSpPr>
          <p:cNvPr id="1162" name="Google Shape;1162;g13660f6265e_1_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3" name="Google Shape;1163;g13660f6265e_1_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 name="Shape 1186"/>
        <p:cNvGrpSpPr/>
        <p:nvPr/>
      </p:nvGrpSpPr>
      <p:grpSpPr>
        <a:xfrm>
          <a:off x="0" y="0"/>
          <a:ext cx="0" cy="0"/>
          <a:chOff x="0" y="0"/>
          <a:chExt cx="0" cy="0"/>
        </a:xfrm>
      </p:grpSpPr>
      <p:sp>
        <p:nvSpPr>
          <p:cNvPr id="1187" name="Google Shape;1187;g13660f6265e_1_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8" name="Google Shape;1188;g13660f6265e_1_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13660f6265e_1_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13660f6265e_1_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13660f6265e_1_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13660f6265e_1_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8" name="Shape 1248"/>
        <p:cNvGrpSpPr/>
        <p:nvPr/>
      </p:nvGrpSpPr>
      <p:grpSpPr>
        <a:xfrm>
          <a:off x="0" y="0"/>
          <a:ext cx="0" cy="0"/>
          <a:chOff x="0" y="0"/>
          <a:chExt cx="0" cy="0"/>
        </a:xfrm>
      </p:grpSpPr>
      <p:sp>
        <p:nvSpPr>
          <p:cNvPr id="1249" name="Google Shape;1249;g13660f6265e_1_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0" name="Google Shape;1250;g13660f6265e_1_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 name="Shape 1254"/>
        <p:cNvGrpSpPr/>
        <p:nvPr/>
      </p:nvGrpSpPr>
      <p:grpSpPr>
        <a:xfrm>
          <a:off x="0" y="0"/>
          <a:ext cx="0" cy="0"/>
          <a:chOff x="0" y="0"/>
          <a:chExt cx="0" cy="0"/>
        </a:xfrm>
      </p:grpSpPr>
      <p:sp>
        <p:nvSpPr>
          <p:cNvPr id="1255" name="Google Shape;1255;g13660f6265e_1_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6" name="Google Shape;1256;g13660f6265e_1_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 name="Shape 1280"/>
        <p:cNvGrpSpPr/>
        <p:nvPr/>
      </p:nvGrpSpPr>
      <p:grpSpPr>
        <a:xfrm>
          <a:off x="0" y="0"/>
          <a:ext cx="0" cy="0"/>
          <a:chOff x="0" y="0"/>
          <a:chExt cx="0" cy="0"/>
        </a:xfrm>
      </p:grpSpPr>
      <p:sp>
        <p:nvSpPr>
          <p:cNvPr id="1281" name="Google Shape;1281;g13660f6265e_1_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2" name="Google Shape;1282;g13660f6265e_1_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13660f6265e_1_6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13660f6265e_1_6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0" name="Shape 1330"/>
        <p:cNvGrpSpPr/>
        <p:nvPr/>
      </p:nvGrpSpPr>
      <p:grpSpPr>
        <a:xfrm>
          <a:off x="0" y="0"/>
          <a:ext cx="0" cy="0"/>
          <a:chOff x="0" y="0"/>
          <a:chExt cx="0" cy="0"/>
        </a:xfrm>
      </p:grpSpPr>
      <p:sp>
        <p:nvSpPr>
          <p:cNvPr id="1331" name="Google Shape;1331;g13660f6265e_1_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2" name="Google Shape;1332;g13660f6265e_1_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 name="Shape 1387"/>
        <p:cNvGrpSpPr/>
        <p:nvPr/>
      </p:nvGrpSpPr>
      <p:grpSpPr>
        <a:xfrm>
          <a:off x="0" y="0"/>
          <a:ext cx="0" cy="0"/>
          <a:chOff x="0" y="0"/>
          <a:chExt cx="0" cy="0"/>
        </a:xfrm>
      </p:grpSpPr>
      <p:sp>
        <p:nvSpPr>
          <p:cNvPr id="1388" name="Google Shape;1388;g13660f6265e_1_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9" name="Google Shape;1389;g13660f6265e_1_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4" name="Shape 1394"/>
        <p:cNvGrpSpPr/>
        <p:nvPr/>
      </p:nvGrpSpPr>
      <p:grpSpPr>
        <a:xfrm>
          <a:off x="0" y="0"/>
          <a:ext cx="0" cy="0"/>
          <a:chOff x="0" y="0"/>
          <a:chExt cx="0" cy="0"/>
        </a:xfrm>
      </p:grpSpPr>
      <p:sp>
        <p:nvSpPr>
          <p:cNvPr id="1395" name="Google Shape;1395;g13660f6265e_1_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6" name="Google Shape;1396;g13660f6265e_1_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3" name="Shape 1403"/>
        <p:cNvGrpSpPr/>
        <p:nvPr/>
      </p:nvGrpSpPr>
      <p:grpSpPr>
        <a:xfrm>
          <a:off x="0" y="0"/>
          <a:ext cx="0" cy="0"/>
          <a:chOff x="0" y="0"/>
          <a:chExt cx="0" cy="0"/>
        </a:xfrm>
      </p:grpSpPr>
      <p:sp>
        <p:nvSpPr>
          <p:cNvPr id="1404" name="Google Shape;1404;g13660f6265e_1_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5" name="Google Shape;1405;g13660f6265e_1_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13660f6265e_1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13660f6265e_1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4" name="Shape 1434"/>
        <p:cNvGrpSpPr/>
        <p:nvPr/>
      </p:nvGrpSpPr>
      <p:grpSpPr>
        <a:xfrm>
          <a:off x="0" y="0"/>
          <a:ext cx="0" cy="0"/>
          <a:chOff x="0" y="0"/>
          <a:chExt cx="0" cy="0"/>
        </a:xfrm>
      </p:grpSpPr>
      <p:sp>
        <p:nvSpPr>
          <p:cNvPr id="1435" name="Google Shape;1435;g13660f6265e_1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6" name="Google Shape;1436;g13660f6265e_1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 name="Shape 1447"/>
        <p:cNvGrpSpPr/>
        <p:nvPr/>
      </p:nvGrpSpPr>
      <p:grpSpPr>
        <a:xfrm>
          <a:off x="0" y="0"/>
          <a:ext cx="0" cy="0"/>
          <a:chOff x="0" y="0"/>
          <a:chExt cx="0" cy="0"/>
        </a:xfrm>
      </p:grpSpPr>
      <p:sp>
        <p:nvSpPr>
          <p:cNvPr id="1448" name="Google Shape;1448;g13660f6265e_1_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 name="Google Shape;1449;g13660f6265e_1_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13660f6265e_1_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13660f6265e_1_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6" name="Shape 1516"/>
        <p:cNvGrpSpPr/>
        <p:nvPr/>
      </p:nvGrpSpPr>
      <p:grpSpPr>
        <a:xfrm>
          <a:off x="0" y="0"/>
          <a:ext cx="0" cy="0"/>
          <a:chOff x="0" y="0"/>
          <a:chExt cx="0" cy="0"/>
        </a:xfrm>
      </p:grpSpPr>
      <p:sp>
        <p:nvSpPr>
          <p:cNvPr id="1517" name="Google Shape;1517;g13660f6265e_1_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8" name="Google Shape;1518;g13660f6265e_1_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4" name="Shape 1584"/>
        <p:cNvGrpSpPr/>
        <p:nvPr/>
      </p:nvGrpSpPr>
      <p:grpSpPr>
        <a:xfrm>
          <a:off x="0" y="0"/>
          <a:ext cx="0" cy="0"/>
          <a:chOff x="0" y="0"/>
          <a:chExt cx="0" cy="0"/>
        </a:xfrm>
      </p:grpSpPr>
      <p:sp>
        <p:nvSpPr>
          <p:cNvPr id="1585" name="Google Shape;1585;g13660f6265e_1_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6" name="Google Shape;1586;g13660f6265e_1_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13660f6265e_1_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13660f6265e_1_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0" name="Shape 1620"/>
        <p:cNvGrpSpPr/>
        <p:nvPr/>
      </p:nvGrpSpPr>
      <p:grpSpPr>
        <a:xfrm>
          <a:off x="0" y="0"/>
          <a:ext cx="0" cy="0"/>
          <a:chOff x="0" y="0"/>
          <a:chExt cx="0" cy="0"/>
        </a:xfrm>
      </p:grpSpPr>
      <p:sp>
        <p:nvSpPr>
          <p:cNvPr id="1621" name="Google Shape;1621;g13660f6265e_1_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2" name="Google Shape;1622;g13660f6265e_1_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3" name="Shape 1643"/>
        <p:cNvGrpSpPr/>
        <p:nvPr/>
      </p:nvGrpSpPr>
      <p:grpSpPr>
        <a:xfrm>
          <a:off x="0" y="0"/>
          <a:ext cx="0" cy="0"/>
          <a:chOff x="0" y="0"/>
          <a:chExt cx="0" cy="0"/>
        </a:xfrm>
      </p:grpSpPr>
      <p:sp>
        <p:nvSpPr>
          <p:cNvPr id="1644" name="Google Shape;1644;g13660f6265e_1_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5" name="Google Shape;1645;g13660f6265e_1_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5" name="Shape 1675"/>
        <p:cNvGrpSpPr/>
        <p:nvPr/>
      </p:nvGrpSpPr>
      <p:grpSpPr>
        <a:xfrm>
          <a:off x="0" y="0"/>
          <a:ext cx="0" cy="0"/>
          <a:chOff x="0" y="0"/>
          <a:chExt cx="0" cy="0"/>
        </a:xfrm>
      </p:grpSpPr>
      <p:sp>
        <p:nvSpPr>
          <p:cNvPr id="1676" name="Google Shape;1676;g13660f6265e_1_8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7" name="Google Shape;1677;g13660f6265e_1_8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0" name="Shape 1710"/>
        <p:cNvGrpSpPr/>
        <p:nvPr/>
      </p:nvGrpSpPr>
      <p:grpSpPr>
        <a:xfrm>
          <a:off x="0" y="0"/>
          <a:ext cx="0" cy="0"/>
          <a:chOff x="0" y="0"/>
          <a:chExt cx="0" cy="0"/>
        </a:xfrm>
      </p:grpSpPr>
      <p:sp>
        <p:nvSpPr>
          <p:cNvPr id="1711" name="Google Shape;1711;g13660f6265e_1_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2" name="Google Shape;1712;g13660f6265e_1_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5" name="Shape 1725"/>
        <p:cNvGrpSpPr/>
        <p:nvPr/>
      </p:nvGrpSpPr>
      <p:grpSpPr>
        <a:xfrm>
          <a:off x="0" y="0"/>
          <a:ext cx="0" cy="0"/>
          <a:chOff x="0" y="0"/>
          <a:chExt cx="0" cy="0"/>
        </a:xfrm>
      </p:grpSpPr>
      <p:sp>
        <p:nvSpPr>
          <p:cNvPr id="1726" name="Google Shape;1726;g13660f6265e_1_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7" name="Google Shape;1727;g13660f6265e_1_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8" name="Shape 1768"/>
        <p:cNvGrpSpPr/>
        <p:nvPr/>
      </p:nvGrpSpPr>
      <p:grpSpPr>
        <a:xfrm>
          <a:off x="0" y="0"/>
          <a:ext cx="0" cy="0"/>
          <a:chOff x="0" y="0"/>
          <a:chExt cx="0" cy="0"/>
        </a:xfrm>
      </p:grpSpPr>
      <p:sp>
        <p:nvSpPr>
          <p:cNvPr id="1769" name="Google Shape;1769;g13660f6265e_1_10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0" name="Google Shape;1770;g13660f6265e_1_10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 name="Shape 1792"/>
        <p:cNvGrpSpPr/>
        <p:nvPr/>
      </p:nvGrpSpPr>
      <p:grpSpPr>
        <a:xfrm>
          <a:off x="0" y="0"/>
          <a:ext cx="0" cy="0"/>
          <a:chOff x="0" y="0"/>
          <a:chExt cx="0" cy="0"/>
        </a:xfrm>
      </p:grpSpPr>
      <p:sp>
        <p:nvSpPr>
          <p:cNvPr id="1793" name="Google Shape;1793;g13660f6265e_1_29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4" name="Google Shape;1794;g13660f6265e_1_29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6" name="Shape 1976"/>
        <p:cNvGrpSpPr/>
        <p:nvPr/>
      </p:nvGrpSpPr>
      <p:grpSpPr>
        <a:xfrm>
          <a:off x="0" y="0"/>
          <a:ext cx="0" cy="0"/>
          <a:chOff x="0" y="0"/>
          <a:chExt cx="0" cy="0"/>
        </a:xfrm>
      </p:grpSpPr>
      <p:sp>
        <p:nvSpPr>
          <p:cNvPr id="1977" name="Google Shape;1977;g13660f6265e_1_29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8" name="Google Shape;1978;g13660f6265e_1_29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3" name="Shape 1983"/>
        <p:cNvGrpSpPr/>
        <p:nvPr/>
      </p:nvGrpSpPr>
      <p:grpSpPr>
        <a:xfrm>
          <a:off x="0" y="0"/>
          <a:ext cx="0" cy="0"/>
          <a:chOff x="0" y="0"/>
          <a:chExt cx="0" cy="0"/>
        </a:xfrm>
      </p:grpSpPr>
      <p:sp>
        <p:nvSpPr>
          <p:cNvPr id="1984" name="Google Shape;1984;g13660f6265e_1_14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5" name="Google Shape;1985;g13660f6265e_1_14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0" name="Shape 1990"/>
        <p:cNvGrpSpPr/>
        <p:nvPr/>
      </p:nvGrpSpPr>
      <p:grpSpPr>
        <a:xfrm>
          <a:off x="0" y="0"/>
          <a:ext cx="0" cy="0"/>
          <a:chOff x="0" y="0"/>
          <a:chExt cx="0" cy="0"/>
        </a:xfrm>
      </p:grpSpPr>
      <p:sp>
        <p:nvSpPr>
          <p:cNvPr id="1991" name="Google Shape;1991;g13660f6265e_1_14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2" name="Google Shape;1992;g13660f6265e_1_14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g13660f6265e_1_14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9" name="Google Shape;1999;g13660f6265e_1_14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 name="Shape 2020"/>
        <p:cNvGrpSpPr/>
        <p:nvPr/>
      </p:nvGrpSpPr>
      <p:grpSpPr>
        <a:xfrm>
          <a:off x="0" y="0"/>
          <a:ext cx="0" cy="0"/>
          <a:chOff x="0" y="0"/>
          <a:chExt cx="0" cy="0"/>
        </a:xfrm>
      </p:grpSpPr>
      <p:sp>
        <p:nvSpPr>
          <p:cNvPr id="2021" name="Google Shape;2021;g13660f6265e_1_14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2" name="Google Shape;2022;g13660f6265e_1_14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6" name="Shape 2036"/>
        <p:cNvGrpSpPr/>
        <p:nvPr/>
      </p:nvGrpSpPr>
      <p:grpSpPr>
        <a:xfrm>
          <a:off x="0" y="0"/>
          <a:ext cx="0" cy="0"/>
          <a:chOff x="0" y="0"/>
          <a:chExt cx="0" cy="0"/>
        </a:xfrm>
      </p:grpSpPr>
      <p:sp>
        <p:nvSpPr>
          <p:cNvPr id="2037" name="Google Shape;2037;g13660f6265e_1_14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8" name="Google Shape;2038;g13660f6265e_1_14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3" name="Shape 2373"/>
        <p:cNvGrpSpPr/>
        <p:nvPr/>
      </p:nvGrpSpPr>
      <p:grpSpPr>
        <a:xfrm>
          <a:off x="0" y="0"/>
          <a:ext cx="0" cy="0"/>
          <a:chOff x="0" y="0"/>
          <a:chExt cx="0" cy="0"/>
        </a:xfrm>
      </p:grpSpPr>
      <p:sp>
        <p:nvSpPr>
          <p:cNvPr id="2374" name="Google Shape;2374;g13660f6265e_1_15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5" name="Google Shape;2375;g13660f6265e_1_15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7" name="Shape 8287"/>
        <p:cNvGrpSpPr/>
        <p:nvPr/>
      </p:nvGrpSpPr>
      <p:grpSpPr>
        <a:xfrm>
          <a:off x="0" y="0"/>
          <a:ext cx="0" cy="0"/>
          <a:chOff x="0" y="0"/>
          <a:chExt cx="0" cy="0"/>
        </a:xfrm>
      </p:grpSpPr>
      <p:sp>
        <p:nvSpPr>
          <p:cNvPr id="8288" name="Google Shape;8288;g13660f6265e_1_21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9" name="Google Shape;8289;g13660f6265e_1_21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4" name="Shape 8714"/>
        <p:cNvGrpSpPr/>
        <p:nvPr/>
      </p:nvGrpSpPr>
      <p:grpSpPr>
        <a:xfrm>
          <a:off x="0" y="0"/>
          <a:ext cx="0" cy="0"/>
          <a:chOff x="0" y="0"/>
          <a:chExt cx="0" cy="0"/>
        </a:xfrm>
      </p:grpSpPr>
      <p:sp>
        <p:nvSpPr>
          <p:cNvPr id="8715" name="Google Shape;8715;g13660f6265e_1_21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6" name="Google Shape;8716;g13660f6265e_1_21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7" name="Shape 8877"/>
        <p:cNvGrpSpPr/>
        <p:nvPr/>
      </p:nvGrpSpPr>
      <p:grpSpPr>
        <a:xfrm>
          <a:off x="0" y="0"/>
          <a:ext cx="0" cy="0"/>
          <a:chOff x="0" y="0"/>
          <a:chExt cx="0" cy="0"/>
        </a:xfrm>
      </p:grpSpPr>
      <p:sp>
        <p:nvSpPr>
          <p:cNvPr id="8878" name="Google Shape;8878;g13660f6265e_1_21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9" name="Google Shape;8879;g13660f6265e_1_21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9" name="Shape 9279"/>
        <p:cNvGrpSpPr/>
        <p:nvPr/>
      </p:nvGrpSpPr>
      <p:grpSpPr>
        <a:xfrm>
          <a:off x="0" y="0"/>
          <a:ext cx="0" cy="0"/>
          <a:chOff x="0" y="0"/>
          <a:chExt cx="0" cy="0"/>
        </a:xfrm>
      </p:grpSpPr>
      <p:sp>
        <p:nvSpPr>
          <p:cNvPr id="9280" name="Google Shape;9280;g13660f6265e_1_22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1" name="Google Shape;9281;g13660f6265e_1_22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0" name="Shape 9650"/>
        <p:cNvGrpSpPr/>
        <p:nvPr/>
      </p:nvGrpSpPr>
      <p:grpSpPr>
        <a:xfrm>
          <a:off x="0" y="0"/>
          <a:ext cx="0" cy="0"/>
          <a:chOff x="0" y="0"/>
          <a:chExt cx="0" cy="0"/>
        </a:xfrm>
      </p:grpSpPr>
      <p:sp>
        <p:nvSpPr>
          <p:cNvPr id="9651" name="Google Shape;9651;g13660f6265e_1_22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2" name="Google Shape;9652;g13660f6265e_1_22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7" name="Shape 10027"/>
        <p:cNvGrpSpPr/>
        <p:nvPr/>
      </p:nvGrpSpPr>
      <p:grpSpPr>
        <a:xfrm>
          <a:off x="0" y="0"/>
          <a:ext cx="0" cy="0"/>
          <a:chOff x="0" y="0"/>
          <a:chExt cx="0" cy="0"/>
        </a:xfrm>
      </p:grpSpPr>
      <p:sp>
        <p:nvSpPr>
          <p:cNvPr id="10028" name="Google Shape;10028;g13660f6265e_1_228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29" name="Google Shape;10029;g13660f6265e_1_228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8" name="Shape 10458"/>
        <p:cNvGrpSpPr/>
        <p:nvPr/>
      </p:nvGrpSpPr>
      <p:grpSpPr>
        <a:xfrm>
          <a:off x="0" y="0"/>
          <a:ext cx="0" cy="0"/>
          <a:chOff x="0" y="0"/>
          <a:chExt cx="0" cy="0"/>
        </a:xfrm>
      </p:grpSpPr>
      <p:sp>
        <p:nvSpPr>
          <p:cNvPr id="10459" name="Google Shape;10459;g13660f6265e_1_23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0" name="Google Shape;10460;g13660f6265e_1_23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1" name="Shape 11251"/>
        <p:cNvGrpSpPr/>
        <p:nvPr/>
      </p:nvGrpSpPr>
      <p:grpSpPr>
        <a:xfrm>
          <a:off x="0" y="0"/>
          <a:ext cx="0" cy="0"/>
          <a:chOff x="0" y="0"/>
          <a:chExt cx="0" cy="0"/>
        </a:xfrm>
      </p:grpSpPr>
      <p:sp>
        <p:nvSpPr>
          <p:cNvPr id="11252" name="Google Shape;11252;g13660f6265e_1_24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3" name="Google Shape;11253;g13660f6265e_1_24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2" name="Shape 11992"/>
        <p:cNvGrpSpPr/>
        <p:nvPr/>
      </p:nvGrpSpPr>
      <p:grpSpPr>
        <a:xfrm>
          <a:off x="0" y="0"/>
          <a:ext cx="0" cy="0"/>
          <a:chOff x="0" y="0"/>
          <a:chExt cx="0" cy="0"/>
        </a:xfrm>
      </p:grpSpPr>
      <p:sp>
        <p:nvSpPr>
          <p:cNvPr id="11993" name="Google Shape;11993;g13660f6265e_1_24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4" name="Google Shape;11994;g13660f6265e_1_24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5" name="Shape 12685"/>
        <p:cNvGrpSpPr/>
        <p:nvPr/>
      </p:nvGrpSpPr>
      <p:grpSpPr>
        <a:xfrm>
          <a:off x="0" y="0"/>
          <a:ext cx="0" cy="0"/>
          <a:chOff x="0" y="0"/>
          <a:chExt cx="0" cy="0"/>
        </a:xfrm>
      </p:grpSpPr>
      <p:sp>
        <p:nvSpPr>
          <p:cNvPr id="12686" name="Google Shape;12686;g13660f6265e_1_25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87" name="Google Shape;12687;g13660f6265e_1_25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7" name="Shape 12987"/>
        <p:cNvGrpSpPr/>
        <p:nvPr/>
      </p:nvGrpSpPr>
      <p:grpSpPr>
        <a:xfrm>
          <a:off x="0" y="0"/>
          <a:ext cx="0" cy="0"/>
          <a:chOff x="0" y="0"/>
          <a:chExt cx="0" cy="0"/>
        </a:xfrm>
      </p:grpSpPr>
      <p:sp>
        <p:nvSpPr>
          <p:cNvPr id="12988" name="Google Shape;12988;g13660f6265e_1_25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89" name="Google Shape;12989;g13660f6265e_1_25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27" name="Shape 13627"/>
        <p:cNvGrpSpPr/>
        <p:nvPr/>
      </p:nvGrpSpPr>
      <p:grpSpPr>
        <a:xfrm>
          <a:off x="0" y="0"/>
          <a:ext cx="0" cy="0"/>
          <a:chOff x="0" y="0"/>
          <a:chExt cx="0" cy="0"/>
        </a:xfrm>
      </p:grpSpPr>
      <p:sp>
        <p:nvSpPr>
          <p:cNvPr id="13628" name="Google Shape;13628;g13660f6265e_1_28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29" name="Google Shape;13629;g13660f6265e_1_28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741925" y="1181100"/>
            <a:ext cx="5963700" cy="16527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5000">
                <a:solidFill>
                  <a:schemeClr val="accent1"/>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845025" y="3126825"/>
            <a:ext cx="3858900" cy="432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600">
                <a:solidFill>
                  <a:schemeClr val="lt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p:nvPr/>
        </p:nvSpPr>
        <p:spPr>
          <a:xfrm>
            <a:off x="6713117" y="-49300"/>
            <a:ext cx="3012741" cy="3731349"/>
          </a:xfrm>
          <a:custGeom>
            <a:rect b="b" l="l" r="r" t="t"/>
            <a:pathLst>
              <a:path extrusionOk="0" h="117978" w="95257">
                <a:moveTo>
                  <a:pt x="1" y="0"/>
                </a:moveTo>
                <a:cubicBezTo>
                  <a:pt x="6" y="16"/>
                  <a:pt x="7" y="33"/>
                  <a:pt x="10" y="50"/>
                </a:cubicBezTo>
                <a:cubicBezTo>
                  <a:pt x="15" y="66"/>
                  <a:pt x="22" y="85"/>
                  <a:pt x="26" y="103"/>
                </a:cubicBezTo>
                <a:cubicBezTo>
                  <a:pt x="259" y="113"/>
                  <a:pt x="491" y="116"/>
                  <a:pt x="724" y="128"/>
                </a:cubicBezTo>
                <a:cubicBezTo>
                  <a:pt x="16323" y="980"/>
                  <a:pt x="33356" y="8690"/>
                  <a:pt x="37853" y="23652"/>
                </a:cubicBezTo>
                <a:cubicBezTo>
                  <a:pt x="41475" y="35702"/>
                  <a:pt x="36482" y="50528"/>
                  <a:pt x="44575" y="60161"/>
                </a:cubicBezTo>
                <a:cubicBezTo>
                  <a:pt x="53009" y="70205"/>
                  <a:pt x="70274" y="67642"/>
                  <a:pt x="79509" y="76954"/>
                </a:cubicBezTo>
                <a:cubicBezTo>
                  <a:pt x="87937" y="85451"/>
                  <a:pt x="85896" y="99582"/>
                  <a:pt x="90533" y="110614"/>
                </a:cubicBezTo>
                <a:cubicBezTo>
                  <a:pt x="91679" y="113340"/>
                  <a:pt x="93298" y="115808"/>
                  <a:pt x="95256" y="117977"/>
                </a:cubicBezTo>
                <a:lnTo>
                  <a:pt x="95256" y="0"/>
                </a:lnTo>
                <a:close/>
              </a:path>
            </a:pathLst>
          </a:cu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8676319" y="-49300"/>
            <a:ext cx="1049872" cy="1219012"/>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rot="10800000">
            <a:off x="-47324" y="1507353"/>
            <a:ext cx="3161194" cy="3731397"/>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flipH="1" rot="10800000">
            <a:off x="-47324" y="3141196"/>
            <a:ext cx="3340792" cy="2036058"/>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flipH="1" rot="10800000">
            <a:off x="-47324" y="4364780"/>
            <a:ext cx="2078655" cy="807332"/>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 name="Google Shape;16;p2"/>
          <p:cNvGrpSpPr/>
          <p:nvPr/>
        </p:nvGrpSpPr>
        <p:grpSpPr>
          <a:xfrm>
            <a:off x="7031953" y="2934947"/>
            <a:ext cx="1918181" cy="2237123"/>
            <a:chOff x="7556913" y="3814718"/>
            <a:chExt cx="891846" cy="1040135"/>
          </a:xfrm>
        </p:grpSpPr>
        <p:grpSp>
          <p:nvGrpSpPr>
            <p:cNvPr id="17" name="Google Shape;17;p2"/>
            <p:cNvGrpSpPr/>
            <p:nvPr/>
          </p:nvGrpSpPr>
          <p:grpSpPr>
            <a:xfrm>
              <a:off x="7990222" y="3814718"/>
              <a:ext cx="458536" cy="1040135"/>
              <a:chOff x="5599250" y="4194125"/>
              <a:chExt cx="418525" cy="949375"/>
            </a:xfrm>
          </p:grpSpPr>
          <p:sp>
            <p:nvSpPr>
              <p:cNvPr id="18" name="Google Shape;18;p2"/>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 name="Google Shape;20;p2"/>
            <p:cNvGrpSpPr/>
            <p:nvPr/>
          </p:nvGrpSpPr>
          <p:grpSpPr>
            <a:xfrm>
              <a:off x="7556913" y="4235041"/>
              <a:ext cx="623725" cy="619808"/>
              <a:chOff x="4791175" y="4530525"/>
              <a:chExt cx="569300" cy="565725"/>
            </a:xfrm>
          </p:grpSpPr>
          <p:sp>
            <p:nvSpPr>
              <p:cNvPr id="21" name="Google Shape;21;p2"/>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 name="Google Shape;25;p2"/>
          <p:cNvGrpSpPr/>
          <p:nvPr/>
        </p:nvGrpSpPr>
        <p:grpSpPr>
          <a:xfrm rot="10800000">
            <a:off x="193865" y="-55084"/>
            <a:ext cx="1745788" cy="2036065"/>
            <a:chOff x="7556913" y="3814718"/>
            <a:chExt cx="891846" cy="1040135"/>
          </a:xfrm>
        </p:grpSpPr>
        <p:grpSp>
          <p:nvGrpSpPr>
            <p:cNvPr id="26" name="Google Shape;26;p2"/>
            <p:cNvGrpSpPr/>
            <p:nvPr/>
          </p:nvGrpSpPr>
          <p:grpSpPr>
            <a:xfrm>
              <a:off x="7990222" y="3814718"/>
              <a:ext cx="458536" cy="1040135"/>
              <a:chOff x="5599250" y="4194125"/>
              <a:chExt cx="418525" cy="949375"/>
            </a:xfrm>
          </p:grpSpPr>
          <p:sp>
            <p:nvSpPr>
              <p:cNvPr id="27" name="Google Shape;27;p2"/>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 name="Google Shape;29;p2"/>
            <p:cNvGrpSpPr/>
            <p:nvPr/>
          </p:nvGrpSpPr>
          <p:grpSpPr>
            <a:xfrm>
              <a:off x="7556913" y="4235041"/>
              <a:ext cx="623725" cy="619808"/>
              <a:chOff x="4791175" y="4530525"/>
              <a:chExt cx="569300" cy="565725"/>
            </a:xfrm>
          </p:grpSpPr>
          <p:sp>
            <p:nvSpPr>
              <p:cNvPr id="30" name="Google Shape;30;p2"/>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4" name="Shape 34"/>
        <p:cNvGrpSpPr/>
        <p:nvPr/>
      </p:nvGrpSpPr>
      <p:grpSpPr>
        <a:xfrm>
          <a:off x="0" y="0"/>
          <a:ext cx="0" cy="0"/>
          <a:chOff x="0" y="0"/>
          <a:chExt cx="0" cy="0"/>
        </a:xfrm>
      </p:grpSpPr>
      <p:sp>
        <p:nvSpPr>
          <p:cNvPr id="35" name="Google Shape;35;p3"/>
          <p:cNvSpPr txBox="1"/>
          <p:nvPr>
            <p:ph type="title"/>
          </p:nvPr>
        </p:nvSpPr>
        <p:spPr>
          <a:xfrm>
            <a:off x="2657400" y="1579175"/>
            <a:ext cx="3829200" cy="9888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6" name="Google Shape;36;p3"/>
          <p:cNvSpPr txBox="1"/>
          <p:nvPr>
            <p:ph idx="1" type="body"/>
          </p:nvPr>
        </p:nvSpPr>
        <p:spPr>
          <a:xfrm>
            <a:off x="2657400" y="2567975"/>
            <a:ext cx="3829200" cy="1070700"/>
          </a:xfrm>
          <a:prstGeom prst="rect">
            <a:avLst/>
          </a:prstGeom>
        </p:spPr>
        <p:txBody>
          <a:bodyPr anchorCtr="0" anchor="t" bIns="91425" lIns="91425" spcFirstLastPara="1" rIns="91425" wrap="square" tIns="91425">
            <a:noAutofit/>
          </a:bodyPr>
          <a:lstStyle>
            <a:lvl1pPr indent="-342900" lvl="0" marL="457200" rtl="0" algn="ctr">
              <a:lnSpc>
                <a:spcPct val="100000"/>
              </a:lnSpc>
              <a:spcBef>
                <a:spcPts val="0"/>
              </a:spcBef>
              <a:spcAft>
                <a:spcPts val="0"/>
              </a:spcAft>
              <a:buSzPts val="1800"/>
              <a:buChar char="●"/>
              <a:defRPr b="0" sz="1400">
                <a:latin typeface="Archivo Light"/>
                <a:ea typeface="Archivo Light"/>
                <a:cs typeface="Archivo Light"/>
                <a:sym typeface="Archivo Light"/>
              </a:defRPr>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37" name="Google Shape;37;p3"/>
          <p:cNvSpPr/>
          <p:nvPr/>
        </p:nvSpPr>
        <p:spPr>
          <a:xfrm>
            <a:off x="5215720" y="-34825"/>
            <a:ext cx="3928399" cy="4865413"/>
          </a:xfrm>
          <a:custGeom>
            <a:rect b="b" l="l" r="r" t="t"/>
            <a:pathLst>
              <a:path extrusionOk="0" h="117978" w="95257">
                <a:moveTo>
                  <a:pt x="1" y="0"/>
                </a:moveTo>
                <a:cubicBezTo>
                  <a:pt x="6" y="16"/>
                  <a:pt x="7" y="33"/>
                  <a:pt x="10" y="50"/>
                </a:cubicBezTo>
                <a:cubicBezTo>
                  <a:pt x="15" y="66"/>
                  <a:pt x="22" y="85"/>
                  <a:pt x="26" y="103"/>
                </a:cubicBezTo>
                <a:cubicBezTo>
                  <a:pt x="259" y="113"/>
                  <a:pt x="491" y="116"/>
                  <a:pt x="724" y="128"/>
                </a:cubicBezTo>
                <a:cubicBezTo>
                  <a:pt x="16323" y="980"/>
                  <a:pt x="33356" y="8690"/>
                  <a:pt x="37853" y="23652"/>
                </a:cubicBezTo>
                <a:cubicBezTo>
                  <a:pt x="41475" y="35702"/>
                  <a:pt x="36482" y="50528"/>
                  <a:pt x="44575" y="60161"/>
                </a:cubicBezTo>
                <a:cubicBezTo>
                  <a:pt x="53009" y="70205"/>
                  <a:pt x="70274" y="67642"/>
                  <a:pt x="79509" y="76954"/>
                </a:cubicBezTo>
                <a:cubicBezTo>
                  <a:pt x="87937" y="85451"/>
                  <a:pt x="85896" y="99582"/>
                  <a:pt x="90533" y="110614"/>
                </a:cubicBezTo>
                <a:cubicBezTo>
                  <a:pt x="91679" y="113340"/>
                  <a:pt x="93298" y="115808"/>
                  <a:pt x="95256" y="117977"/>
                </a:cubicBezTo>
                <a:lnTo>
                  <a:pt x="95256"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7279224" y="-34825"/>
            <a:ext cx="1864832" cy="2165265"/>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a:off x="724063" y="4793230"/>
            <a:ext cx="17364" cy="37305"/>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 name="Google Shape;40;p3"/>
          <p:cNvGrpSpPr/>
          <p:nvPr/>
        </p:nvGrpSpPr>
        <p:grpSpPr>
          <a:xfrm>
            <a:off x="1118967" y="2567861"/>
            <a:ext cx="1135500" cy="2575749"/>
            <a:chOff x="5599250" y="4194125"/>
            <a:chExt cx="418525" cy="949375"/>
          </a:xfrm>
        </p:grpSpPr>
        <p:sp>
          <p:nvSpPr>
            <p:cNvPr id="41" name="Google Shape;41;p3"/>
            <p:cNvSpPr/>
            <p:nvPr/>
          </p:nvSpPr>
          <p:spPr>
            <a:xfrm flipH="1">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flipH="1">
              <a:off x="570935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 name="Google Shape;43;p3"/>
          <p:cNvGrpSpPr/>
          <p:nvPr/>
        </p:nvGrpSpPr>
        <p:grpSpPr>
          <a:xfrm flipH="1">
            <a:off x="-9385" y="3608740"/>
            <a:ext cx="1544568" cy="1534868"/>
            <a:chOff x="4791175" y="4530525"/>
            <a:chExt cx="569300" cy="565725"/>
          </a:xfrm>
        </p:grpSpPr>
        <p:sp>
          <p:nvSpPr>
            <p:cNvPr id="44" name="Google Shape;44;p3"/>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 name="Google Shape;48;p3"/>
          <p:cNvGrpSpPr/>
          <p:nvPr/>
        </p:nvGrpSpPr>
        <p:grpSpPr>
          <a:xfrm>
            <a:off x="143116" y="4708630"/>
            <a:ext cx="437827" cy="434978"/>
            <a:chOff x="4449850" y="4905150"/>
            <a:chExt cx="161375" cy="160325"/>
          </a:xfrm>
        </p:grpSpPr>
        <p:sp>
          <p:nvSpPr>
            <p:cNvPr id="49" name="Google Shape;49;p3"/>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 name="Google Shape;51;p3"/>
          <p:cNvSpPr/>
          <p:nvPr/>
        </p:nvSpPr>
        <p:spPr>
          <a:xfrm flipH="1">
            <a:off x="1699965" y="4794841"/>
            <a:ext cx="336560" cy="348633"/>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flipH="1">
            <a:off x="1598696" y="4708496"/>
            <a:ext cx="188832" cy="434978"/>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3" name="Shape 53"/>
        <p:cNvGrpSpPr/>
        <p:nvPr/>
      </p:nvGrpSpPr>
      <p:grpSpPr>
        <a:xfrm>
          <a:off x="0" y="0"/>
          <a:ext cx="0" cy="0"/>
          <a:chOff x="0" y="0"/>
          <a:chExt cx="0" cy="0"/>
        </a:xfrm>
      </p:grpSpPr>
      <p:sp>
        <p:nvSpPr>
          <p:cNvPr id="54" name="Google Shape;54;p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55" name="Google Shape;55;p4"/>
          <p:cNvSpPr txBox="1"/>
          <p:nvPr>
            <p:ph idx="1" type="body"/>
          </p:nvPr>
        </p:nvSpPr>
        <p:spPr>
          <a:xfrm>
            <a:off x="713225" y="1514425"/>
            <a:ext cx="4182600" cy="2305200"/>
          </a:xfrm>
          <a:prstGeom prst="rect">
            <a:avLst/>
          </a:prstGeom>
        </p:spPr>
        <p:txBody>
          <a:bodyPr anchorCtr="0" anchor="t" bIns="91425" lIns="91425" spcFirstLastPara="1" rIns="91425" wrap="square" tIns="91425">
            <a:noAutofit/>
          </a:bodyPr>
          <a:lstStyle>
            <a:lvl1pPr indent="-342900" lvl="0" marL="457200">
              <a:lnSpc>
                <a:spcPct val="100000"/>
              </a:lnSpc>
              <a:spcBef>
                <a:spcPts val="0"/>
              </a:spcBef>
              <a:spcAft>
                <a:spcPts val="0"/>
              </a:spcAft>
              <a:buSzPts val="1800"/>
              <a:buChar char="●"/>
              <a:defRPr b="0" sz="1400">
                <a:latin typeface="Archivo Light"/>
                <a:ea typeface="Archivo Light"/>
                <a:cs typeface="Archivo Light"/>
                <a:sym typeface="Archivo Light"/>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56" name="Google Shape;56;p4"/>
          <p:cNvSpPr/>
          <p:nvPr/>
        </p:nvSpPr>
        <p:spPr>
          <a:xfrm>
            <a:off x="4467225" y="-480412"/>
            <a:ext cx="5594202" cy="6104336"/>
          </a:xfrm>
          <a:custGeom>
            <a:rect b="b" l="l" r="r" t="t"/>
            <a:pathLst>
              <a:path extrusionOk="0" h="106981" w="102915">
                <a:moveTo>
                  <a:pt x="48176" y="23563"/>
                </a:moveTo>
                <a:cubicBezTo>
                  <a:pt x="40629" y="30982"/>
                  <a:pt x="27211" y="27127"/>
                  <a:pt x="18351" y="32915"/>
                </a:cubicBezTo>
                <a:cubicBezTo>
                  <a:pt x="12190" y="36939"/>
                  <a:pt x="9654" y="44822"/>
                  <a:pt x="9452" y="52177"/>
                </a:cubicBezTo>
                <a:cubicBezTo>
                  <a:pt x="9250" y="59534"/>
                  <a:pt x="10925" y="66819"/>
                  <a:pt x="11136" y="74174"/>
                </a:cubicBezTo>
                <a:cubicBezTo>
                  <a:pt x="11346" y="81530"/>
                  <a:pt x="9782" y="89484"/>
                  <a:pt x="4380" y="94482"/>
                </a:cubicBezTo>
                <a:cubicBezTo>
                  <a:pt x="2853" y="95893"/>
                  <a:pt x="954" y="97197"/>
                  <a:pt x="505" y="99228"/>
                </a:cubicBezTo>
                <a:cubicBezTo>
                  <a:pt x="0" y="101505"/>
                  <a:pt x="1660" y="103817"/>
                  <a:pt x="3754" y="104845"/>
                </a:cubicBezTo>
                <a:cubicBezTo>
                  <a:pt x="5847" y="105875"/>
                  <a:pt x="8269" y="105926"/>
                  <a:pt x="10602" y="105955"/>
                </a:cubicBezTo>
                <a:lnTo>
                  <a:pt x="84849" y="106922"/>
                </a:lnTo>
                <a:cubicBezTo>
                  <a:pt x="89336" y="106980"/>
                  <a:pt x="94217" y="106911"/>
                  <a:pt x="97734" y="104123"/>
                </a:cubicBezTo>
                <a:cubicBezTo>
                  <a:pt x="102359" y="100458"/>
                  <a:pt x="102760" y="93706"/>
                  <a:pt x="102772" y="87805"/>
                </a:cubicBezTo>
                <a:cubicBezTo>
                  <a:pt x="102816" y="65067"/>
                  <a:pt x="102861" y="42329"/>
                  <a:pt x="102907" y="19591"/>
                </a:cubicBezTo>
                <a:cubicBezTo>
                  <a:pt x="102914" y="15283"/>
                  <a:pt x="102717" y="10461"/>
                  <a:pt x="99606" y="7482"/>
                </a:cubicBezTo>
                <a:cubicBezTo>
                  <a:pt x="97065" y="5048"/>
                  <a:pt x="93287" y="4561"/>
                  <a:pt x="89785" y="4227"/>
                </a:cubicBezTo>
                <a:cubicBezTo>
                  <a:pt x="76794" y="2986"/>
                  <a:pt x="61374" y="0"/>
                  <a:pt x="48448" y="1826"/>
                </a:cubicBezTo>
                <a:cubicBezTo>
                  <a:pt x="51562" y="8814"/>
                  <a:pt x="54737" y="17113"/>
                  <a:pt x="48176" y="23563"/>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 name="Google Shape;57;p4"/>
          <p:cNvGrpSpPr/>
          <p:nvPr/>
        </p:nvGrpSpPr>
        <p:grpSpPr>
          <a:xfrm>
            <a:off x="5072735" y="1285479"/>
            <a:ext cx="4118885" cy="3858017"/>
            <a:chOff x="4755725" y="1390325"/>
            <a:chExt cx="3430975" cy="3213675"/>
          </a:xfrm>
        </p:grpSpPr>
        <p:sp>
          <p:nvSpPr>
            <p:cNvPr id="58" name="Google Shape;58;p4"/>
            <p:cNvSpPr/>
            <p:nvPr/>
          </p:nvSpPr>
          <p:spPr>
            <a:xfrm>
              <a:off x="6284200" y="1659900"/>
              <a:ext cx="309200" cy="309175"/>
            </a:xfrm>
            <a:custGeom>
              <a:rect b="b" l="l" r="r" t="t"/>
              <a:pathLst>
                <a:path extrusionOk="0" h="12367" w="12368">
                  <a:moveTo>
                    <a:pt x="12367" y="6184"/>
                  </a:moveTo>
                  <a:cubicBezTo>
                    <a:pt x="12367" y="7824"/>
                    <a:pt x="11716" y="9396"/>
                    <a:pt x="10556" y="10555"/>
                  </a:cubicBezTo>
                  <a:cubicBezTo>
                    <a:pt x="9396" y="11716"/>
                    <a:pt x="7824" y="12366"/>
                    <a:pt x="6184" y="12366"/>
                  </a:cubicBezTo>
                  <a:cubicBezTo>
                    <a:pt x="4544" y="12366"/>
                    <a:pt x="2971" y="11716"/>
                    <a:pt x="1811" y="10555"/>
                  </a:cubicBezTo>
                  <a:cubicBezTo>
                    <a:pt x="652" y="9396"/>
                    <a:pt x="0" y="7824"/>
                    <a:pt x="0" y="6184"/>
                  </a:cubicBezTo>
                  <a:cubicBezTo>
                    <a:pt x="0" y="4543"/>
                    <a:pt x="652" y="2970"/>
                    <a:pt x="1811" y="1811"/>
                  </a:cubicBezTo>
                  <a:cubicBezTo>
                    <a:pt x="2971" y="651"/>
                    <a:pt x="4544" y="0"/>
                    <a:pt x="6184" y="0"/>
                  </a:cubicBezTo>
                  <a:cubicBezTo>
                    <a:pt x="7824" y="0"/>
                    <a:pt x="9396" y="651"/>
                    <a:pt x="10556" y="1811"/>
                  </a:cubicBezTo>
                  <a:cubicBezTo>
                    <a:pt x="11716" y="2970"/>
                    <a:pt x="12367" y="4543"/>
                    <a:pt x="12367" y="6184"/>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a:off x="6014075" y="2111625"/>
              <a:ext cx="838025" cy="838025"/>
            </a:xfrm>
            <a:custGeom>
              <a:rect b="b" l="l" r="r" t="t"/>
              <a:pathLst>
                <a:path extrusionOk="0" h="33521" w="33521">
                  <a:moveTo>
                    <a:pt x="33520" y="16760"/>
                  </a:moveTo>
                  <a:cubicBezTo>
                    <a:pt x="33520" y="21206"/>
                    <a:pt x="31755" y="25468"/>
                    <a:pt x="28612" y="28612"/>
                  </a:cubicBezTo>
                  <a:cubicBezTo>
                    <a:pt x="25469" y="31755"/>
                    <a:pt x="21205" y="33521"/>
                    <a:pt x="16760" y="33521"/>
                  </a:cubicBezTo>
                  <a:cubicBezTo>
                    <a:pt x="12315" y="33521"/>
                    <a:pt x="8052" y="31755"/>
                    <a:pt x="4909" y="28612"/>
                  </a:cubicBezTo>
                  <a:cubicBezTo>
                    <a:pt x="1766" y="25468"/>
                    <a:pt x="0" y="21206"/>
                    <a:pt x="0" y="16760"/>
                  </a:cubicBezTo>
                  <a:cubicBezTo>
                    <a:pt x="0" y="12316"/>
                    <a:pt x="1766" y="8052"/>
                    <a:pt x="4909" y="4909"/>
                  </a:cubicBezTo>
                  <a:cubicBezTo>
                    <a:pt x="8052" y="1766"/>
                    <a:pt x="12315" y="1"/>
                    <a:pt x="16760" y="1"/>
                  </a:cubicBezTo>
                  <a:cubicBezTo>
                    <a:pt x="21205" y="1"/>
                    <a:pt x="25469" y="1766"/>
                    <a:pt x="28612" y="4909"/>
                  </a:cubicBezTo>
                  <a:cubicBezTo>
                    <a:pt x="31755" y="8052"/>
                    <a:pt x="33520" y="12316"/>
                    <a:pt x="33520" y="1676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a:off x="6245100" y="2342675"/>
              <a:ext cx="375950" cy="375950"/>
            </a:xfrm>
            <a:custGeom>
              <a:rect b="b" l="l" r="r" t="t"/>
              <a:pathLst>
                <a:path extrusionOk="0" h="15038" w="15038">
                  <a:moveTo>
                    <a:pt x="7519" y="0"/>
                  </a:moveTo>
                  <a:lnTo>
                    <a:pt x="1" y="7519"/>
                  </a:lnTo>
                  <a:lnTo>
                    <a:pt x="7519" y="15037"/>
                  </a:lnTo>
                  <a:lnTo>
                    <a:pt x="15038" y="7519"/>
                  </a:lnTo>
                  <a:lnTo>
                    <a:pt x="75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7274575" y="1390325"/>
              <a:ext cx="148975" cy="167450"/>
            </a:xfrm>
            <a:custGeom>
              <a:rect b="b" l="l" r="r" t="t"/>
              <a:pathLst>
                <a:path extrusionOk="0" h="6698" w="5959">
                  <a:moveTo>
                    <a:pt x="1" y="5999"/>
                  </a:moveTo>
                  <a:cubicBezTo>
                    <a:pt x="1" y="5999"/>
                    <a:pt x="687" y="1"/>
                    <a:pt x="4188" y="3343"/>
                  </a:cubicBezTo>
                  <a:cubicBezTo>
                    <a:pt x="5958" y="5031"/>
                    <a:pt x="4533" y="6273"/>
                    <a:pt x="715"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7581350" y="1476400"/>
              <a:ext cx="371375" cy="444325"/>
            </a:xfrm>
            <a:custGeom>
              <a:rect b="b" l="l" r="r" t="t"/>
              <a:pathLst>
                <a:path extrusionOk="0" h="17773" w="14855">
                  <a:moveTo>
                    <a:pt x="5406" y="1"/>
                  </a:moveTo>
                  <a:cubicBezTo>
                    <a:pt x="5389" y="1"/>
                    <a:pt x="5374" y="4"/>
                    <a:pt x="5361" y="11"/>
                  </a:cubicBezTo>
                  <a:cubicBezTo>
                    <a:pt x="5038" y="179"/>
                    <a:pt x="6092" y="1976"/>
                    <a:pt x="6092" y="1976"/>
                  </a:cubicBezTo>
                  <a:cubicBezTo>
                    <a:pt x="6092" y="1976"/>
                    <a:pt x="5046" y="485"/>
                    <a:pt x="4741" y="485"/>
                  </a:cubicBezTo>
                  <a:cubicBezTo>
                    <a:pt x="4725" y="485"/>
                    <a:pt x="4711" y="489"/>
                    <a:pt x="4700" y="497"/>
                  </a:cubicBezTo>
                  <a:cubicBezTo>
                    <a:pt x="4465" y="667"/>
                    <a:pt x="5314" y="2381"/>
                    <a:pt x="5314" y="2381"/>
                  </a:cubicBezTo>
                  <a:cubicBezTo>
                    <a:pt x="5314" y="2381"/>
                    <a:pt x="4542" y="1248"/>
                    <a:pt x="4272" y="1248"/>
                  </a:cubicBezTo>
                  <a:cubicBezTo>
                    <a:pt x="4259" y="1248"/>
                    <a:pt x="4247" y="1251"/>
                    <a:pt x="4236" y="1257"/>
                  </a:cubicBezTo>
                  <a:cubicBezTo>
                    <a:pt x="3903" y="1439"/>
                    <a:pt x="5385" y="3577"/>
                    <a:pt x="5297" y="3783"/>
                  </a:cubicBezTo>
                  <a:cubicBezTo>
                    <a:pt x="5297" y="3783"/>
                    <a:pt x="4692" y="3423"/>
                    <a:pt x="4432" y="3423"/>
                  </a:cubicBezTo>
                  <a:cubicBezTo>
                    <a:pt x="4368" y="3423"/>
                    <a:pt x="4325" y="3445"/>
                    <a:pt x="4316" y="3498"/>
                  </a:cubicBezTo>
                  <a:cubicBezTo>
                    <a:pt x="4259" y="3849"/>
                    <a:pt x="8408" y="8695"/>
                    <a:pt x="7039" y="10587"/>
                  </a:cubicBezTo>
                  <a:cubicBezTo>
                    <a:pt x="6699" y="11057"/>
                    <a:pt x="5356" y="11176"/>
                    <a:pt x="4079" y="11176"/>
                  </a:cubicBezTo>
                  <a:cubicBezTo>
                    <a:pt x="2761" y="11176"/>
                    <a:pt x="1513" y="11049"/>
                    <a:pt x="1513" y="11049"/>
                  </a:cubicBezTo>
                  <a:lnTo>
                    <a:pt x="1" y="17773"/>
                  </a:lnTo>
                  <a:cubicBezTo>
                    <a:pt x="1" y="17773"/>
                    <a:pt x="10125" y="17707"/>
                    <a:pt x="12162" y="14032"/>
                  </a:cubicBezTo>
                  <a:cubicBezTo>
                    <a:pt x="14855" y="9172"/>
                    <a:pt x="6855" y="450"/>
                    <a:pt x="6570" y="450"/>
                  </a:cubicBezTo>
                  <a:cubicBezTo>
                    <a:pt x="6569" y="450"/>
                    <a:pt x="6569" y="450"/>
                    <a:pt x="6568" y="450"/>
                  </a:cubicBezTo>
                  <a:cubicBezTo>
                    <a:pt x="6191" y="502"/>
                    <a:pt x="6979" y="1775"/>
                    <a:pt x="6979" y="1775"/>
                  </a:cubicBezTo>
                  <a:cubicBezTo>
                    <a:pt x="6979" y="1775"/>
                    <a:pt x="5788" y="1"/>
                    <a:pt x="5406" y="1"/>
                  </a:cubicBez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7225500" y="2989600"/>
              <a:ext cx="183300" cy="161100"/>
            </a:xfrm>
            <a:custGeom>
              <a:rect b="b" l="l" r="r" t="t"/>
              <a:pathLst>
                <a:path extrusionOk="0" h="6444" w="7332">
                  <a:moveTo>
                    <a:pt x="3981" y="0"/>
                  </a:moveTo>
                  <a:lnTo>
                    <a:pt x="1" y="3396"/>
                  </a:lnTo>
                  <a:cubicBezTo>
                    <a:pt x="1" y="3396"/>
                    <a:pt x="2402" y="5767"/>
                    <a:pt x="3304" y="6444"/>
                  </a:cubicBezTo>
                  <a:cubicBezTo>
                    <a:pt x="3304" y="6444"/>
                    <a:pt x="7331" y="5031"/>
                    <a:pt x="6608" y="2496"/>
                  </a:cubicBezTo>
                  <a:cubicBezTo>
                    <a:pt x="6608" y="2496"/>
                    <a:pt x="5204" y="1512"/>
                    <a:pt x="3981" y="0"/>
                  </a:cubicBez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7242950" y="3044175"/>
              <a:ext cx="235275" cy="285750"/>
            </a:xfrm>
            <a:custGeom>
              <a:rect b="b" l="l" r="r" t="t"/>
              <a:pathLst>
                <a:path extrusionOk="0" h="11430" w="9411">
                  <a:moveTo>
                    <a:pt x="5817" y="110"/>
                  </a:moveTo>
                  <a:cubicBezTo>
                    <a:pt x="5450" y="205"/>
                    <a:pt x="5858" y="1077"/>
                    <a:pt x="4718" y="2149"/>
                  </a:cubicBezTo>
                  <a:cubicBezTo>
                    <a:pt x="3893" y="2925"/>
                    <a:pt x="2270" y="3574"/>
                    <a:pt x="2041" y="3715"/>
                  </a:cubicBezTo>
                  <a:cubicBezTo>
                    <a:pt x="1545" y="4022"/>
                    <a:pt x="1" y="10472"/>
                    <a:pt x="724" y="10986"/>
                  </a:cubicBezTo>
                  <a:cubicBezTo>
                    <a:pt x="1351" y="11429"/>
                    <a:pt x="9410" y="3601"/>
                    <a:pt x="8918" y="2531"/>
                  </a:cubicBezTo>
                  <a:cubicBezTo>
                    <a:pt x="8550" y="1730"/>
                    <a:pt x="6241" y="1"/>
                    <a:pt x="5817" y="11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7918150" y="2972250"/>
              <a:ext cx="198800" cy="172500"/>
            </a:xfrm>
            <a:custGeom>
              <a:rect b="b" l="l" r="r" t="t"/>
              <a:pathLst>
                <a:path extrusionOk="0" h="6900" w="7952">
                  <a:moveTo>
                    <a:pt x="3341" y="0"/>
                  </a:moveTo>
                  <a:lnTo>
                    <a:pt x="1" y="4036"/>
                  </a:lnTo>
                  <a:cubicBezTo>
                    <a:pt x="1" y="4036"/>
                    <a:pt x="2942" y="6419"/>
                    <a:pt x="5140" y="6900"/>
                  </a:cubicBezTo>
                  <a:cubicBezTo>
                    <a:pt x="5140" y="6900"/>
                    <a:pt x="7951" y="3688"/>
                    <a:pt x="6074" y="1837"/>
                  </a:cubicBezTo>
                  <a:cubicBezTo>
                    <a:pt x="6074" y="1837"/>
                    <a:pt x="4762" y="1158"/>
                    <a:pt x="3341" y="0"/>
                  </a:cubicBez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8020600" y="3007300"/>
              <a:ext cx="166100" cy="308925"/>
            </a:xfrm>
            <a:custGeom>
              <a:rect b="b" l="l" r="r" t="t"/>
              <a:pathLst>
                <a:path extrusionOk="0" h="12357" w="6644">
                  <a:moveTo>
                    <a:pt x="1796" y="303"/>
                  </a:moveTo>
                  <a:cubicBezTo>
                    <a:pt x="1523" y="567"/>
                    <a:pt x="2308" y="1125"/>
                    <a:pt x="1843" y="2619"/>
                  </a:cubicBezTo>
                  <a:cubicBezTo>
                    <a:pt x="1505" y="3701"/>
                    <a:pt x="412" y="5063"/>
                    <a:pt x="282" y="5299"/>
                  </a:cubicBezTo>
                  <a:cubicBezTo>
                    <a:pt x="1" y="5810"/>
                    <a:pt x="1829" y="12186"/>
                    <a:pt x="2713" y="12278"/>
                  </a:cubicBezTo>
                  <a:cubicBezTo>
                    <a:pt x="3476" y="12356"/>
                    <a:pt x="6643" y="1576"/>
                    <a:pt x="5687" y="886"/>
                  </a:cubicBezTo>
                  <a:cubicBezTo>
                    <a:pt x="4972" y="371"/>
                    <a:pt x="2111" y="0"/>
                    <a:pt x="1796" y="30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a:off x="6978250" y="2243500"/>
              <a:ext cx="1072900" cy="884925"/>
            </a:xfrm>
            <a:custGeom>
              <a:rect b="b" l="l" r="r" t="t"/>
              <a:pathLst>
                <a:path extrusionOk="0" h="35397" w="42916">
                  <a:moveTo>
                    <a:pt x="26718" y="1"/>
                  </a:moveTo>
                  <a:lnTo>
                    <a:pt x="9066" y="4780"/>
                  </a:lnTo>
                  <a:cubicBezTo>
                    <a:pt x="9066" y="4780"/>
                    <a:pt x="1" y="9645"/>
                    <a:pt x="163" y="17836"/>
                  </a:cubicBezTo>
                  <a:cubicBezTo>
                    <a:pt x="304" y="25027"/>
                    <a:pt x="9701" y="34579"/>
                    <a:pt x="10808" y="35054"/>
                  </a:cubicBezTo>
                  <a:cubicBezTo>
                    <a:pt x="10808" y="35054"/>
                    <a:pt x="13297" y="34333"/>
                    <a:pt x="15295" y="31024"/>
                  </a:cubicBezTo>
                  <a:cubicBezTo>
                    <a:pt x="15295" y="31024"/>
                    <a:pt x="10634" y="22465"/>
                    <a:pt x="11002" y="18862"/>
                  </a:cubicBezTo>
                  <a:cubicBezTo>
                    <a:pt x="11627" y="12753"/>
                    <a:pt x="18710" y="10685"/>
                    <a:pt x="18710" y="10685"/>
                  </a:cubicBezTo>
                  <a:cubicBezTo>
                    <a:pt x="18710" y="10685"/>
                    <a:pt x="22669" y="25778"/>
                    <a:pt x="38617" y="35397"/>
                  </a:cubicBezTo>
                  <a:cubicBezTo>
                    <a:pt x="38617" y="35397"/>
                    <a:pt x="42114" y="33239"/>
                    <a:pt x="42916" y="29786"/>
                  </a:cubicBezTo>
                  <a:cubicBezTo>
                    <a:pt x="42916" y="29786"/>
                    <a:pt x="35348" y="22454"/>
                    <a:pt x="33194" y="17670"/>
                  </a:cubicBezTo>
                  <a:cubicBezTo>
                    <a:pt x="30405" y="11471"/>
                    <a:pt x="32176" y="9945"/>
                    <a:pt x="29861" y="4702"/>
                  </a:cubicBezTo>
                  <a:cubicBezTo>
                    <a:pt x="28470" y="1555"/>
                    <a:pt x="26718" y="1"/>
                    <a:pt x="26718"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a:off x="6524950" y="1848925"/>
              <a:ext cx="598350" cy="188975"/>
            </a:xfrm>
            <a:custGeom>
              <a:rect b="b" l="l" r="r" t="t"/>
              <a:pathLst>
                <a:path extrusionOk="0" h="7559" w="23934">
                  <a:moveTo>
                    <a:pt x="3488" y="1"/>
                  </a:moveTo>
                  <a:cubicBezTo>
                    <a:pt x="3463" y="1"/>
                    <a:pt x="3444" y="5"/>
                    <a:pt x="3431" y="15"/>
                  </a:cubicBezTo>
                  <a:cubicBezTo>
                    <a:pt x="3206" y="173"/>
                    <a:pt x="3848" y="946"/>
                    <a:pt x="3848" y="946"/>
                  </a:cubicBezTo>
                  <a:cubicBezTo>
                    <a:pt x="3839" y="952"/>
                    <a:pt x="3825" y="954"/>
                    <a:pt x="3807" y="954"/>
                  </a:cubicBezTo>
                  <a:cubicBezTo>
                    <a:pt x="3494" y="954"/>
                    <a:pt x="1882" y="178"/>
                    <a:pt x="1358" y="178"/>
                  </a:cubicBezTo>
                  <a:cubicBezTo>
                    <a:pt x="1273" y="178"/>
                    <a:pt x="1217" y="198"/>
                    <a:pt x="1199" y="245"/>
                  </a:cubicBezTo>
                  <a:cubicBezTo>
                    <a:pt x="1107" y="487"/>
                    <a:pt x="2462" y="1158"/>
                    <a:pt x="2462" y="1158"/>
                  </a:cubicBezTo>
                  <a:cubicBezTo>
                    <a:pt x="2462" y="1158"/>
                    <a:pt x="1225" y="747"/>
                    <a:pt x="718" y="747"/>
                  </a:cubicBezTo>
                  <a:cubicBezTo>
                    <a:pt x="610" y="747"/>
                    <a:pt x="535" y="765"/>
                    <a:pt x="512" y="810"/>
                  </a:cubicBezTo>
                  <a:cubicBezTo>
                    <a:pt x="377" y="1067"/>
                    <a:pt x="2168" y="1983"/>
                    <a:pt x="2168" y="1983"/>
                  </a:cubicBezTo>
                  <a:cubicBezTo>
                    <a:pt x="2168" y="1983"/>
                    <a:pt x="866" y="1446"/>
                    <a:pt x="336" y="1446"/>
                  </a:cubicBezTo>
                  <a:cubicBezTo>
                    <a:pt x="221" y="1446"/>
                    <a:pt x="143" y="1471"/>
                    <a:pt x="121" y="1532"/>
                  </a:cubicBezTo>
                  <a:cubicBezTo>
                    <a:pt x="0" y="1874"/>
                    <a:pt x="2093" y="2891"/>
                    <a:pt x="2093" y="2891"/>
                  </a:cubicBezTo>
                  <a:cubicBezTo>
                    <a:pt x="2093" y="2891"/>
                    <a:pt x="1300" y="2541"/>
                    <a:pt x="921" y="2541"/>
                  </a:cubicBezTo>
                  <a:cubicBezTo>
                    <a:pt x="802" y="2541"/>
                    <a:pt x="723" y="2576"/>
                    <a:pt x="724" y="2667"/>
                  </a:cubicBezTo>
                  <a:cubicBezTo>
                    <a:pt x="725" y="2924"/>
                    <a:pt x="4572" y="4774"/>
                    <a:pt x="7840" y="5812"/>
                  </a:cubicBezTo>
                  <a:cubicBezTo>
                    <a:pt x="12143" y="7178"/>
                    <a:pt x="15789" y="7558"/>
                    <a:pt x="18517" y="7558"/>
                  </a:cubicBezTo>
                  <a:cubicBezTo>
                    <a:pt x="21954" y="7558"/>
                    <a:pt x="23933" y="6955"/>
                    <a:pt x="23933" y="6955"/>
                  </a:cubicBezTo>
                  <a:lnTo>
                    <a:pt x="21101" y="435"/>
                  </a:lnTo>
                  <a:cubicBezTo>
                    <a:pt x="21101" y="435"/>
                    <a:pt x="17802" y="1603"/>
                    <a:pt x="13001" y="1603"/>
                  </a:cubicBezTo>
                  <a:cubicBezTo>
                    <a:pt x="12095" y="1603"/>
                    <a:pt x="11136" y="1561"/>
                    <a:pt x="10135" y="1463"/>
                  </a:cubicBezTo>
                  <a:cubicBezTo>
                    <a:pt x="5538" y="1009"/>
                    <a:pt x="3856" y="1"/>
                    <a:pt x="3488" y="1"/>
                  </a:cubicBez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4"/>
            <p:cNvSpPr/>
            <p:nvPr/>
          </p:nvSpPr>
          <p:spPr>
            <a:xfrm>
              <a:off x="6963400" y="1735375"/>
              <a:ext cx="702150" cy="651800"/>
            </a:xfrm>
            <a:custGeom>
              <a:rect b="b" l="l" r="r" t="t"/>
              <a:pathLst>
                <a:path extrusionOk="0" h="26072" w="28086">
                  <a:moveTo>
                    <a:pt x="1449" y="12566"/>
                  </a:moveTo>
                  <a:cubicBezTo>
                    <a:pt x="3141" y="12655"/>
                    <a:pt x="4885" y="12627"/>
                    <a:pt x="6629" y="12432"/>
                  </a:cubicBezTo>
                  <a:cubicBezTo>
                    <a:pt x="6629" y="12432"/>
                    <a:pt x="7359" y="18533"/>
                    <a:pt x="9660" y="25105"/>
                  </a:cubicBezTo>
                  <a:cubicBezTo>
                    <a:pt x="11171" y="26071"/>
                    <a:pt x="21488" y="25996"/>
                    <a:pt x="28086" y="20562"/>
                  </a:cubicBezTo>
                  <a:cubicBezTo>
                    <a:pt x="24406" y="14254"/>
                    <a:pt x="24046" y="8195"/>
                    <a:pt x="24046" y="8195"/>
                  </a:cubicBezTo>
                  <a:cubicBezTo>
                    <a:pt x="24756" y="8110"/>
                    <a:pt x="26100" y="8158"/>
                    <a:pt x="26100" y="8158"/>
                  </a:cubicBezTo>
                  <a:cubicBezTo>
                    <a:pt x="27318" y="4657"/>
                    <a:pt x="27335" y="382"/>
                    <a:pt x="27335" y="382"/>
                  </a:cubicBezTo>
                  <a:cubicBezTo>
                    <a:pt x="27335" y="382"/>
                    <a:pt x="24481" y="1"/>
                    <a:pt x="21595" y="153"/>
                  </a:cubicBezTo>
                  <a:cubicBezTo>
                    <a:pt x="15849" y="456"/>
                    <a:pt x="14117" y="1347"/>
                    <a:pt x="5059" y="3815"/>
                  </a:cubicBezTo>
                  <a:cubicBezTo>
                    <a:pt x="2863" y="4414"/>
                    <a:pt x="412" y="4737"/>
                    <a:pt x="412" y="4737"/>
                  </a:cubicBezTo>
                  <a:cubicBezTo>
                    <a:pt x="412" y="4737"/>
                    <a:pt x="0" y="9212"/>
                    <a:pt x="1449" y="12566"/>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a:off x="7113000" y="1596100"/>
              <a:ext cx="212225" cy="233875"/>
            </a:xfrm>
            <a:custGeom>
              <a:rect b="b" l="l" r="r" t="t"/>
              <a:pathLst>
                <a:path extrusionOk="0" h="9355" w="8489">
                  <a:moveTo>
                    <a:pt x="3483" y="1"/>
                  </a:moveTo>
                  <a:cubicBezTo>
                    <a:pt x="1943" y="1"/>
                    <a:pt x="576" y="587"/>
                    <a:pt x="576" y="587"/>
                  </a:cubicBezTo>
                  <a:cubicBezTo>
                    <a:pt x="576" y="587"/>
                    <a:pt x="381" y="1974"/>
                    <a:pt x="510" y="2852"/>
                  </a:cubicBezTo>
                  <a:cubicBezTo>
                    <a:pt x="510" y="2852"/>
                    <a:pt x="0" y="3158"/>
                    <a:pt x="46" y="3318"/>
                  </a:cubicBezTo>
                  <a:cubicBezTo>
                    <a:pt x="95" y="3483"/>
                    <a:pt x="595" y="3832"/>
                    <a:pt x="595" y="3832"/>
                  </a:cubicBezTo>
                  <a:cubicBezTo>
                    <a:pt x="595" y="3832"/>
                    <a:pt x="1236" y="5688"/>
                    <a:pt x="1822" y="6042"/>
                  </a:cubicBezTo>
                  <a:cubicBezTo>
                    <a:pt x="2003" y="6151"/>
                    <a:pt x="2177" y="6188"/>
                    <a:pt x="2348" y="6188"/>
                  </a:cubicBezTo>
                  <a:cubicBezTo>
                    <a:pt x="2691" y="6188"/>
                    <a:pt x="3026" y="6039"/>
                    <a:pt x="3394" y="6026"/>
                  </a:cubicBezTo>
                  <a:lnTo>
                    <a:pt x="3681" y="8149"/>
                  </a:lnTo>
                  <a:cubicBezTo>
                    <a:pt x="4625" y="9030"/>
                    <a:pt x="5405" y="9355"/>
                    <a:pt x="6041" y="9355"/>
                  </a:cubicBezTo>
                  <a:cubicBezTo>
                    <a:pt x="7835" y="9355"/>
                    <a:pt x="8489" y="6768"/>
                    <a:pt x="8489" y="6768"/>
                  </a:cubicBezTo>
                  <a:cubicBezTo>
                    <a:pt x="8043" y="5856"/>
                    <a:pt x="7204" y="4016"/>
                    <a:pt x="7204" y="4016"/>
                  </a:cubicBezTo>
                  <a:cubicBezTo>
                    <a:pt x="7204" y="4016"/>
                    <a:pt x="7840" y="1821"/>
                    <a:pt x="5720" y="555"/>
                  </a:cubicBezTo>
                  <a:cubicBezTo>
                    <a:pt x="5026" y="140"/>
                    <a:pt x="4233" y="1"/>
                    <a:pt x="3483" y="1"/>
                  </a:cubicBez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a:off x="7103475" y="1481100"/>
              <a:ext cx="246950" cy="228375"/>
            </a:xfrm>
            <a:custGeom>
              <a:rect b="b" l="l" r="r" t="t"/>
              <a:pathLst>
                <a:path extrusionOk="0" h="9135" w="9878">
                  <a:moveTo>
                    <a:pt x="6416" y="1196"/>
                  </a:moveTo>
                  <a:cubicBezTo>
                    <a:pt x="3507" y="0"/>
                    <a:pt x="1" y="2338"/>
                    <a:pt x="795" y="4921"/>
                  </a:cubicBezTo>
                  <a:cubicBezTo>
                    <a:pt x="1017" y="5644"/>
                    <a:pt x="2385" y="7137"/>
                    <a:pt x="4271" y="7296"/>
                  </a:cubicBezTo>
                  <a:cubicBezTo>
                    <a:pt x="5174" y="7373"/>
                    <a:pt x="4988" y="6359"/>
                    <a:pt x="4988" y="6359"/>
                  </a:cubicBezTo>
                  <a:cubicBezTo>
                    <a:pt x="4988" y="6359"/>
                    <a:pt x="5556" y="5813"/>
                    <a:pt x="6046" y="6560"/>
                  </a:cubicBezTo>
                  <a:cubicBezTo>
                    <a:pt x="6420" y="7129"/>
                    <a:pt x="5879" y="7902"/>
                    <a:pt x="5879" y="7902"/>
                  </a:cubicBezTo>
                  <a:cubicBezTo>
                    <a:pt x="6598" y="8861"/>
                    <a:pt x="7532" y="9134"/>
                    <a:pt x="8619" y="7746"/>
                  </a:cubicBezTo>
                  <a:cubicBezTo>
                    <a:pt x="9707" y="6357"/>
                    <a:pt x="9878" y="2620"/>
                    <a:pt x="6416" y="11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a:off x="4823275" y="4062375"/>
              <a:ext cx="191925" cy="175450"/>
            </a:xfrm>
            <a:custGeom>
              <a:rect b="b" l="l" r="r" t="t"/>
              <a:pathLst>
                <a:path extrusionOk="0" h="7018" w="7677">
                  <a:moveTo>
                    <a:pt x="4903" y="1"/>
                  </a:moveTo>
                  <a:cubicBezTo>
                    <a:pt x="3125" y="1690"/>
                    <a:pt x="1609" y="2312"/>
                    <a:pt x="1609" y="2312"/>
                  </a:cubicBezTo>
                  <a:cubicBezTo>
                    <a:pt x="0" y="4231"/>
                    <a:pt x="2947" y="7017"/>
                    <a:pt x="2947" y="7017"/>
                  </a:cubicBezTo>
                  <a:cubicBezTo>
                    <a:pt x="4627" y="6466"/>
                    <a:pt x="7676" y="4139"/>
                    <a:pt x="7676" y="4139"/>
                  </a:cubicBezTo>
                  <a:lnTo>
                    <a:pt x="4903" y="1"/>
                  </a:ln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a:off x="4755725" y="4110175"/>
              <a:ext cx="166575" cy="295325"/>
            </a:xfrm>
            <a:custGeom>
              <a:rect b="b" l="l" r="r" t="t"/>
              <a:pathLst>
                <a:path extrusionOk="0" h="11813" w="6663">
                  <a:moveTo>
                    <a:pt x="4471" y="260"/>
                  </a:moveTo>
                  <a:cubicBezTo>
                    <a:pt x="4753" y="484"/>
                    <a:pt x="4060" y="1083"/>
                    <a:pt x="4635" y="2455"/>
                  </a:cubicBezTo>
                  <a:cubicBezTo>
                    <a:pt x="5050" y="3448"/>
                    <a:pt x="6206" y="4640"/>
                    <a:pt x="6351" y="4850"/>
                  </a:cubicBezTo>
                  <a:cubicBezTo>
                    <a:pt x="6663" y="5309"/>
                    <a:pt x="5504" y="11504"/>
                    <a:pt x="4677" y="11669"/>
                  </a:cubicBezTo>
                  <a:cubicBezTo>
                    <a:pt x="3962" y="11812"/>
                    <a:pt x="1" y="1898"/>
                    <a:pt x="843" y="1159"/>
                  </a:cubicBezTo>
                  <a:cubicBezTo>
                    <a:pt x="1473" y="607"/>
                    <a:pt x="4146" y="0"/>
                    <a:pt x="4471" y="26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a:off x="5328800" y="4249075"/>
              <a:ext cx="184025" cy="182125"/>
            </a:xfrm>
            <a:custGeom>
              <a:rect b="b" l="l" r="r" t="t"/>
              <a:pathLst>
                <a:path extrusionOk="0" h="7285" w="7361">
                  <a:moveTo>
                    <a:pt x="3564" y="0"/>
                  </a:moveTo>
                  <a:cubicBezTo>
                    <a:pt x="2314" y="2111"/>
                    <a:pt x="1026" y="3121"/>
                    <a:pt x="1026" y="3121"/>
                  </a:cubicBezTo>
                  <a:cubicBezTo>
                    <a:pt x="1" y="5407"/>
                    <a:pt x="3596" y="7284"/>
                    <a:pt x="3596" y="7284"/>
                  </a:cubicBezTo>
                  <a:cubicBezTo>
                    <a:pt x="5062" y="6295"/>
                    <a:pt x="7361" y="3226"/>
                    <a:pt x="7361" y="3226"/>
                  </a:cubicBezTo>
                  <a:lnTo>
                    <a:pt x="3564" y="0"/>
                  </a:ln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5260925" y="4318625"/>
              <a:ext cx="197900" cy="285375"/>
            </a:xfrm>
            <a:custGeom>
              <a:rect b="b" l="l" r="r" t="t"/>
              <a:pathLst>
                <a:path extrusionOk="0" h="11415" w="7916">
                  <a:moveTo>
                    <a:pt x="3856" y="162"/>
                  </a:moveTo>
                  <a:cubicBezTo>
                    <a:pt x="4188" y="301"/>
                    <a:pt x="3685" y="1065"/>
                    <a:pt x="4613" y="2229"/>
                  </a:cubicBezTo>
                  <a:cubicBezTo>
                    <a:pt x="5283" y="3071"/>
                    <a:pt x="6720" y="3901"/>
                    <a:pt x="6916" y="4066"/>
                  </a:cubicBezTo>
                  <a:cubicBezTo>
                    <a:pt x="7341" y="4422"/>
                    <a:pt x="7916" y="10698"/>
                    <a:pt x="7165" y="11083"/>
                  </a:cubicBezTo>
                  <a:cubicBezTo>
                    <a:pt x="6516" y="11415"/>
                    <a:pt x="1" y="2956"/>
                    <a:pt x="610" y="2016"/>
                  </a:cubicBezTo>
                  <a:cubicBezTo>
                    <a:pt x="1066" y="1313"/>
                    <a:pt x="3472" y="1"/>
                    <a:pt x="3856" y="16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a:off x="4906675" y="3329925"/>
              <a:ext cx="1056325" cy="1040150"/>
            </a:xfrm>
            <a:custGeom>
              <a:rect b="b" l="l" r="r" t="t"/>
              <a:pathLst>
                <a:path extrusionOk="0" h="41606" w="42253">
                  <a:moveTo>
                    <a:pt x="19680" y="0"/>
                  </a:moveTo>
                  <a:lnTo>
                    <a:pt x="37538" y="4942"/>
                  </a:lnTo>
                  <a:cubicBezTo>
                    <a:pt x="37538" y="4942"/>
                    <a:pt x="42253" y="24422"/>
                    <a:pt x="23650" y="41605"/>
                  </a:cubicBezTo>
                  <a:cubicBezTo>
                    <a:pt x="23650" y="41605"/>
                    <a:pt x="20259" y="40620"/>
                    <a:pt x="18531" y="38741"/>
                  </a:cubicBezTo>
                  <a:cubicBezTo>
                    <a:pt x="18531" y="38741"/>
                    <a:pt x="28170" y="23868"/>
                    <a:pt x="27538" y="9236"/>
                  </a:cubicBezTo>
                  <a:cubicBezTo>
                    <a:pt x="27538" y="9236"/>
                    <a:pt x="21914" y="24786"/>
                    <a:pt x="3889" y="35072"/>
                  </a:cubicBezTo>
                  <a:cubicBezTo>
                    <a:pt x="3889" y="35072"/>
                    <a:pt x="769" y="32560"/>
                    <a:pt x="1" y="30273"/>
                  </a:cubicBezTo>
                  <a:cubicBezTo>
                    <a:pt x="1" y="30273"/>
                    <a:pt x="10870" y="18252"/>
                    <a:pt x="15023" y="7324"/>
                  </a:cubicBezTo>
                  <a:cubicBezTo>
                    <a:pt x="16893" y="2404"/>
                    <a:pt x="19680" y="0"/>
                    <a:pt x="19680"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5048250" y="2867875"/>
              <a:ext cx="414200" cy="443800"/>
            </a:xfrm>
            <a:custGeom>
              <a:rect b="b" l="l" r="r" t="t"/>
              <a:pathLst>
                <a:path extrusionOk="0" h="17752" w="16568">
                  <a:moveTo>
                    <a:pt x="14959" y="0"/>
                  </a:moveTo>
                  <a:cubicBezTo>
                    <a:pt x="14959" y="0"/>
                    <a:pt x="9299" y="1785"/>
                    <a:pt x="3723" y="9711"/>
                  </a:cubicBezTo>
                  <a:cubicBezTo>
                    <a:pt x="1847" y="12375"/>
                    <a:pt x="0" y="15988"/>
                    <a:pt x="148" y="16182"/>
                  </a:cubicBezTo>
                  <a:cubicBezTo>
                    <a:pt x="171" y="16212"/>
                    <a:pt x="199" y="16225"/>
                    <a:pt x="230" y="16225"/>
                  </a:cubicBezTo>
                  <a:cubicBezTo>
                    <a:pt x="502" y="16225"/>
                    <a:pt x="1056" y="15225"/>
                    <a:pt x="1056" y="15225"/>
                  </a:cubicBezTo>
                  <a:lnTo>
                    <a:pt x="1056" y="15225"/>
                  </a:lnTo>
                  <a:cubicBezTo>
                    <a:pt x="1056" y="15225"/>
                    <a:pt x="57" y="17198"/>
                    <a:pt x="346" y="17386"/>
                  </a:cubicBezTo>
                  <a:cubicBezTo>
                    <a:pt x="361" y="17396"/>
                    <a:pt x="378" y="17401"/>
                    <a:pt x="397" y="17401"/>
                  </a:cubicBezTo>
                  <a:cubicBezTo>
                    <a:pt x="737" y="17401"/>
                    <a:pt x="1634" y="15869"/>
                    <a:pt x="1634" y="15869"/>
                  </a:cubicBezTo>
                  <a:lnTo>
                    <a:pt x="1634" y="15869"/>
                  </a:lnTo>
                  <a:cubicBezTo>
                    <a:pt x="1634" y="15869"/>
                    <a:pt x="807" y="17591"/>
                    <a:pt x="1056" y="17708"/>
                  </a:cubicBezTo>
                  <a:cubicBezTo>
                    <a:pt x="1065" y="17713"/>
                    <a:pt x="1076" y="17715"/>
                    <a:pt x="1087" y="17715"/>
                  </a:cubicBezTo>
                  <a:cubicBezTo>
                    <a:pt x="1380" y="17715"/>
                    <a:pt x="2329" y="16323"/>
                    <a:pt x="2330" y="16323"/>
                  </a:cubicBezTo>
                  <a:lnTo>
                    <a:pt x="2330" y="16323"/>
                  </a:lnTo>
                  <a:cubicBezTo>
                    <a:pt x="2330" y="16323"/>
                    <a:pt x="1691" y="17610"/>
                    <a:pt x="1901" y="17740"/>
                  </a:cubicBezTo>
                  <a:cubicBezTo>
                    <a:pt x="1913" y="17748"/>
                    <a:pt x="1927" y="17752"/>
                    <a:pt x="1942" y="17752"/>
                  </a:cubicBezTo>
                  <a:cubicBezTo>
                    <a:pt x="2294" y="17752"/>
                    <a:pt x="3299" y="15708"/>
                    <a:pt x="3500" y="15686"/>
                  </a:cubicBezTo>
                  <a:lnTo>
                    <a:pt x="3500" y="15686"/>
                  </a:lnTo>
                  <a:cubicBezTo>
                    <a:pt x="3500" y="15686"/>
                    <a:pt x="3460" y="16631"/>
                    <a:pt x="3716" y="16631"/>
                  </a:cubicBezTo>
                  <a:cubicBezTo>
                    <a:pt x="3718" y="16631"/>
                    <a:pt x="3719" y="16631"/>
                    <a:pt x="3720" y="16631"/>
                  </a:cubicBezTo>
                  <a:cubicBezTo>
                    <a:pt x="3968" y="16622"/>
                    <a:pt x="4428" y="14761"/>
                    <a:pt x="7859" y="11574"/>
                  </a:cubicBezTo>
                  <a:cubicBezTo>
                    <a:pt x="12269" y="7476"/>
                    <a:pt x="16567" y="6560"/>
                    <a:pt x="16567" y="6560"/>
                  </a:cubicBezTo>
                  <a:lnTo>
                    <a:pt x="14959" y="0"/>
                  </a:ln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a:off x="5944475" y="2924750"/>
              <a:ext cx="577850" cy="185700"/>
            </a:xfrm>
            <a:custGeom>
              <a:rect b="b" l="l" r="r" t="t"/>
              <a:pathLst>
                <a:path extrusionOk="0" h="7428" w="23114">
                  <a:moveTo>
                    <a:pt x="19777" y="0"/>
                  </a:moveTo>
                  <a:cubicBezTo>
                    <a:pt x="19433" y="0"/>
                    <a:pt x="17853" y="986"/>
                    <a:pt x="13478" y="1486"/>
                  </a:cubicBezTo>
                  <a:cubicBezTo>
                    <a:pt x="12335" y="1616"/>
                    <a:pt x="11230" y="1669"/>
                    <a:pt x="10193" y="1669"/>
                  </a:cubicBezTo>
                  <a:cubicBezTo>
                    <a:pt x="5802" y="1669"/>
                    <a:pt x="2598" y="726"/>
                    <a:pt x="2598" y="726"/>
                  </a:cubicBezTo>
                  <a:lnTo>
                    <a:pt x="1" y="6961"/>
                  </a:lnTo>
                  <a:cubicBezTo>
                    <a:pt x="1" y="6961"/>
                    <a:pt x="1798" y="7428"/>
                    <a:pt x="4833" y="7428"/>
                  </a:cubicBezTo>
                  <a:cubicBezTo>
                    <a:pt x="7584" y="7428"/>
                    <a:pt x="11352" y="7045"/>
                    <a:pt x="15722" y="5584"/>
                  </a:cubicBezTo>
                  <a:cubicBezTo>
                    <a:pt x="18812" y="4551"/>
                    <a:pt x="22441" y="2737"/>
                    <a:pt x="22438" y="2494"/>
                  </a:cubicBezTo>
                  <a:cubicBezTo>
                    <a:pt x="22437" y="2409"/>
                    <a:pt x="22365" y="2376"/>
                    <a:pt x="22256" y="2376"/>
                  </a:cubicBezTo>
                  <a:cubicBezTo>
                    <a:pt x="21899" y="2376"/>
                    <a:pt x="21140" y="2725"/>
                    <a:pt x="21140" y="2725"/>
                  </a:cubicBezTo>
                  <a:cubicBezTo>
                    <a:pt x="21140" y="2725"/>
                    <a:pt x="23114" y="1730"/>
                    <a:pt x="22994" y="1406"/>
                  </a:cubicBezTo>
                  <a:cubicBezTo>
                    <a:pt x="22973" y="1351"/>
                    <a:pt x="22902" y="1328"/>
                    <a:pt x="22800" y="1328"/>
                  </a:cubicBezTo>
                  <a:cubicBezTo>
                    <a:pt x="22304" y="1328"/>
                    <a:pt x="21056" y="1864"/>
                    <a:pt x="21056" y="1864"/>
                  </a:cubicBezTo>
                  <a:cubicBezTo>
                    <a:pt x="21056" y="1864"/>
                    <a:pt x="22744" y="967"/>
                    <a:pt x="22613" y="726"/>
                  </a:cubicBezTo>
                  <a:cubicBezTo>
                    <a:pt x="22591" y="685"/>
                    <a:pt x="22524" y="669"/>
                    <a:pt x="22429" y="669"/>
                  </a:cubicBezTo>
                  <a:cubicBezTo>
                    <a:pt x="21954" y="669"/>
                    <a:pt x="20766" y="1084"/>
                    <a:pt x="20766" y="1084"/>
                  </a:cubicBezTo>
                  <a:cubicBezTo>
                    <a:pt x="20766" y="1084"/>
                    <a:pt x="22043" y="428"/>
                    <a:pt x="21951" y="199"/>
                  </a:cubicBezTo>
                  <a:cubicBezTo>
                    <a:pt x="21934" y="156"/>
                    <a:pt x="21883" y="137"/>
                    <a:pt x="21807" y="137"/>
                  </a:cubicBezTo>
                  <a:cubicBezTo>
                    <a:pt x="21316" y="137"/>
                    <a:pt x="19774" y="911"/>
                    <a:pt x="19481" y="911"/>
                  </a:cubicBezTo>
                  <a:cubicBezTo>
                    <a:pt x="19465" y="911"/>
                    <a:pt x="19453" y="908"/>
                    <a:pt x="19445" y="904"/>
                  </a:cubicBezTo>
                  <a:cubicBezTo>
                    <a:pt x="19445" y="904"/>
                    <a:pt x="20043" y="159"/>
                    <a:pt x="19828" y="12"/>
                  </a:cubicBezTo>
                  <a:cubicBezTo>
                    <a:pt x="19816" y="4"/>
                    <a:pt x="19799" y="0"/>
                    <a:pt x="19777" y="0"/>
                  </a:cubicBez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5384350" y="2838975"/>
              <a:ext cx="690650" cy="632750"/>
            </a:xfrm>
            <a:custGeom>
              <a:rect b="b" l="l" r="r" t="t"/>
              <a:pathLst>
                <a:path extrusionOk="0" h="25310" w="27626">
                  <a:moveTo>
                    <a:pt x="6959" y="0"/>
                  </a:moveTo>
                  <a:cubicBezTo>
                    <a:pt x="4226" y="0"/>
                    <a:pt x="430" y="1242"/>
                    <a:pt x="430" y="1242"/>
                  </a:cubicBezTo>
                  <a:cubicBezTo>
                    <a:pt x="990" y="4669"/>
                    <a:pt x="2102" y="7159"/>
                    <a:pt x="2655" y="8344"/>
                  </a:cubicBezTo>
                  <a:cubicBezTo>
                    <a:pt x="3306" y="8054"/>
                    <a:pt x="4326" y="7881"/>
                    <a:pt x="4326" y="7881"/>
                  </a:cubicBezTo>
                  <a:lnTo>
                    <a:pt x="4326" y="7881"/>
                  </a:lnTo>
                  <a:cubicBezTo>
                    <a:pt x="4326" y="7881"/>
                    <a:pt x="3406" y="13696"/>
                    <a:pt x="1" y="19743"/>
                  </a:cubicBezTo>
                  <a:cubicBezTo>
                    <a:pt x="5033" y="23762"/>
                    <a:pt x="12899" y="25309"/>
                    <a:pt x="16650" y="25309"/>
                  </a:cubicBezTo>
                  <a:cubicBezTo>
                    <a:pt x="17630" y="25309"/>
                    <a:pt x="18329" y="25204"/>
                    <a:pt x="18623" y="25009"/>
                  </a:cubicBezTo>
                  <a:cubicBezTo>
                    <a:pt x="20352" y="18177"/>
                    <a:pt x="21754" y="11517"/>
                    <a:pt x="21754" y="11517"/>
                  </a:cubicBezTo>
                  <a:cubicBezTo>
                    <a:pt x="22336" y="11573"/>
                    <a:pt x="22871" y="11595"/>
                    <a:pt x="23389" y="11595"/>
                  </a:cubicBezTo>
                  <a:cubicBezTo>
                    <a:pt x="24350" y="11595"/>
                    <a:pt x="25254" y="11520"/>
                    <a:pt x="26297" y="11450"/>
                  </a:cubicBezTo>
                  <a:cubicBezTo>
                    <a:pt x="27625" y="8242"/>
                    <a:pt x="27415" y="3883"/>
                    <a:pt x="27415" y="3883"/>
                  </a:cubicBezTo>
                  <a:cubicBezTo>
                    <a:pt x="27415" y="3883"/>
                    <a:pt x="24338" y="3512"/>
                    <a:pt x="22122" y="3040"/>
                  </a:cubicBezTo>
                  <a:cubicBezTo>
                    <a:pt x="14917" y="1502"/>
                    <a:pt x="12732" y="211"/>
                    <a:pt x="7269" y="6"/>
                  </a:cubicBezTo>
                  <a:cubicBezTo>
                    <a:pt x="7167" y="2"/>
                    <a:pt x="7064" y="0"/>
                    <a:pt x="6959"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5704025" y="2644600"/>
              <a:ext cx="247650" cy="258825"/>
            </a:xfrm>
            <a:custGeom>
              <a:rect b="b" l="l" r="r" t="t"/>
              <a:pathLst>
                <a:path extrusionOk="0" h="10353" w="9906">
                  <a:moveTo>
                    <a:pt x="5889" y="1"/>
                  </a:moveTo>
                  <a:cubicBezTo>
                    <a:pt x="4563" y="1"/>
                    <a:pt x="3303" y="470"/>
                    <a:pt x="2561" y="1173"/>
                  </a:cubicBezTo>
                  <a:cubicBezTo>
                    <a:pt x="1259" y="2405"/>
                    <a:pt x="1712" y="5179"/>
                    <a:pt x="1712" y="5179"/>
                  </a:cubicBezTo>
                  <a:lnTo>
                    <a:pt x="0" y="8521"/>
                  </a:lnTo>
                  <a:cubicBezTo>
                    <a:pt x="1180" y="9986"/>
                    <a:pt x="2609" y="10352"/>
                    <a:pt x="3743" y="10352"/>
                  </a:cubicBezTo>
                  <a:cubicBezTo>
                    <a:pt x="4874" y="10352"/>
                    <a:pt x="5712" y="9988"/>
                    <a:pt x="5712" y="9988"/>
                  </a:cubicBezTo>
                  <a:lnTo>
                    <a:pt x="5892" y="8258"/>
                  </a:lnTo>
                  <a:cubicBezTo>
                    <a:pt x="5892" y="8258"/>
                    <a:pt x="6027" y="8266"/>
                    <a:pt x="6236" y="8266"/>
                  </a:cubicBezTo>
                  <a:cubicBezTo>
                    <a:pt x="6829" y="8266"/>
                    <a:pt x="8022" y="8208"/>
                    <a:pt x="8440" y="7769"/>
                  </a:cubicBezTo>
                  <a:cubicBezTo>
                    <a:pt x="9146" y="7026"/>
                    <a:pt x="8996" y="5500"/>
                    <a:pt x="8996" y="5500"/>
                  </a:cubicBezTo>
                  <a:cubicBezTo>
                    <a:pt x="8996" y="5500"/>
                    <a:pt x="9906" y="5367"/>
                    <a:pt x="9797" y="4878"/>
                  </a:cubicBezTo>
                  <a:cubicBezTo>
                    <a:pt x="9691" y="4390"/>
                    <a:pt x="9153" y="3905"/>
                    <a:pt x="9153" y="3905"/>
                  </a:cubicBezTo>
                  <a:cubicBezTo>
                    <a:pt x="9103" y="2891"/>
                    <a:pt x="8801" y="903"/>
                    <a:pt x="8801" y="903"/>
                  </a:cubicBezTo>
                  <a:cubicBezTo>
                    <a:pt x="7923" y="268"/>
                    <a:pt x="6887" y="1"/>
                    <a:pt x="5889" y="1"/>
                  </a:cubicBezTo>
                  <a:close/>
                </a:path>
              </a:pathLst>
            </a:custGeom>
            <a:solidFill>
              <a:srgbClr val="FFA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5716000" y="2577000"/>
              <a:ext cx="299650" cy="210950"/>
            </a:xfrm>
            <a:custGeom>
              <a:rect b="b" l="l" r="r" t="t"/>
              <a:pathLst>
                <a:path extrusionOk="0" h="8438" w="11986">
                  <a:moveTo>
                    <a:pt x="6700" y="0"/>
                  </a:moveTo>
                  <a:cubicBezTo>
                    <a:pt x="5773" y="0"/>
                    <a:pt x="3861" y="1190"/>
                    <a:pt x="3861" y="1190"/>
                  </a:cubicBezTo>
                  <a:cubicBezTo>
                    <a:pt x="3861" y="1190"/>
                    <a:pt x="4482" y="495"/>
                    <a:pt x="3840" y="161"/>
                  </a:cubicBezTo>
                  <a:cubicBezTo>
                    <a:pt x="3794" y="138"/>
                    <a:pt x="3740" y="126"/>
                    <a:pt x="3680" y="126"/>
                  </a:cubicBezTo>
                  <a:cubicBezTo>
                    <a:pt x="2887" y="126"/>
                    <a:pt x="910" y="2069"/>
                    <a:pt x="532" y="3783"/>
                  </a:cubicBezTo>
                  <a:cubicBezTo>
                    <a:pt x="1" y="6194"/>
                    <a:pt x="629" y="7868"/>
                    <a:pt x="629" y="7868"/>
                  </a:cubicBezTo>
                  <a:cubicBezTo>
                    <a:pt x="919" y="8240"/>
                    <a:pt x="1405" y="8437"/>
                    <a:pt x="1906" y="8437"/>
                  </a:cubicBezTo>
                  <a:cubicBezTo>
                    <a:pt x="2044" y="8437"/>
                    <a:pt x="2183" y="8422"/>
                    <a:pt x="2320" y="8392"/>
                  </a:cubicBezTo>
                  <a:cubicBezTo>
                    <a:pt x="2889" y="8264"/>
                    <a:pt x="3815" y="7650"/>
                    <a:pt x="3671" y="6594"/>
                  </a:cubicBezTo>
                  <a:cubicBezTo>
                    <a:pt x="3593" y="6013"/>
                    <a:pt x="4281" y="5917"/>
                    <a:pt x="4281" y="5917"/>
                  </a:cubicBezTo>
                  <a:cubicBezTo>
                    <a:pt x="4281" y="5917"/>
                    <a:pt x="4728" y="6833"/>
                    <a:pt x="5027" y="6833"/>
                  </a:cubicBezTo>
                  <a:cubicBezTo>
                    <a:pt x="5047" y="6833"/>
                    <a:pt x="5066" y="6829"/>
                    <a:pt x="5085" y="6820"/>
                  </a:cubicBezTo>
                  <a:cubicBezTo>
                    <a:pt x="5281" y="6730"/>
                    <a:pt x="5365" y="5806"/>
                    <a:pt x="5365" y="5806"/>
                  </a:cubicBezTo>
                  <a:cubicBezTo>
                    <a:pt x="5365" y="5806"/>
                    <a:pt x="6164" y="5771"/>
                    <a:pt x="8449" y="5028"/>
                  </a:cubicBezTo>
                  <a:cubicBezTo>
                    <a:pt x="9292" y="4754"/>
                    <a:pt x="11985" y="3383"/>
                    <a:pt x="11059" y="1564"/>
                  </a:cubicBezTo>
                  <a:cubicBezTo>
                    <a:pt x="10781" y="1020"/>
                    <a:pt x="10062" y="854"/>
                    <a:pt x="9286" y="854"/>
                  </a:cubicBezTo>
                  <a:cubicBezTo>
                    <a:pt x="8065" y="854"/>
                    <a:pt x="6704" y="1265"/>
                    <a:pt x="6704" y="1265"/>
                  </a:cubicBezTo>
                  <a:cubicBezTo>
                    <a:pt x="6704" y="1265"/>
                    <a:pt x="7665" y="669"/>
                    <a:pt x="7072" y="115"/>
                  </a:cubicBezTo>
                  <a:cubicBezTo>
                    <a:pt x="6986" y="35"/>
                    <a:pt x="6857" y="0"/>
                    <a:pt x="6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2" name="Shape 82"/>
        <p:cNvGrpSpPr/>
        <p:nvPr/>
      </p:nvGrpSpPr>
      <p:grpSpPr>
        <a:xfrm>
          <a:off x="0" y="0"/>
          <a:ext cx="0" cy="0"/>
          <a:chOff x="0" y="0"/>
          <a:chExt cx="0" cy="0"/>
        </a:xfrm>
      </p:grpSpPr>
      <p:sp>
        <p:nvSpPr>
          <p:cNvPr id="83" name="Google Shape;83;p5"/>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84" name="Google Shape;84;p5"/>
          <p:cNvSpPr txBox="1"/>
          <p:nvPr>
            <p:ph idx="1" type="body"/>
          </p:nvPr>
        </p:nvSpPr>
        <p:spPr>
          <a:xfrm>
            <a:off x="1130787" y="2003663"/>
            <a:ext cx="2811000" cy="210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b="0" sz="1400">
                <a:latin typeface="Archivo Light"/>
                <a:ea typeface="Archivo Light"/>
                <a:cs typeface="Archivo Light"/>
                <a:sym typeface="Archivo Light"/>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85" name="Google Shape;85;p5"/>
          <p:cNvSpPr txBox="1"/>
          <p:nvPr>
            <p:ph idx="2" type="body"/>
          </p:nvPr>
        </p:nvSpPr>
        <p:spPr>
          <a:xfrm>
            <a:off x="5202212" y="2003663"/>
            <a:ext cx="2811000" cy="2105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b="0" sz="1400">
                <a:latin typeface="Archivo Light"/>
                <a:ea typeface="Archivo Light"/>
                <a:cs typeface="Archivo Light"/>
                <a:sym typeface="Archivo Light"/>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86" name="Google Shape;86;p5"/>
          <p:cNvSpPr txBox="1"/>
          <p:nvPr>
            <p:ph idx="3" type="title"/>
          </p:nvPr>
        </p:nvSpPr>
        <p:spPr>
          <a:xfrm>
            <a:off x="1130787" y="1549088"/>
            <a:ext cx="2811000" cy="454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2000"/>
              <a:buNone/>
              <a:defRPr sz="1800">
                <a:solidFill>
                  <a:schemeClr val="accent1"/>
                </a:solidFill>
              </a:defRPr>
            </a:lvl1pPr>
            <a:lvl2pPr lvl="1" rtl="0" algn="ctr">
              <a:spcBef>
                <a:spcPts val="0"/>
              </a:spcBef>
              <a:spcAft>
                <a:spcPts val="0"/>
              </a:spcAft>
              <a:buClr>
                <a:schemeClr val="accent1"/>
              </a:buClr>
              <a:buSzPts val="2000"/>
              <a:buNone/>
              <a:defRPr sz="2000">
                <a:solidFill>
                  <a:schemeClr val="accent1"/>
                </a:solidFill>
              </a:defRPr>
            </a:lvl2pPr>
            <a:lvl3pPr lvl="2" rtl="0" algn="ctr">
              <a:spcBef>
                <a:spcPts val="0"/>
              </a:spcBef>
              <a:spcAft>
                <a:spcPts val="0"/>
              </a:spcAft>
              <a:buClr>
                <a:schemeClr val="accent1"/>
              </a:buClr>
              <a:buSzPts val="2000"/>
              <a:buNone/>
              <a:defRPr sz="2000">
                <a:solidFill>
                  <a:schemeClr val="accent1"/>
                </a:solidFill>
              </a:defRPr>
            </a:lvl3pPr>
            <a:lvl4pPr lvl="3" rtl="0" algn="ctr">
              <a:spcBef>
                <a:spcPts val="0"/>
              </a:spcBef>
              <a:spcAft>
                <a:spcPts val="0"/>
              </a:spcAft>
              <a:buClr>
                <a:schemeClr val="accent1"/>
              </a:buClr>
              <a:buSzPts val="2000"/>
              <a:buNone/>
              <a:defRPr sz="2000">
                <a:solidFill>
                  <a:schemeClr val="accent1"/>
                </a:solidFill>
              </a:defRPr>
            </a:lvl4pPr>
            <a:lvl5pPr lvl="4" rtl="0" algn="ctr">
              <a:spcBef>
                <a:spcPts val="0"/>
              </a:spcBef>
              <a:spcAft>
                <a:spcPts val="0"/>
              </a:spcAft>
              <a:buClr>
                <a:schemeClr val="accent1"/>
              </a:buClr>
              <a:buSzPts val="2000"/>
              <a:buNone/>
              <a:defRPr sz="2000">
                <a:solidFill>
                  <a:schemeClr val="accent1"/>
                </a:solidFill>
              </a:defRPr>
            </a:lvl5pPr>
            <a:lvl6pPr lvl="5" rtl="0" algn="ctr">
              <a:spcBef>
                <a:spcPts val="0"/>
              </a:spcBef>
              <a:spcAft>
                <a:spcPts val="0"/>
              </a:spcAft>
              <a:buClr>
                <a:schemeClr val="accent1"/>
              </a:buClr>
              <a:buSzPts val="2000"/>
              <a:buNone/>
              <a:defRPr sz="2000">
                <a:solidFill>
                  <a:schemeClr val="accent1"/>
                </a:solidFill>
              </a:defRPr>
            </a:lvl6pPr>
            <a:lvl7pPr lvl="6" rtl="0" algn="ctr">
              <a:spcBef>
                <a:spcPts val="0"/>
              </a:spcBef>
              <a:spcAft>
                <a:spcPts val="0"/>
              </a:spcAft>
              <a:buClr>
                <a:schemeClr val="accent1"/>
              </a:buClr>
              <a:buSzPts val="2000"/>
              <a:buNone/>
              <a:defRPr sz="2000">
                <a:solidFill>
                  <a:schemeClr val="accent1"/>
                </a:solidFill>
              </a:defRPr>
            </a:lvl7pPr>
            <a:lvl8pPr lvl="7" rtl="0" algn="ctr">
              <a:spcBef>
                <a:spcPts val="0"/>
              </a:spcBef>
              <a:spcAft>
                <a:spcPts val="0"/>
              </a:spcAft>
              <a:buClr>
                <a:schemeClr val="accent1"/>
              </a:buClr>
              <a:buSzPts val="2000"/>
              <a:buNone/>
              <a:defRPr sz="2000">
                <a:solidFill>
                  <a:schemeClr val="accent1"/>
                </a:solidFill>
              </a:defRPr>
            </a:lvl8pPr>
            <a:lvl9pPr lvl="8" rtl="0" algn="ctr">
              <a:spcBef>
                <a:spcPts val="0"/>
              </a:spcBef>
              <a:spcAft>
                <a:spcPts val="0"/>
              </a:spcAft>
              <a:buClr>
                <a:schemeClr val="accent1"/>
              </a:buClr>
              <a:buSzPts val="2000"/>
              <a:buNone/>
              <a:defRPr sz="2000">
                <a:solidFill>
                  <a:schemeClr val="accent1"/>
                </a:solidFill>
              </a:defRPr>
            </a:lvl9pPr>
          </a:lstStyle>
          <a:p/>
        </p:txBody>
      </p:sp>
      <p:sp>
        <p:nvSpPr>
          <p:cNvPr id="87" name="Google Shape;87;p5"/>
          <p:cNvSpPr txBox="1"/>
          <p:nvPr>
            <p:ph idx="4" type="title"/>
          </p:nvPr>
        </p:nvSpPr>
        <p:spPr>
          <a:xfrm>
            <a:off x="5202213" y="1549088"/>
            <a:ext cx="2811000" cy="454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2000"/>
              <a:buNone/>
              <a:defRPr sz="1800">
                <a:solidFill>
                  <a:schemeClr val="accent1"/>
                </a:solidFill>
              </a:defRPr>
            </a:lvl1pPr>
            <a:lvl2pPr lvl="1" rtl="0" algn="ctr">
              <a:spcBef>
                <a:spcPts val="0"/>
              </a:spcBef>
              <a:spcAft>
                <a:spcPts val="0"/>
              </a:spcAft>
              <a:buClr>
                <a:schemeClr val="accent1"/>
              </a:buClr>
              <a:buSzPts val="2000"/>
              <a:buNone/>
              <a:defRPr sz="2000">
                <a:solidFill>
                  <a:schemeClr val="accent1"/>
                </a:solidFill>
              </a:defRPr>
            </a:lvl2pPr>
            <a:lvl3pPr lvl="2" rtl="0" algn="ctr">
              <a:spcBef>
                <a:spcPts val="0"/>
              </a:spcBef>
              <a:spcAft>
                <a:spcPts val="0"/>
              </a:spcAft>
              <a:buClr>
                <a:schemeClr val="accent1"/>
              </a:buClr>
              <a:buSzPts val="2000"/>
              <a:buNone/>
              <a:defRPr sz="2000">
                <a:solidFill>
                  <a:schemeClr val="accent1"/>
                </a:solidFill>
              </a:defRPr>
            </a:lvl3pPr>
            <a:lvl4pPr lvl="3" rtl="0" algn="ctr">
              <a:spcBef>
                <a:spcPts val="0"/>
              </a:spcBef>
              <a:spcAft>
                <a:spcPts val="0"/>
              </a:spcAft>
              <a:buClr>
                <a:schemeClr val="accent1"/>
              </a:buClr>
              <a:buSzPts val="2000"/>
              <a:buNone/>
              <a:defRPr sz="2000">
                <a:solidFill>
                  <a:schemeClr val="accent1"/>
                </a:solidFill>
              </a:defRPr>
            </a:lvl4pPr>
            <a:lvl5pPr lvl="4" rtl="0" algn="ctr">
              <a:spcBef>
                <a:spcPts val="0"/>
              </a:spcBef>
              <a:spcAft>
                <a:spcPts val="0"/>
              </a:spcAft>
              <a:buClr>
                <a:schemeClr val="accent1"/>
              </a:buClr>
              <a:buSzPts val="2000"/>
              <a:buNone/>
              <a:defRPr sz="2000">
                <a:solidFill>
                  <a:schemeClr val="accent1"/>
                </a:solidFill>
              </a:defRPr>
            </a:lvl5pPr>
            <a:lvl6pPr lvl="5" rtl="0" algn="ctr">
              <a:spcBef>
                <a:spcPts val="0"/>
              </a:spcBef>
              <a:spcAft>
                <a:spcPts val="0"/>
              </a:spcAft>
              <a:buClr>
                <a:schemeClr val="accent1"/>
              </a:buClr>
              <a:buSzPts val="2000"/>
              <a:buNone/>
              <a:defRPr sz="2000">
                <a:solidFill>
                  <a:schemeClr val="accent1"/>
                </a:solidFill>
              </a:defRPr>
            </a:lvl6pPr>
            <a:lvl7pPr lvl="6" rtl="0" algn="ctr">
              <a:spcBef>
                <a:spcPts val="0"/>
              </a:spcBef>
              <a:spcAft>
                <a:spcPts val="0"/>
              </a:spcAft>
              <a:buClr>
                <a:schemeClr val="accent1"/>
              </a:buClr>
              <a:buSzPts val="2000"/>
              <a:buNone/>
              <a:defRPr sz="2000">
                <a:solidFill>
                  <a:schemeClr val="accent1"/>
                </a:solidFill>
              </a:defRPr>
            </a:lvl7pPr>
            <a:lvl8pPr lvl="7" rtl="0" algn="ctr">
              <a:spcBef>
                <a:spcPts val="0"/>
              </a:spcBef>
              <a:spcAft>
                <a:spcPts val="0"/>
              </a:spcAft>
              <a:buClr>
                <a:schemeClr val="accent1"/>
              </a:buClr>
              <a:buSzPts val="2000"/>
              <a:buNone/>
              <a:defRPr sz="2000">
                <a:solidFill>
                  <a:schemeClr val="accent1"/>
                </a:solidFill>
              </a:defRPr>
            </a:lvl8pPr>
            <a:lvl9pPr lvl="8" rtl="0" algn="ctr">
              <a:spcBef>
                <a:spcPts val="0"/>
              </a:spcBef>
              <a:spcAft>
                <a:spcPts val="0"/>
              </a:spcAft>
              <a:buClr>
                <a:schemeClr val="accent1"/>
              </a:buClr>
              <a:buSzPts val="2000"/>
              <a:buNone/>
              <a:defRPr sz="2000">
                <a:solidFill>
                  <a:schemeClr val="accent1"/>
                </a:solidFill>
              </a:defRPr>
            </a:lvl9pPr>
          </a:lstStyle>
          <a:p/>
        </p:txBody>
      </p:sp>
      <p:grpSp>
        <p:nvGrpSpPr>
          <p:cNvPr id="88" name="Google Shape;88;p5"/>
          <p:cNvGrpSpPr/>
          <p:nvPr/>
        </p:nvGrpSpPr>
        <p:grpSpPr>
          <a:xfrm>
            <a:off x="3435084" y="4030566"/>
            <a:ext cx="2175319" cy="1175937"/>
            <a:chOff x="3471496" y="4002724"/>
            <a:chExt cx="2179241" cy="1178175"/>
          </a:xfrm>
        </p:grpSpPr>
        <p:sp>
          <p:nvSpPr>
            <p:cNvPr id="89" name="Google Shape;89;p5"/>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 name="Google Shape;90;p5"/>
            <p:cNvGrpSpPr/>
            <p:nvPr/>
          </p:nvGrpSpPr>
          <p:grpSpPr>
            <a:xfrm>
              <a:off x="5131348" y="4002725"/>
              <a:ext cx="519390" cy="1178174"/>
              <a:chOff x="5599250" y="4194125"/>
              <a:chExt cx="418525" cy="949375"/>
            </a:xfrm>
          </p:grpSpPr>
          <p:sp>
            <p:nvSpPr>
              <p:cNvPr id="91" name="Google Shape;91;p5"/>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 name="Google Shape;93;p5"/>
            <p:cNvGrpSpPr/>
            <p:nvPr/>
          </p:nvGrpSpPr>
          <p:grpSpPr>
            <a:xfrm>
              <a:off x="4067725" y="4002724"/>
              <a:ext cx="519358" cy="1178174"/>
              <a:chOff x="3914250" y="4165300"/>
              <a:chExt cx="418500" cy="949375"/>
            </a:xfrm>
          </p:grpSpPr>
          <p:sp>
            <p:nvSpPr>
              <p:cNvPr id="94" name="Google Shape;94;p5"/>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5"/>
            <p:cNvGrpSpPr/>
            <p:nvPr/>
          </p:nvGrpSpPr>
          <p:grpSpPr>
            <a:xfrm>
              <a:off x="3471496" y="4478818"/>
              <a:ext cx="706532" cy="702065"/>
              <a:chOff x="2957825" y="4553350"/>
              <a:chExt cx="569325" cy="565725"/>
            </a:xfrm>
          </p:grpSpPr>
          <p:sp>
            <p:nvSpPr>
              <p:cNvPr id="97" name="Google Shape;97;p5"/>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 name="Google Shape;101;p5"/>
            <p:cNvGrpSpPr/>
            <p:nvPr/>
          </p:nvGrpSpPr>
          <p:grpSpPr>
            <a:xfrm>
              <a:off x="4704470" y="4478833"/>
              <a:ext cx="706501" cy="702065"/>
              <a:chOff x="4791175" y="4530525"/>
              <a:chExt cx="569300" cy="565725"/>
            </a:xfrm>
          </p:grpSpPr>
          <p:sp>
            <p:nvSpPr>
              <p:cNvPr id="102" name="Google Shape;102;p5"/>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5"/>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5"/>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5"/>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 name="Google Shape;106;p5"/>
            <p:cNvGrpSpPr/>
            <p:nvPr/>
          </p:nvGrpSpPr>
          <p:grpSpPr>
            <a:xfrm>
              <a:off x="4461512" y="4981934"/>
              <a:ext cx="200266" cy="198963"/>
              <a:chOff x="4449850" y="4905150"/>
              <a:chExt cx="161375" cy="160325"/>
            </a:xfrm>
          </p:grpSpPr>
          <p:sp>
            <p:nvSpPr>
              <p:cNvPr id="107" name="Google Shape;107;p5"/>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5"/>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 name="Google Shape;109;p5"/>
          <p:cNvGrpSpPr/>
          <p:nvPr/>
        </p:nvGrpSpPr>
        <p:grpSpPr>
          <a:xfrm>
            <a:off x="-43125" y="3350373"/>
            <a:ext cx="1642248" cy="1856016"/>
            <a:chOff x="-43125" y="3350373"/>
            <a:chExt cx="1642248" cy="1856016"/>
          </a:xfrm>
        </p:grpSpPr>
        <p:sp>
          <p:nvSpPr>
            <p:cNvPr id="110" name="Google Shape;110;p5"/>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a:off x="-43125" y="390589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 name="Google Shape;112;p5"/>
          <p:cNvSpPr/>
          <p:nvPr/>
        </p:nvSpPr>
        <p:spPr>
          <a:xfrm>
            <a:off x="8342899" y="-34825"/>
            <a:ext cx="801168" cy="930240"/>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3" name="Shape 113"/>
        <p:cNvGrpSpPr/>
        <p:nvPr/>
      </p:nvGrpSpPr>
      <p:grpSpPr>
        <a:xfrm>
          <a:off x="0" y="0"/>
          <a:ext cx="0" cy="0"/>
          <a:chOff x="0" y="0"/>
          <a:chExt cx="0" cy="0"/>
        </a:xfrm>
      </p:grpSpPr>
      <p:sp>
        <p:nvSpPr>
          <p:cNvPr id="114" name="Google Shape;114;p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15" name="Google Shape;115;p6"/>
          <p:cNvSpPr/>
          <p:nvPr/>
        </p:nvSpPr>
        <p:spPr>
          <a:xfrm flipH="1" rot="10800000">
            <a:off x="-19046" y="3354089"/>
            <a:ext cx="1572365" cy="1856086"/>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6"/>
          <p:cNvSpPr/>
          <p:nvPr/>
        </p:nvSpPr>
        <p:spPr>
          <a:xfrm flipH="1" rot="10800000">
            <a:off x="-19046" y="4164244"/>
            <a:ext cx="1661696" cy="1012784"/>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6"/>
          <p:cNvSpPr/>
          <p:nvPr/>
        </p:nvSpPr>
        <p:spPr>
          <a:xfrm flipH="1" rot="10800000">
            <a:off x="-19046" y="4775442"/>
            <a:ext cx="1033915" cy="401586"/>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 name="Google Shape;118;p6"/>
          <p:cNvGrpSpPr/>
          <p:nvPr/>
        </p:nvGrpSpPr>
        <p:grpSpPr>
          <a:xfrm>
            <a:off x="7313647" y="-66675"/>
            <a:ext cx="1891885" cy="2343038"/>
            <a:chOff x="6964650" y="0"/>
            <a:chExt cx="2179340" cy="2699042"/>
          </a:xfrm>
        </p:grpSpPr>
        <p:sp>
          <p:nvSpPr>
            <p:cNvPr id="119" name="Google Shape;119;p6"/>
            <p:cNvSpPr/>
            <p:nvPr/>
          </p:nvSpPr>
          <p:spPr>
            <a:xfrm>
              <a:off x="6964650" y="0"/>
              <a:ext cx="2179242" cy="2699042"/>
            </a:xfrm>
            <a:custGeom>
              <a:rect b="b" l="l" r="r" t="t"/>
              <a:pathLst>
                <a:path extrusionOk="0" h="117978" w="95257">
                  <a:moveTo>
                    <a:pt x="1" y="0"/>
                  </a:moveTo>
                  <a:cubicBezTo>
                    <a:pt x="6" y="16"/>
                    <a:pt x="7" y="33"/>
                    <a:pt x="10" y="50"/>
                  </a:cubicBezTo>
                  <a:cubicBezTo>
                    <a:pt x="15" y="66"/>
                    <a:pt x="22" y="85"/>
                    <a:pt x="26" y="103"/>
                  </a:cubicBezTo>
                  <a:cubicBezTo>
                    <a:pt x="259" y="113"/>
                    <a:pt x="491" y="116"/>
                    <a:pt x="724" y="128"/>
                  </a:cubicBezTo>
                  <a:cubicBezTo>
                    <a:pt x="16323" y="980"/>
                    <a:pt x="33356" y="8690"/>
                    <a:pt x="37853" y="23652"/>
                  </a:cubicBezTo>
                  <a:cubicBezTo>
                    <a:pt x="41475" y="35702"/>
                    <a:pt x="36482" y="50528"/>
                    <a:pt x="44575" y="60161"/>
                  </a:cubicBezTo>
                  <a:cubicBezTo>
                    <a:pt x="53009" y="70205"/>
                    <a:pt x="70274" y="67642"/>
                    <a:pt x="79509" y="76954"/>
                  </a:cubicBezTo>
                  <a:cubicBezTo>
                    <a:pt x="87937" y="85451"/>
                    <a:pt x="85896" y="99582"/>
                    <a:pt x="90533" y="110614"/>
                  </a:cubicBezTo>
                  <a:cubicBezTo>
                    <a:pt x="91679" y="113340"/>
                    <a:pt x="93298" y="115808"/>
                    <a:pt x="95256" y="117977"/>
                  </a:cubicBezTo>
                  <a:lnTo>
                    <a:pt x="95256"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a:off x="8384650" y="0"/>
              <a:ext cx="759340" cy="881673"/>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1" name="Shape 121"/>
        <p:cNvGrpSpPr/>
        <p:nvPr/>
      </p:nvGrpSpPr>
      <p:grpSpPr>
        <a:xfrm>
          <a:off x="0" y="0"/>
          <a:ext cx="0" cy="0"/>
          <a:chOff x="0" y="0"/>
          <a:chExt cx="0" cy="0"/>
        </a:xfrm>
      </p:grpSpPr>
      <p:sp>
        <p:nvSpPr>
          <p:cNvPr id="122" name="Google Shape;122;p7"/>
          <p:cNvSpPr txBox="1"/>
          <p:nvPr>
            <p:ph type="title"/>
          </p:nvPr>
        </p:nvSpPr>
        <p:spPr>
          <a:xfrm>
            <a:off x="713225" y="1543950"/>
            <a:ext cx="2610900" cy="10278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123" name="Google Shape;123;p7"/>
          <p:cNvSpPr txBox="1"/>
          <p:nvPr>
            <p:ph idx="1" type="body"/>
          </p:nvPr>
        </p:nvSpPr>
        <p:spPr>
          <a:xfrm>
            <a:off x="713225" y="2571750"/>
            <a:ext cx="2610900" cy="10278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Char char="●"/>
              <a:defRPr b="0" sz="1400">
                <a:latin typeface="Archivo Light"/>
                <a:ea typeface="Archivo Light"/>
                <a:cs typeface="Archivo Light"/>
                <a:sym typeface="Archivo Light"/>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124" name="Google Shape;124;p7"/>
          <p:cNvSpPr/>
          <p:nvPr/>
        </p:nvSpPr>
        <p:spPr>
          <a:xfrm>
            <a:off x="-43125" y="3479625"/>
            <a:ext cx="1529134" cy="1728177"/>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a:off x="-43125" y="4068401"/>
            <a:ext cx="1220717" cy="1156927"/>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6" name="Shape 126"/>
        <p:cNvGrpSpPr/>
        <p:nvPr/>
      </p:nvGrpSpPr>
      <p:grpSpPr>
        <a:xfrm>
          <a:off x="0" y="0"/>
          <a:ext cx="0" cy="0"/>
          <a:chOff x="0" y="0"/>
          <a:chExt cx="0" cy="0"/>
        </a:xfrm>
      </p:grpSpPr>
      <p:sp>
        <p:nvSpPr>
          <p:cNvPr id="127" name="Google Shape;127;p8"/>
          <p:cNvSpPr txBox="1"/>
          <p:nvPr>
            <p:ph type="title"/>
          </p:nvPr>
        </p:nvSpPr>
        <p:spPr>
          <a:xfrm>
            <a:off x="3501175" y="1514400"/>
            <a:ext cx="4929600" cy="2114700"/>
          </a:xfrm>
          <a:prstGeom prst="rect">
            <a:avLst/>
          </a:prstGeom>
        </p:spPr>
        <p:txBody>
          <a:bodyPr anchorCtr="0" anchor="t" bIns="91425" lIns="91425" spcFirstLastPara="1" rIns="91425" wrap="square" tIns="91425">
            <a:noAutofit/>
          </a:bodyPr>
          <a:lstStyle>
            <a:lvl1pPr lvl="0" algn="r">
              <a:lnSpc>
                <a:spcPct val="85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28" name="Google Shape;128;p8"/>
          <p:cNvSpPr/>
          <p:nvPr/>
        </p:nvSpPr>
        <p:spPr>
          <a:xfrm>
            <a:off x="-43125" y="538016"/>
            <a:ext cx="4130769" cy="4668462"/>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 name="Google Shape;129;p8"/>
          <p:cNvGrpSpPr/>
          <p:nvPr/>
        </p:nvGrpSpPr>
        <p:grpSpPr>
          <a:xfrm>
            <a:off x="713160" y="1472542"/>
            <a:ext cx="3117117" cy="3143058"/>
            <a:chOff x="916000" y="719162"/>
            <a:chExt cx="4717900" cy="4757163"/>
          </a:xfrm>
        </p:grpSpPr>
        <p:sp>
          <p:nvSpPr>
            <p:cNvPr id="130" name="Google Shape;130;p8"/>
            <p:cNvSpPr/>
            <p:nvPr/>
          </p:nvSpPr>
          <p:spPr>
            <a:xfrm>
              <a:off x="1215556" y="719162"/>
              <a:ext cx="4091975" cy="4091975"/>
            </a:xfrm>
            <a:custGeom>
              <a:rect b="b" l="l" r="r" t="t"/>
              <a:pathLst>
                <a:path extrusionOk="0" h="163679" w="163679">
                  <a:moveTo>
                    <a:pt x="163678" y="81839"/>
                  </a:moveTo>
                  <a:cubicBezTo>
                    <a:pt x="163678" y="103544"/>
                    <a:pt x="155056" y="124361"/>
                    <a:pt x="139708" y="139709"/>
                  </a:cubicBezTo>
                  <a:cubicBezTo>
                    <a:pt x="124361" y="155057"/>
                    <a:pt x="103544" y="163678"/>
                    <a:pt x="81839" y="163678"/>
                  </a:cubicBezTo>
                  <a:cubicBezTo>
                    <a:pt x="60135" y="163678"/>
                    <a:pt x="39317" y="155057"/>
                    <a:pt x="23971" y="139709"/>
                  </a:cubicBezTo>
                  <a:cubicBezTo>
                    <a:pt x="8623" y="124361"/>
                    <a:pt x="1" y="103544"/>
                    <a:pt x="1" y="81839"/>
                  </a:cubicBezTo>
                  <a:cubicBezTo>
                    <a:pt x="1" y="60134"/>
                    <a:pt x="8623" y="39319"/>
                    <a:pt x="23971" y="23970"/>
                  </a:cubicBezTo>
                  <a:cubicBezTo>
                    <a:pt x="39317" y="8622"/>
                    <a:pt x="60135" y="0"/>
                    <a:pt x="81839" y="0"/>
                  </a:cubicBezTo>
                  <a:cubicBezTo>
                    <a:pt x="103544" y="0"/>
                    <a:pt x="124361" y="8622"/>
                    <a:pt x="139708" y="23970"/>
                  </a:cubicBezTo>
                  <a:cubicBezTo>
                    <a:pt x="155056" y="39319"/>
                    <a:pt x="163678" y="60134"/>
                    <a:pt x="163678" y="81839"/>
                  </a:cubicBezTo>
                  <a:close/>
                </a:path>
              </a:pathLst>
            </a:custGeom>
            <a:solidFill>
              <a:srgbClr val="EEEEEE">
                <a:alpha val="58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916000" y="964100"/>
              <a:ext cx="877000" cy="870925"/>
            </a:xfrm>
            <a:custGeom>
              <a:rect b="b" l="l" r="r" t="t"/>
              <a:pathLst>
                <a:path extrusionOk="0" h="34837" w="35080">
                  <a:moveTo>
                    <a:pt x="18839" y="1"/>
                  </a:moveTo>
                  <a:cubicBezTo>
                    <a:pt x="17155" y="1"/>
                    <a:pt x="15589" y="1074"/>
                    <a:pt x="15010" y="2694"/>
                  </a:cubicBezTo>
                  <a:cubicBezTo>
                    <a:pt x="14654" y="3679"/>
                    <a:pt x="14695" y="4762"/>
                    <a:pt x="15120" y="5717"/>
                  </a:cubicBezTo>
                  <a:cubicBezTo>
                    <a:pt x="15499" y="6567"/>
                    <a:pt x="15649" y="7497"/>
                    <a:pt x="15507" y="8406"/>
                  </a:cubicBezTo>
                  <a:lnTo>
                    <a:pt x="6118" y="5890"/>
                  </a:lnTo>
                  <a:lnTo>
                    <a:pt x="3602" y="15279"/>
                  </a:lnTo>
                  <a:cubicBezTo>
                    <a:pt x="3829" y="15314"/>
                    <a:pt x="4057" y="15332"/>
                    <a:pt x="4285" y="15332"/>
                  </a:cubicBezTo>
                  <a:cubicBezTo>
                    <a:pt x="4970" y="15332"/>
                    <a:pt x="5654" y="15176"/>
                    <a:pt x="6292" y="14892"/>
                  </a:cubicBezTo>
                  <a:cubicBezTo>
                    <a:pt x="6814" y="14659"/>
                    <a:pt x="7376" y="14542"/>
                    <a:pt x="7939" y="14542"/>
                  </a:cubicBezTo>
                  <a:cubicBezTo>
                    <a:pt x="8403" y="14542"/>
                    <a:pt x="8869" y="14622"/>
                    <a:pt x="9313" y="14782"/>
                  </a:cubicBezTo>
                  <a:cubicBezTo>
                    <a:pt x="11125" y="15429"/>
                    <a:pt x="12253" y="17309"/>
                    <a:pt x="11962" y="19209"/>
                  </a:cubicBezTo>
                  <a:cubicBezTo>
                    <a:pt x="11646" y="21280"/>
                    <a:pt x="9882" y="22681"/>
                    <a:pt x="7940" y="22681"/>
                  </a:cubicBezTo>
                  <a:cubicBezTo>
                    <a:pt x="7591" y="22681"/>
                    <a:pt x="7236" y="22636"/>
                    <a:pt x="6883" y="22541"/>
                  </a:cubicBezTo>
                  <a:cubicBezTo>
                    <a:pt x="5965" y="22297"/>
                    <a:pt x="5164" y="21737"/>
                    <a:pt x="4618" y="20960"/>
                  </a:cubicBezTo>
                  <a:cubicBezTo>
                    <a:pt x="4096" y="20219"/>
                    <a:pt x="3353" y="19671"/>
                    <a:pt x="2513" y="19339"/>
                  </a:cubicBezTo>
                  <a:lnTo>
                    <a:pt x="0" y="28717"/>
                  </a:lnTo>
                  <a:lnTo>
                    <a:pt x="22828" y="34837"/>
                  </a:lnTo>
                  <a:lnTo>
                    <a:pt x="25341" y="25457"/>
                  </a:lnTo>
                  <a:cubicBezTo>
                    <a:pt x="26181" y="25789"/>
                    <a:pt x="26924" y="26338"/>
                    <a:pt x="27445" y="27079"/>
                  </a:cubicBezTo>
                  <a:cubicBezTo>
                    <a:pt x="27991" y="27856"/>
                    <a:pt x="28793" y="28415"/>
                    <a:pt x="29711" y="28661"/>
                  </a:cubicBezTo>
                  <a:cubicBezTo>
                    <a:pt x="30064" y="28755"/>
                    <a:pt x="30418" y="28800"/>
                    <a:pt x="30766" y="28800"/>
                  </a:cubicBezTo>
                  <a:cubicBezTo>
                    <a:pt x="32709" y="28800"/>
                    <a:pt x="34473" y="27398"/>
                    <a:pt x="34790" y="25327"/>
                  </a:cubicBezTo>
                  <a:cubicBezTo>
                    <a:pt x="35080" y="23427"/>
                    <a:pt x="33953" y="21546"/>
                    <a:pt x="32141" y="20900"/>
                  </a:cubicBezTo>
                  <a:cubicBezTo>
                    <a:pt x="31696" y="20739"/>
                    <a:pt x="31231" y="20660"/>
                    <a:pt x="30767" y="20660"/>
                  </a:cubicBezTo>
                  <a:cubicBezTo>
                    <a:pt x="30204" y="20660"/>
                    <a:pt x="29642" y="20777"/>
                    <a:pt x="29119" y="21010"/>
                  </a:cubicBezTo>
                  <a:cubicBezTo>
                    <a:pt x="28482" y="21294"/>
                    <a:pt x="27798" y="21449"/>
                    <a:pt x="27113" y="21449"/>
                  </a:cubicBezTo>
                  <a:cubicBezTo>
                    <a:pt x="26885" y="21449"/>
                    <a:pt x="26656" y="21432"/>
                    <a:pt x="26430" y="21397"/>
                  </a:cubicBezTo>
                  <a:lnTo>
                    <a:pt x="28946" y="12007"/>
                  </a:lnTo>
                  <a:lnTo>
                    <a:pt x="19567" y="9495"/>
                  </a:lnTo>
                  <a:cubicBezTo>
                    <a:pt x="19899" y="8656"/>
                    <a:pt x="20447" y="7913"/>
                    <a:pt x="21188" y="7390"/>
                  </a:cubicBezTo>
                  <a:cubicBezTo>
                    <a:pt x="21965" y="6845"/>
                    <a:pt x="22525" y="6042"/>
                    <a:pt x="22769" y="5126"/>
                  </a:cubicBezTo>
                  <a:cubicBezTo>
                    <a:pt x="23390" y="2806"/>
                    <a:pt x="21879" y="419"/>
                    <a:pt x="19437" y="46"/>
                  </a:cubicBezTo>
                  <a:cubicBezTo>
                    <a:pt x="19237" y="16"/>
                    <a:pt x="19037" y="1"/>
                    <a:pt x="18839"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1087875" y="1710850"/>
              <a:ext cx="332200" cy="198500"/>
            </a:xfrm>
            <a:custGeom>
              <a:rect b="b" l="l" r="r" t="t"/>
              <a:pathLst>
                <a:path extrusionOk="0" h="7940" w="13288">
                  <a:moveTo>
                    <a:pt x="12339" y="0"/>
                  </a:moveTo>
                  <a:cubicBezTo>
                    <a:pt x="12186" y="0"/>
                    <a:pt x="12041" y="33"/>
                    <a:pt x="11945" y="84"/>
                  </a:cubicBezTo>
                  <a:cubicBezTo>
                    <a:pt x="11095" y="531"/>
                    <a:pt x="9950" y="1802"/>
                    <a:pt x="9529" y="3244"/>
                  </a:cubicBezTo>
                  <a:lnTo>
                    <a:pt x="1117" y="990"/>
                  </a:lnTo>
                  <a:cubicBezTo>
                    <a:pt x="1117" y="990"/>
                    <a:pt x="229" y="3982"/>
                    <a:pt x="0" y="6662"/>
                  </a:cubicBezTo>
                  <a:lnTo>
                    <a:pt x="11056" y="7940"/>
                  </a:lnTo>
                  <a:cubicBezTo>
                    <a:pt x="11056" y="7940"/>
                    <a:pt x="11592" y="4621"/>
                    <a:pt x="12944" y="1152"/>
                  </a:cubicBezTo>
                  <a:cubicBezTo>
                    <a:pt x="13288" y="270"/>
                    <a:pt x="12778" y="0"/>
                    <a:pt x="12339" y="0"/>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2053975" y="1398325"/>
              <a:ext cx="1257375" cy="1198900"/>
            </a:xfrm>
            <a:custGeom>
              <a:rect b="b" l="l" r="r" t="t"/>
              <a:pathLst>
                <a:path extrusionOk="0" h="47956" w="50295">
                  <a:moveTo>
                    <a:pt x="11706" y="1"/>
                  </a:moveTo>
                  <a:cubicBezTo>
                    <a:pt x="7236" y="1"/>
                    <a:pt x="2383" y="2377"/>
                    <a:pt x="1370" y="6318"/>
                  </a:cubicBezTo>
                  <a:cubicBezTo>
                    <a:pt x="0" y="11656"/>
                    <a:pt x="1445" y="14884"/>
                    <a:pt x="1445" y="14884"/>
                  </a:cubicBezTo>
                  <a:cubicBezTo>
                    <a:pt x="1445" y="14884"/>
                    <a:pt x="13511" y="19694"/>
                    <a:pt x="18336" y="19694"/>
                  </a:cubicBezTo>
                  <a:cubicBezTo>
                    <a:pt x="18699" y="19694"/>
                    <a:pt x="19022" y="19667"/>
                    <a:pt x="19294" y="19608"/>
                  </a:cubicBezTo>
                  <a:lnTo>
                    <a:pt x="19294" y="19608"/>
                  </a:lnTo>
                  <a:cubicBezTo>
                    <a:pt x="11108" y="25807"/>
                    <a:pt x="12358" y="37125"/>
                    <a:pt x="12358" y="37125"/>
                  </a:cubicBezTo>
                  <a:cubicBezTo>
                    <a:pt x="12358" y="37125"/>
                    <a:pt x="29184" y="47955"/>
                    <a:pt x="39140" y="47955"/>
                  </a:cubicBezTo>
                  <a:cubicBezTo>
                    <a:pt x="41610" y="47955"/>
                    <a:pt x="43657" y="47289"/>
                    <a:pt x="44919" y="45625"/>
                  </a:cubicBezTo>
                  <a:cubicBezTo>
                    <a:pt x="50294" y="38545"/>
                    <a:pt x="45189" y="34804"/>
                    <a:pt x="42153" y="32824"/>
                  </a:cubicBezTo>
                  <a:cubicBezTo>
                    <a:pt x="37913" y="30058"/>
                    <a:pt x="43777" y="26701"/>
                    <a:pt x="40305" y="21902"/>
                  </a:cubicBezTo>
                  <a:cubicBezTo>
                    <a:pt x="36949" y="17260"/>
                    <a:pt x="33311" y="20912"/>
                    <a:pt x="33058" y="15695"/>
                  </a:cubicBezTo>
                  <a:cubicBezTo>
                    <a:pt x="32770" y="9738"/>
                    <a:pt x="32252" y="8122"/>
                    <a:pt x="27935" y="6009"/>
                  </a:cubicBezTo>
                  <a:cubicBezTo>
                    <a:pt x="24959" y="4553"/>
                    <a:pt x="20388" y="5578"/>
                    <a:pt x="18661" y="3062"/>
                  </a:cubicBezTo>
                  <a:cubicBezTo>
                    <a:pt x="17210" y="953"/>
                    <a:pt x="14534" y="1"/>
                    <a:pt x="117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1404850" y="3834775"/>
              <a:ext cx="2075400" cy="1119075"/>
            </a:xfrm>
            <a:custGeom>
              <a:rect b="b" l="l" r="r" t="t"/>
              <a:pathLst>
                <a:path extrusionOk="0" h="44763" w="83016">
                  <a:moveTo>
                    <a:pt x="12792" y="3724"/>
                  </a:moveTo>
                  <a:cubicBezTo>
                    <a:pt x="12792" y="3724"/>
                    <a:pt x="3812" y="29777"/>
                    <a:pt x="0" y="44763"/>
                  </a:cubicBezTo>
                  <a:lnTo>
                    <a:pt x="83016" y="44763"/>
                  </a:lnTo>
                  <a:cubicBezTo>
                    <a:pt x="83016" y="44763"/>
                    <a:pt x="70616" y="9015"/>
                    <a:pt x="666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a:off x="929350" y="1839750"/>
              <a:ext cx="2596125" cy="2298625"/>
            </a:xfrm>
            <a:custGeom>
              <a:rect b="b" l="l" r="r" t="t"/>
              <a:pathLst>
                <a:path extrusionOk="0" h="91945" w="103845">
                  <a:moveTo>
                    <a:pt x="18468" y="1925"/>
                  </a:moveTo>
                  <a:cubicBezTo>
                    <a:pt x="18812" y="4562"/>
                    <a:pt x="20074" y="20375"/>
                    <a:pt x="20074" y="20375"/>
                  </a:cubicBezTo>
                  <a:cubicBezTo>
                    <a:pt x="20074" y="20375"/>
                    <a:pt x="25439" y="20275"/>
                    <a:pt x="36233" y="17212"/>
                  </a:cubicBezTo>
                  <a:cubicBezTo>
                    <a:pt x="44644" y="14824"/>
                    <a:pt x="72218" y="11429"/>
                    <a:pt x="84247" y="19312"/>
                  </a:cubicBezTo>
                  <a:cubicBezTo>
                    <a:pt x="90618" y="23487"/>
                    <a:pt x="103845" y="38739"/>
                    <a:pt x="103845" y="38739"/>
                  </a:cubicBezTo>
                  <a:cubicBezTo>
                    <a:pt x="100077" y="48454"/>
                    <a:pt x="82553" y="49647"/>
                    <a:pt x="82553" y="49647"/>
                  </a:cubicBezTo>
                  <a:lnTo>
                    <a:pt x="82537" y="41509"/>
                  </a:lnTo>
                  <a:cubicBezTo>
                    <a:pt x="82537" y="41509"/>
                    <a:pt x="81446" y="61122"/>
                    <a:pt x="87707" y="80985"/>
                  </a:cubicBezTo>
                  <a:cubicBezTo>
                    <a:pt x="65932" y="91945"/>
                    <a:pt x="33359" y="88574"/>
                    <a:pt x="29764" y="84933"/>
                  </a:cubicBezTo>
                  <a:cubicBezTo>
                    <a:pt x="28911" y="63802"/>
                    <a:pt x="31622" y="42902"/>
                    <a:pt x="31622" y="42902"/>
                  </a:cubicBezTo>
                  <a:cubicBezTo>
                    <a:pt x="31622" y="42902"/>
                    <a:pt x="10149" y="43549"/>
                    <a:pt x="4976" y="39048"/>
                  </a:cubicBezTo>
                  <a:cubicBezTo>
                    <a:pt x="1" y="34720"/>
                    <a:pt x="3762" y="8289"/>
                    <a:pt x="5278" y="571"/>
                  </a:cubicBezTo>
                  <a:cubicBezTo>
                    <a:pt x="5278" y="571"/>
                    <a:pt x="11788" y="1"/>
                    <a:pt x="18468" y="1925"/>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2169650" y="1965800"/>
              <a:ext cx="338825" cy="693525"/>
            </a:xfrm>
            <a:custGeom>
              <a:rect b="b" l="l" r="r" t="t"/>
              <a:pathLst>
                <a:path extrusionOk="0" h="27741" w="13553">
                  <a:moveTo>
                    <a:pt x="0" y="9914"/>
                  </a:moveTo>
                  <a:lnTo>
                    <a:pt x="881" y="796"/>
                  </a:lnTo>
                  <a:lnTo>
                    <a:pt x="11748" y="1"/>
                  </a:lnTo>
                  <a:lnTo>
                    <a:pt x="13552" y="9387"/>
                  </a:lnTo>
                  <a:cubicBezTo>
                    <a:pt x="13552" y="9387"/>
                    <a:pt x="7206" y="27740"/>
                    <a:pt x="0" y="9914"/>
                  </a:cubicBezTo>
                  <a:close/>
                </a:path>
              </a:pathLst>
            </a:custGeom>
            <a:solidFill>
              <a:srgbClr val="CB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a:off x="2059050" y="1706575"/>
              <a:ext cx="573675" cy="435925"/>
            </a:xfrm>
            <a:custGeom>
              <a:rect b="b" l="l" r="r" t="t"/>
              <a:pathLst>
                <a:path extrusionOk="0" h="17437" w="22947">
                  <a:moveTo>
                    <a:pt x="1504" y="0"/>
                  </a:moveTo>
                  <a:lnTo>
                    <a:pt x="1504" y="0"/>
                  </a:lnTo>
                  <a:cubicBezTo>
                    <a:pt x="0" y="11005"/>
                    <a:pt x="3727" y="16951"/>
                    <a:pt x="8813" y="17401"/>
                  </a:cubicBezTo>
                  <a:cubicBezTo>
                    <a:pt x="9084" y="17425"/>
                    <a:pt x="9351" y="17437"/>
                    <a:pt x="9614" y="17437"/>
                  </a:cubicBezTo>
                  <a:cubicBezTo>
                    <a:pt x="14228" y="17437"/>
                    <a:pt x="17385" y="13781"/>
                    <a:pt x="18997" y="8315"/>
                  </a:cubicBezTo>
                  <a:cubicBezTo>
                    <a:pt x="21328" y="7917"/>
                    <a:pt x="22947" y="5520"/>
                    <a:pt x="21606" y="3849"/>
                  </a:cubicBezTo>
                  <a:cubicBezTo>
                    <a:pt x="21387" y="3576"/>
                    <a:pt x="21158" y="3466"/>
                    <a:pt x="20923" y="3466"/>
                  </a:cubicBezTo>
                  <a:cubicBezTo>
                    <a:pt x="20210" y="3466"/>
                    <a:pt x="19448" y="4483"/>
                    <a:pt x="18776" y="5006"/>
                  </a:cubicBezTo>
                  <a:cubicBezTo>
                    <a:pt x="17942" y="5658"/>
                    <a:pt x="16869" y="5926"/>
                    <a:pt x="15666" y="5926"/>
                  </a:cubicBezTo>
                  <a:cubicBezTo>
                    <a:pt x="10015" y="5926"/>
                    <a:pt x="1504" y="0"/>
                    <a:pt x="1504" y="0"/>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a:off x="2209275" y="1854025"/>
              <a:ext cx="46950" cy="94650"/>
            </a:xfrm>
            <a:custGeom>
              <a:rect b="b" l="l" r="r" t="t"/>
              <a:pathLst>
                <a:path extrusionOk="0" fill="none" h="3786" w="1878">
                  <a:moveTo>
                    <a:pt x="1712" y="0"/>
                  </a:moveTo>
                  <a:cubicBezTo>
                    <a:pt x="1242" y="2382"/>
                    <a:pt x="0" y="3071"/>
                    <a:pt x="80" y="3263"/>
                  </a:cubicBezTo>
                  <a:cubicBezTo>
                    <a:pt x="299" y="3786"/>
                    <a:pt x="1877" y="3661"/>
                    <a:pt x="1877" y="3661"/>
                  </a:cubicBezTo>
                </a:path>
              </a:pathLst>
            </a:custGeom>
            <a:noFill/>
            <a:ln cap="rnd" cmpd="sng" w="18500">
              <a:solidFill>
                <a:srgbClr val="CB9EAE"/>
              </a:solidFill>
              <a:prstDash val="solid"/>
              <a:miter lim="16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a:off x="1755275" y="2415700"/>
              <a:ext cx="3878625" cy="3060625"/>
            </a:xfrm>
            <a:custGeom>
              <a:rect b="b" l="l" r="r" t="t"/>
              <a:pathLst>
                <a:path extrusionOk="0" h="122425" w="155145">
                  <a:moveTo>
                    <a:pt x="8382" y="52097"/>
                  </a:moveTo>
                  <a:cubicBezTo>
                    <a:pt x="12337" y="38851"/>
                    <a:pt x="27641" y="17499"/>
                    <a:pt x="41978" y="10560"/>
                  </a:cubicBezTo>
                  <a:cubicBezTo>
                    <a:pt x="63679" y="1"/>
                    <a:pt x="98016" y="1484"/>
                    <a:pt x="117179" y="10560"/>
                  </a:cubicBezTo>
                  <a:cubicBezTo>
                    <a:pt x="128169" y="15768"/>
                    <a:pt x="137689" y="26921"/>
                    <a:pt x="143909" y="38685"/>
                  </a:cubicBezTo>
                  <a:cubicBezTo>
                    <a:pt x="155145" y="59936"/>
                    <a:pt x="151018" y="76941"/>
                    <a:pt x="121380" y="77043"/>
                  </a:cubicBezTo>
                  <a:cubicBezTo>
                    <a:pt x="121380" y="77043"/>
                    <a:pt x="121941" y="112968"/>
                    <a:pt x="123396" y="122424"/>
                  </a:cubicBezTo>
                  <a:lnTo>
                    <a:pt x="31548" y="122424"/>
                  </a:lnTo>
                  <a:cubicBezTo>
                    <a:pt x="31548" y="122424"/>
                    <a:pt x="33128" y="89812"/>
                    <a:pt x="35673" y="76354"/>
                  </a:cubicBezTo>
                  <a:cubicBezTo>
                    <a:pt x="35673" y="76352"/>
                    <a:pt x="0" y="80174"/>
                    <a:pt x="8382" y="52097"/>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a:off x="3525500" y="2190625"/>
              <a:ext cx="460525" cy="661625"/>
            </a:xfrm>
            <a:custGeom>
              <a:rect b="b" l="l" r="r" t="t"/>
              <a:pathLst>
                <a:path extrusionOk="0" h="26465" w="18421">
                  <a:moveTo>
                    <a:pt x="18420" y="12649"/>
                  </a:moveTo>
                  <a:lnTo>
                    <a:pt x="17323" y="1"/>
                  </a:lnTo>
                  <a:lnTo>
                    <a:pt x="1671" y="1"/>
                  </a:lnTo>
                  <a:lnTo>
                    <a:pt x="1" y="12487"/>
                  </a:lnTo>
                  <a:cubicBezTo>
                    <a:pt x="1" y="12487"/>
                    <a:pt x="9237" y="26465"/>
                    <a:pt x="18420" y="12649"/>
                  </a:cubicBezTo>
                  <a:close/>
                </a:path>
              </a:pathLst>
            </a:custGeom>
            <a:solidFill>
              <a:srgbClr val="CB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3273650" y="1279950"/>
              <a:ext cx="1034100" cy="799700"/>
            </a:xfrm>
            <a:custGeom>
              <a:rect b="b" l="l" r="r" t="t"/>
              <a:pathLst>
                <a:path extrusionOk="0" h="31988" w="41364">
                  <a:moveTo>
                    <a:pt x="32688" y="27547"/>
                  </a:moveTo>
                  <a:cubicBezTo>
                    <a:pt x="32688" y="27547"/>
                    <a:pt x="41364" y="11997"/>
                    <a:pt x="34040" y="5782"/>
                  </a:cubicBezTo>
                  <a:cubicBezTo>
                    <a:pt x="27228" y="1"/>
                    <a:pt x="21231" y="8126"/>
                    <a:pt x="17044" y="7984"/>
                  </a:cubicBezTo>
                  <a:cubicBezTo>
                    <a:pt x="12246" y="7822"/>
                    <a:pt x="7129" y="8633"/>
                    <a:pt x="4113" y="12274"/>
                  </a:cubicBezTo>
                  <a:cubicBezTo>
                    <a:pt x="1" y="17241"/>
                    <a:pt x="3154" y="29228"/>
                    <a:pt x="6609" y="30295"/>
                  </a:cubicBezTo>
                  <a:cubicBezTo>
                    <a:pt x="12080" y="31987"/>
                    <a:pt x="32688" y="27547"/>
                    <a:pt x="32688" y="275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a:off x="3306500" y="1844525"/>
              <a:ext cx="798900" cy="587375"/>
            </a:xfrm>
            <a:custGeom>
              <a:rect b="b" l="l" r="r" t="t"/>
              <a:pathLst>
                <a:path extrusionOk="0" h="23495" w="31956">
                  <a:moveTo>
                    <a:pt x="9916" y="1"/>
                  </a:moveTo>
                  <a:cubicBezTo>
                    <a:pt x="9631" y="1"/>
                    <a:pt x="9367" y="42"/>
                    <a:pt x="9131" y="133"/>
                  </a:cubicBezTo>
                  <a:cubicBezTo>
                    <a:pt x="6041" y="1328"/>
                    <a:pt x="7589" y="5175"/>
                    <a:pt x="5295" y="5334"/>
                  </a:cubicBezTo>
                  <a:cubicBezTo>
                    <a:pt x="5292" y="5335"/>
                    <a:pt x="5288" y="5335"/>
                    <a:pt x="5285" y="5335"/>
                  </a:cubicBezTo>
                  <a:cubicBezTo>
                    <a:pt x="4716" y="5335"/>
                    <a:pt x="3836" y="2186"/>
                    <a:pt x="2719" y="2186"/>
                  </a:cubicBezTo>
                  <a:cubicBezTo>
                    <a:pt x="2530" y="2186"/>
                    <a:pt x="2334" y="2277"/>
                    <a:pt x="2131" y="2489"/>
                  </a:cubicBezTo>
                  <a:cubicBezTo>
                    <a:pt x="0" y="4710"/>
                    <a:pt x="2014" y="8345"/>
                    <a:pt x="5297" y="9209"/>
                  </a:cubicBezTo>
                  <a:cubicBezTo>
                    <a:pt x="7007" y="17690"/>
                    <a:pt x="11439" y="23494"/>
                    <a:pt x="18722" y="23494"/>
                  </a:cubicBezTo>
                  <a:cubicBezTo>
                    <a:pt x="26056" y="23494"/>
                    <a:pt x="31956" y="15537"/>
                    <a:pt x="31388" y="853"/>
                  </a:cubicBezTo>
                  <a:lnTo>
                    <a:pt x="31388" y="853"/>
                  </a:lnTo>
                  <a:cubicBezTo>
                    <a:pt x="31388" y="854"/>
                    <a:pt x="29148" y="3892"/>
                    <a:pt x="23671" y="3892"/>
                  </a:cubicBezTo>
                  <a:cubicBezTo>
                    <a:pt x="21799" y="3892"/>
                    <a:pt x="19549" y="3537"/>
                    <a:pt x="16881" y="2584"/>
                  </a:cubicBezTo>
                  <a:cubicBezTo>
                    <a:pt x="14611" y="1773"/>
                    <a:pt x="11791" y="1"/>
                    <a:pt x="9916" y="1"/>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a:off x="3805800" y="1997750"/>
              <a:ext cx="65925" cy="172925"/>
            </a:xfrm>
            <a:custGeom>
              <a:rect b="b" l="l" r="r" t="t"/>
              <a:pathLst>
                <a:path extrusionOk="0" fill="none" h="6917" w="2637">
                  <a:moveTo>
                    <a:pt x="1109" y="0"/>
                  </a:moveTo>
                  <a:cubicBezTo>
                    <a:pt x="1109" y="0"/>
                    <a:pt x="2636" y="5115"/>
                    <a:pt x="2536" y="5878"/>
                  </a:cubicBezTo>
                  <a:cubicBezTo>
                    <a:pt x="2401" y="6916"/>
                    <a:pt x="0" y="6760"/>
                    <a:pt x="0" y="6760"/>
                  </a:cubicBezTo>
                </a:path>
              </a:pathLst>
            </a:custGeom>
            <a:noFill/>
            <a:ln cap="rnd" cmpd="sng" w="18500">
              <a:solidFill>
                <a:srgbClr val="CB9EAE"/>
              </a:solidFill>
              <a:prstDash val="solid"/>
              <a:miter lim="16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a:off x="3015600" y="2954700"/>
              <a:ext cx="1580400" cy="1362550"/>
            </a:xfrm>
            <a:custGeom>
              <a:rect b="b" l="l" r="r" t="t"/>
              <a:pathLst>
                <a:path extrusionOk="0" h="54502" w="63216">
                  <a:moveTo>
                    <a:pt x="20310" y="1"/>
                  </a:moveTo>
                  <a:lnTo>
                    <a:pt x="15337" y="14256"/>
                  </a:lnTo>
                  <a:cubicBezTo>
                    <a:pt x="14072" y="13647"/>
                    <a:pt x="12983" y="12711"/>
                    <a:pt x="12259" y="11502"/>
                  </a:cubicBezTo>
                  <a:cubicBezTo>
                    <a:pt x="11501" y="10234"/>
                    <a:pt x="10321" y="9273"/>
                    <a:pt x="8927" y="8789"/>
                  </a:cubicBezTo>
                  <a:cubicBezTo>
                    <a:pt x="8237" y="8548"/>
                    <a:pt x="7534" y="8434"/>
                    <a:pt x="6843" y="8434"/>
                  </a:cubicBezTo>
                  <a:cubicBezTo>
                    <a:pt x="4002" y="8434"/>
                    <a:pt x="1359" y="10363"/>
                    <a:pt x="668" y="13376"/>
                  </a:cubicBezTo>
                  <a:cubicBezTo>
                    <a:pt x="0" y="16290"/>
                    <a:pt x="1533" y="19336"/>
                    <a:pt x="4267" y="20545"/>
                  </a:cubicBezTo>
                  <a:cubicBezTo>
                    <a:pt x="5110" y="20918"/>
                    <a:pt x="5982" y="21093"/>
                    <a:pt x="6836" y="21093"/>
                  </a:cubicBezTo>
                  <a:cubicBezTo>
                    <a:pt x="7571" y="21093"/>
                    <a:pt x="8291" y="20964"/>
                    <a:pt x="8969" y="20720"/>
                  </a:cubicBezTo>
                  <a:cubicBezTo>
                    <a:pt x="9820" y="20413"/>
                    <a:pt x="10711" y="20249"/>
                    <a:pt x="11600" y="20249"/>
                  </a:cubicBezTo>
                  <a:cubicBezTo>
                    <a:pt x="12131" y="20249"/>
                    <a:pt x="12662" y="20308"/>
                    <a:pt x="13183" y="20430"/>
                  </a:cubicBezTo>
                  <a:lnTo>
                    <a:pt x="8203" y="34703"/>
                  </a:lnTo>
                  <a:lnTo>
                    <a:pt x="22461" y="39677"/>
                  </a:lnTo>
                  <a:cubicBezTo>
                    <a:pt x="21850" y="40940"/>
                    <a:pt x="20915" y="42029"/>
                    <a:pt x="19704" y="42754"/>
                  </a:cubicBezTo>
                  <a:cubicBezTo>
                    <a:pt x="18438" y="43511"/>
                    <a:pt x="17477" y="44691"/>
                    <a:pt x="16993" y="46085"/>
                  </a:cubicBezTo>
                  <a:cubicBezTo>
                    <a:pt x="15763" y="49611"/>
                    <a:pt x="17833" y="53487"/>
                    <a:pt x="21578" y="54345"/>
                  </a:cubicBezTo>
                  <a:cubicBezTo>
                    <a:pt x="22037" y="54451"/>
                    <a:pt x="22498" y="54501"/>
                    <a:pt x="22955" y="54501"/>
                  </a:cubicBezTo>
                  <a:cubicBezTo>
                    <a:pt x="25405" y="54501"/>
                    <a:pt x="27729" y="53049"/>
                    <a:pt x="28749" y="50745"/>
                  </a:cubicBezTo>
                  <a:cubicBezTo>
                    <a:pt x="29443" y="49178"/>
                    <a:pt x="29450" y="47509"/>
                    <a:pt x="28923" y="46045"/>
                  </a:cubicBezTo>
                  <a:cubicBezTo>
                    <a:pt x="28434" y="44684"/>
                    <a:pt x="28309" y="43223"/>
                    <a:pt x="28632" y="41830"/>
                  </a:cubicBezTo>
                  <a:lnTo>
                    <a:pt x="28632" y="41830"/>
                  </a:lnTo>
                  <a:lnTo>
                    <a:pt x="42906" y="46810"/>
                  </a:lnTo>
                  <a:lnTo>
                    <a:pt x="47879" y="32553"/>
                  </a:lnTo>
                  <a:cubicBezTo>
                    <a:pt x="49142" y="33164"/>
                    <a:pt x="50231" y="34099"/>
                    <a:pt x="50956" y="35308"/>
                  </a:cubicBezTo>
                  <a:cubicBezTo>
                    <a:pt x="51713" y="36576"/>
                    <a:pt x="52893" y="37536"/>
                    <a:pt x="54288" y="38021"/>
                  </a:cubicBezTo>
                  <a:cubicBezTo>
                    <a:pt x="54978" y="38261"/>
                    <a:pt x="55681" y="38375"/>
                    <a:pt x="56372" y="38375"/>
                  </a:cubicBezTo>
                  <a:cubicBezTo>
                    <a:pt x="59215" y="38375"/>
                    <a:pt x="61858" y="36446"/>
                    <a:pt x="62548" y="33434"/>
                  </a:cubicBezTo>
                  <a:cubicBezTo>
                    <a:pt x="63216" y="30520"/>
                    <a:pt x="61682" y="27474"/>
                    <a:pt x="58948" y="26264"/>
                  </a:cubicBezTo>
                  <a:cubicBezTo>
                    <a:pt x="58105" y="25891"/>
                    <a:pt x="57233" y="25716"/>
                    <a:pt x="56379" y="25716"/>
                  </a:cubicBezTo>
                  <a:cubicBezTo>
                    <a:pt x="55645" y="25716"/>
                    <a:pt x="54924" y="25846"/>
                    <a:pt x="54247" y="26089"/>
                  </a:cubicBezTo>
                  <a:cubicBezTo>
                    <a:pt x="53395" y="26396"/>
                    <a:pt x="52504" y="26560"/>
                    <a:pt x="51616" y="26560"/>
                  </a:cubicBezTo>
                  <a:cubicBezTo>
                    <a:pt x="51085" y="26560"/>
                    <a:pt x="50554" y="26501"/>
                    <a:pt x="50033" y="26380"/>
                  </a:cubicBezTo>
                  <a:lnTo>
                    <a:pt x="55011" y="12108"/>
                  </a:lnTo>
                  <a:lnTo>
                    <a:pt x="40739" y="7128"/>
                  </a:lnTo>
                  <a:lnTo>
                    <a:pt x="40739" y="7128"/>
                  </a:lnTo>
                  <a:cubicBezTo>
                    <a:pt x="40414" y="8521"/>
                    <a:pt x="40541" y="9982"/>
                    <a:pt x="41030" y="11344"/>
                  </a:cubicBezTo>
                  <a:cubicBezTo>
                    <a:pt x="41557" y="12808"/>
                    <a:pt x="41549" y="14476"/>
                    <a:pt x="40855" y="16044"/>
                  </a:cubicBezTo>
                  <a:cubicBezTo>
                    <a:pt x="39836" y="18348"/>
                    <a:pt x="37513" y="19799"/>
                    <a:pt x="35063" y="19799"/>
                  </a:cubicBezTo>
                  <a:cubicBezTo>
                    <a:pt x="34606" y="19799"/>
                    <a:pt x="34144" y="19748"/>
                    <a:pt x="33685" y="19643"/>
                  </a:cubicBezTo>
                  <a:cubicBezTo>
                    <a:pt x="29941" y="18785"/>
                    <a:pt x="27870" y="14910"/>
                    <a:pt x="29100" y="11384"/>
                  </a:cubicBezTo>
                  <a:cubicBezTo>
                    <a:pt x="29585" y="9990"/>
                    <a:pt x="30544" y="8810"/>
                    <a:pt x="31811" y="8053"/>
                  </a:cubicBezTo>
                  <a:cubicBezTo>
                    <a:pt x="33021" y="7328"/>
                    <a:pt x="33957" y="6239"/>
                    <a:pt x="34568" y="4974"/>
                  </a:cubicBezTo>
                  <a:lnTo>
                    <a:pt x="20310"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a:off x="3107550" y="3667000"/>
              <a:ext cx="619875" cy="458575"/>
            </a:xfrm>
            <a:custGeom>
              <a:rect b="b" l="l" r="r" t="t"/>
              <a:pathLst>
                <a:path extrusionOk="0" h="18343" w="24795">
                  <a:moveTo>
                    <a:pt x="12764" y="1"/>
                  </a:moveTo>
                  <a:cubicBezTo>
                    <a:pt x="11690" y="1"/>
                    <a:pt x="7640" y="3303"/>
                    <a:pt x="0" y="5585"/>
                  </a:cubicBezTo>
                  <a:lnTo>
                    <a:pt x="4374" y="18343"/>
                  </a:lnTo>
                  <a:cubicBezTo>
                    <a:pt x="15111" y="14187"/>
                    <a:pt x="22575" y="9264"/>
                    <a:pt x="22526" y="8402"/>
                  </a:cubicBezTo>
                  <a:cubicBezTo>
                    <a:pt x="22511" y="8141"/>
                    <a:pt x="22298" y="8037"/>
                    <a:pt x="21967" y="8037"/>
                  </a:cubicBezTo>
                  <a:cubicBezTo>
                    <a:pt x="20681" y="8037"/>
                    <a:pt x="17621" y="9611"/>
                    <a:pt x="17621" y="9611"/>
                  </a:cubicBezTo>
                  <a:cubicBezTo>
                    <a:pt x="17621" y="9611"/>
                    <a:pt x="24795" y="5603"/>
                    <a:pt x="24322" y="4479"/>
                  </a:cubicBezTo>
                  <a:cubicBezTo>
                    <a:pt x="24252" y="4314"/>
                    <a:pt x="24049" y="4244"/>
                    <a:pt x="23753" y="4244"/>
                  </a:cubicBezTo>
                  <a:cubicBezTo>
                    <a:pt x="22026" y="4244"/>
                    <a:pt x="17133" y="6632"/>
                    <a:pt x="17133" y="6632"/>
                  </a:cubicBezTo>
                  <a:cubicBezTo>
                    <a:pt x="17133" y="6632"/>
                    <a:pt x="23374" y="2969"/>
                    <a:pt x="22870" y="2137"/>
                  </a:cubicBezTo>
                  <a:cubicBezTo>
                    <a:pt x="22811" y="2037"/>
                    <a:pt x="22666" y="1994"/>
                    <a:pt x="22459" y="1994"/>
                  </a:cubicBezTo>
                  <a:cubicBezTo>
                    <a:pt x="20923" y="1994"/>
                    <a:pt x="15912" y="4388"/>
                    <a:pt x="15912" y="4388"/>
                  </a:cubicBezTo>
                  <a:cubicBezTo>
                    <a:pt x="15912" y="4388"/>
                    <a:pt x="20813" y="1169"/>
                    <a:pt x="20457" y="376"/>
                  </a:cubicBezTo>
                  <a:cubicBezTo>
                    <a:pt x="20395" y="240"/>
                    <a:pt x="20237" y="180"/>
                    <a:pt x="20003" y="180"/>
                  </a:cubicBezTo>
                  <a:cubicBezTo>
                    <a:pt x="18329" y="180"/>
                    <a:pt x="12812" y="3267"/>
                    <a:pt x="11822" y="3267"/>
                  </a:cubicBezTo>
                  <a:cubicBezTo>
                    <a:pt x="11777" y="3267"/>
                    <a:pt x="11741" y="3260"/>
                    <a:pt x="11716" y="3247"/>
                  </a:cubicBezTo>
                  <a:cubicBezTo>
                    <a:pt x="11716" y="3247"/>
                    <a:pt x="13717" y="529"/>
                    <a:pt x="12932" y="41"/>
                  </a:cubicBezTo>
                  <a:cubicBezTo>
                    <a:pt x="12887" y="14"/>
                    <a:pt x="12831" y="1"/>
                    <a:pt x="12764" y="1"/>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a:off x="2703050" y="3271975"/>
              <a:ext cx="401200" cy="572875"/>
            </a:xfrm>
            <a:custGeom>
              <a:rect b="b" l="l" r="r" t="t"/>
              <a:pathLst>
                <a:path extrusionOk="0" fill="none" h="22915" w="16048">
                  <a:moveTo>
                    <a:pt x="9884" y="0"/>
                  </a:moveTo>
                  <a:cubicBezTo>
                    <a:pt x="9884" y="0"/>
                    <a:pt x="0" y="17172"/>
                    <a:pt x="1834" y="20239"/>
                  </a:cubicBezTo>
                  <a:cubicBezTo>
                    <a:pt x="3433" y="22914"/>
                    <a:pt x="15763" y="20497"/>
                    <a:pt x="15763" y="20497"/>
                  </a:cubicBezTo>
                  <a:lnTo>
                    <a:pt x="16047" y="21323"/>
                  </a:lnTo>
                </a:path>
              </a:pathLst>
            </a:custGeom>
            <a:noFill/>
            <a:ln cap="rnd" cmpd="sng" w="18500">
              <a:solidFill>
                <a:schemeClr val="accent4"/>
              </a:solidFill>
              <a:prstDash val="solid"/>
              <a:miter lim="16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a:off x="2647100" y="4125550"/>
              <a:ext cx="576200" cy="198975"/>
            </a:xfrm>
            <a:custGeom>
              <a:rect b="b" l="l" r="r" t="t"/>
              <a:pathLst>
                <a:path extrusionOk="0" fill="none" h="7959" w="23048">
                  <a:moveTo>
                    <a:pt x="0" y="7958"/>
                  </a:moveTo>
                  <a:cubicBezTo>
                    <a:pt x="11883" y="7081"/>
                    <a:pt x="23047" y="745"/>
                    <a:pt x="23047" y="745"/>
                  </a:cubicBezTo>
                  <a:lnTo>
                    <a:pt x="22792" y="1"/>
                  </a:lnTo>
                </a:path>
              </a:pathLst>
            </a:custGeom>
            <a:noFill/>
            <a:ln cap="rnd" cmpd="sng" w="18500">
              <a:solidFill>
                <a:schemeClr val="accent4"/>
              </a:solidFill>
              <a:prstDash val="solid"/>
              <a:miter lim="16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3737900" y="3664775"/>
              <a:ext cx="619800" cy="461125"/>
            </a:xfrm>
            <a:custGeom>
              <a:rect b="b" l="l" r="r" t="t"/>
              <a:pathLst>
                <a:path extrusionOk="0" h="18445" w="24792">
                  <a:moveTo>
                    <a:pt x="12091" y="1"/>
                  </a:moveTo>
                  <a:cubicBezTo>
                    <a:pt x="12026" y="1"/>
                    <a:pt x="11972" y="13"/>
                    <a:pt x="11928" y="39"/>
                  </a:cubicBezTo>
                  <a:cubicBezTo>
                    <a:pt x="11139" y="517"/>
                    <a:pt x="13105" y="3259"/>
                    <a:pt x="13105" y="3259"/>
                  </a:cubicBezTo>
                  <a:cubicBezTo>
                    <a:pt x="13081" y="3272"/>
                    <a:pt x="13047" y="3278"/>
                    <a:pt x="13004" y="3278"/>
                  </a:cubicBezTo>
                  <a:cubicBezTo>
                    <a:pt x="12027" y="3278"/>
                    <a:pt x="6498" y="90"/>
                    <a:pt x="4841" y="90"/>
                  </a:cubicBezTo>
                  <a:cubicBezTo>
                    <a:pt x="4616" y="90"/>
                    <a:pt x="4463" y="149"/>
                    <a:pt x="4402" y="282"/>
                  </a:cubicBezTo>
                  <a:cubicBezTo>
                    <a:pt x="4034" y="1072"/>
                    <a:pt x="8896" y="4350"/>
                    <a:pt x="8896" y="4350"/>
                  </a:cubicBezTo>
                  <a:cubicBezTo>
                    <a:pt x="8896" y="4350"/>
                    <a:pt x="3877" y="1875"/>
                    <a:pt x="2361" y="1875"/>
                  </a:cubicBezTo>
                  <a:cubicBezTo>
                    <a:pt x="2163" y="1875"/>
                    <a:pt x="2025" y="1917"/>
                    <a:pt x="1965" y="2013"/>
                  </a:cubicBezTo>
                  <a:cubicBezTo>
                    <a:pt x="1452" y="2840"/>
                    <a:pt x="7647" y="6580"/>
                    <a:pt x="7647" y="6580"/>
                  </a:cubicBezTo>
                  <a:cubicBezTo>
                    <a:pt x="7647" y="6580"/>
                    <a:pt x="2742" y="4111"/>
                    <a:pt x="1035" y="4111"/>
                  </a:cubicBezTo>
                  <a:cubicBezTo>
                    <a:pt x="751" y="4111"/>
                    <a:pt x="556" y="4179"/>
                    <a:pt x="486" y="4338"/>
                  </a:cubicBezTo>
                  <a:cubicBezTo>
                    <a:pt x="0" y="5455"/>
                    <a:pt x="7124" y="9551"/>
                    <a:pt x="7124" y="9551"/>
                  </a:cubicBezTo>
                  <a:cubicBezTo>
                    <a:pt x="7124" y="9551"/>
                    <a:pt x="4053" y="7924"/>
                    <a:pt x="2778" y="7924"/>
                  </a:cubicBezTo>
                  <a:cubicBezTo>
                    <a:pt x="2458" y="7924"/>
                    <a:pt x="2251" y="8026"/>
                    <a:pt x="2233" y="8282"/>
                  </a:cubicBezTo>
                  <a:cubicBezTo>
                    <a:pt x="2175" y="9143"/>
                    <a:pt x="9578" y="14157"/>
                    <a:pt x="20262" y="18445"/>
                  </a:cubicBezTo>
                  <a:lnTo>
                    <a:pt x="24791" y="5741"/>
                  </a:lnTo>
                  <a:cubicBezTo>
                    <a:pt x="17166" y="3361"/>
                    <a:pt x="13155" y="1"/>
                    <a:pt x="12091" y="1"/>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a:off x="4237850" y="3786350"/>
              <a:ext cx="551950" cy="555400"/>
            </a:xfrm>
            <a:custGeom>
              <a:rect b="b" l="l" r="r" t="t"/>
              <a:pathLst>
                <a:path extrusionOk="0" h="22216" w="22078">
                  <a:moveTo>
                    <a:pt x="20466" y="413"/>
                  </a:moveTo>
                  <a:cubicBezTo>
                    <a:pt x="19048" y="1770"/>
                    <a:pt x="4941" y="0"/>
                    <a:pt x="4941" y="0"/>
                  </a:cubicBezTo>
                  <a:lnTo>
                    <a:pt x="4647" y="823"/>
                  </a:lnTo>
                  <a:lnTo>
                    <a:pt x="264" y="13582"/>
                  </a:lnTo>
                  <a:lnTo>
                    <a:pt x="0" y="14321"/>
                  </a:lnTo>
                  <a:cubicBezTo>
                    <a:pt x="0" y="14321"/>
                    <a:pt x="10897" y="21960"/>
                    <a:pt x="22077" y="22216"/>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4354025" y="3271975"/>
              <a:ext cx="456650" cy="558650"/>
            </a:xfrm>
            <a:custGeom>
              <a:rect b="b" l="l" r="r" t="t"/>
              <a:pathLst>
                <a:path extrusionOk="0" fill="none" h="22346" w="18266">
                  <a:moveTo>
                    <a:pt x="7953" y="0"/>
                  </a:moveTo>
                  <a:cubicBezTo>
                    <a:pt x="7953" y="0"/>
                    <a:pt x="18266" y="18651"/>
                    <a:pt x="15819" y="20988"/>
                  </a:cubicBezTo>
                  <a:cubicBezTo>
                    <a:pt x="14401" y="22345"/>
                    <a:pt x="294" y="20575"/>
                    <a:pt x="294" y="20575"/>
                  </a:cubicBezTo>
                  <a:lnTo>
                    <a:pt x="0" y="21398"/>
                  </a:lnTo>
                </a:path>
              </a:pathLst>
            </a:custGeom>
            <a:noFill/>
            <a:ln cap="rnd" cmpd="sng" w="18500">
              <a:solidFill>
                <a:schemeClr val="accent4"/>
              </a:solidFill>
              <a:prstDash val="solid"/>
              <a:miter lim="16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4237850" y="4125875"/>
              <a:ext cx="551950" cy="215875"/>
            </a:xfrm>
            <a:custGeom>
              <a:rect b="b" l="l" r="r" t="t"/>
              <a:pathLst>
                <a:path extrusionOk="0" fill="none" h="8635" w="22078">
                  <a:moveTo>
                    <a:pt x="22077" y="8635"/>
                  </a:moveTo>
                  <a:cubicBezTo>
                    <a:pt x="10897" y="8381"/>
                    <a:pt x="0" y="740"/>
                    <a:pt x="0" y="740"/>
                  </a:cubicBezTo>
                  <a:lnTo>
                    <a:pt x="264" y="1"/>
                  </a:lnTo>
                </a:path>
              </a:pathLst>
            </a:custGeom>
            <a:noFill/>
            <a:ln cap="rnd" cmpd="sng" w="18500">
              <a:solidFill>
                <a:schemeClr val="accent4"/>
              </a:solidFill>
              <a:prstDash val="solid"/>
              <a:miter lim="16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 name="Google Shape;152;p8"/>
          <p:cNvSpPr/>
          <p:nvPr/>
        </p:nvSpPr>
        <p:spPr>
          <a:xfrm>
            <a:off x="6956700" y="-34825"/>
            <a:ext cx="2187339" cy="2709070"/>
          </a:xfrm>
          <a:custGeom>
            <a:rect b="b" l="l" r="r" t="t"/>
            <a:pathLst>
              <a:path extrusionOk="0" h="117978" w="95257">
                <a:moveTo>
                  <a:pt x="1" y="0"/>
                </a:moveTo>
                <a:cubicBezTo>
                  <a:pt x="6" y="16"/>
                  <a:pt x="7" y="33"/>
                  <a:pt x="10" y="50"/>
                </a:cubicBezTo>
                <a:cubicBezTo>
                  <a:pt x="15" y="66"/>
                  <a:pt x="22" y="85"/>
                  <a:pt x="26" y="103"/>
                </a:cubicBezTo>
                <a:cubicBezTo>
                  <a:pt x="259" y="113"/>
                  <a:pt x="491" y="116"/>
                  <a:pt x="724" y="128"/>
                </a:cubicBezTo>
                <a:cubicBezTo>
                  <a:pt x="16323" y="980"/>
                  <a:pt x="33356" y="8690"/>
                  <a:pt x="37853" y="23652"/>
                </a:cubicBezTo>
                <a:cubicBezTo>
                  <a:pt x="41475" y="35702"/>
                  <a:pt x="36482" y="50528"/>
                  <a:pt x="44575" y="60161"/>
                </a:cubicBezTo>
                <a:cubicBezTo>
                  <a:pt x="53009" y="70205"/>
                  <a:pt x="70274" y="67642"/>
                  <a:pt x="79509" y="76954"/>
                </a:cubicBezTo>
                <a:cubicBezTo>
                  <a:pt x="87937" y="85451"/>
                  <a:pt x="85896" y="99582"/>
                  <a:pt x="90533" y="110614"/>
                </a:cubicBezTo>
                <a:cubicBezTo>
                  <a:pt x="91679" y="113340"/>
                  <a:pt x="93298" y="115808"/>
                  <a:pt x="95256" y="117977"/>
                </a:cubicBezTo>
                <a:lnTo>
                  <a:pt x="95256"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8105677" y="-34825"/>
            <a:ext cx="1038341" cy="1205623"/>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 name="Google Shape;154;p8"/>
          <p:cNvGrpSpPr/>
          <p:nvPr/>
        </p:nvGrpSpPr>
        <p:grpSpPr>
          <a:xfrm>
            <a:off x="-109000" y="3521260"/>
            <a:ext cx="3117187" cy="1685144"/>
            <a:chOff x="3471496" y="4002724"/>
            <a:chExt cx="2179241" cy="1178175"/>
          </a:xfrm>
        </p:grpSpPr>
        <p:sp>
          <p:nvSpPr>
            <p:cNvPr id="155" name="Google Shape;155;p8"/>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 name="Google Shape;156;p8"/>
            <p:cNvGrpSpPr/>
            <p:nvPr/>
          </p:nvGrpSpPr>
          <p:grpSpPr>
            <a:xfrm>
              <a:off x="5131348" y="4002725"/>
              <a:ext cx="519390" cy="1178174"/>
              <a:chOff x="5599250" y="4194125"/>
              <a:chExt cx="418525" cy="949375"/>
            </a:xfrm>
          </p:grpSpPr>
          <p:sp>
            <p:nvSpPr>
              <p:cNvPr id="157" name="Google Shape;157;p8"/>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 name="Google Shape;159;p8"/>
            <p:cNvGrpSpPr/>
            <p:nvPr/>
          </p:nvGrpSpPr>
          <p:grpSpPr>
            <a:xfrm>
              <a:off x="4067725" y="4002724"/>
              <a:ext cx="519358" cy="1178174"/>
              <a:chOff x="3914250" y="4165300"/>
              <a:chExt cx="418500" cy="949375"/>
            </a:xfrm>
          </p:grpSpPr>
          <p:sp>
            <p:nvSpPr>
              <p:cNvPr id="160" name="Google Shape;160;p8"/>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8"/>
            <p:cNvGrpSpPr/>
            <p:nvPr/>
          </p:nvGrpSpPr>
          <p:grpSpPr>
            <a:xfrm>
              <a:off x="3471496" y="4478818"/>
              <a:ext cx="706532" cy="702065"/>
              <a:chOff x="2957825" y="4553350"/>
              <a:chExt cx="569325" cy="565725"/>
            </a:xfrm>
          </p:grpSpPr>
          <p:sp>
            <p:nvSpPr>
              <p:cNvPr id="163" name="Google Shape;163;p8"/>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 name="Google Shape;167;p8"/>
            <p:cNvGrpSpPr/>
            <p:nvPr/>
          </p:nvGrpSpPr>
          <p:grpSpPr>
            <a:xfrm>
              <a:off x="4704470" y="4478833"/>
              <a:ext cx="706501" cy="702065"/>
              <a:chOff x="4791175" y="4530525"/>
              <a:chExt cx="569300" cy="565725"/>
            </a:xfrm>
          </p:grpSpPr>
          <p:sp>
            <p:nvSpPr>
              <p:cNvPr id="168" name="Google Shape;168;p8"/>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8"/>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 name="Google Shape;172;p8"/>
            <p:cNvGrpSpPr/>
            <p:nvPr/>
          </p:nvGrpSpPr>
          <p:grpSpPr>
            <a:xfrm>
              <a:off x="4461512" y="4981934"/>
              <a:ext cx="200266" cy="198963"/>
              <a:chOff x="4449850" y="4905150"/>
              <a:chExt cx="161375" cy="160325"/>
            </a:xfrm>
          </p:grpSpPr>
          <p:sp>
            <p:nvSpPr>
              <p:cNvPr id="173" name="Google Shape;173;p8"/>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8"/>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5" name="Shape 175"/>
        <p:cNvGrpSpPr/>
        <p:nvPr/>
      </p:nvGrpSpPr>
      <p:grpSpPr>
        <a:xfrm>
          <a:off x="0" y="0"/>
          <a:ext cx="0" cy="0"/>
          <a:chOff x="0" y="0"/>
          <a:chExt cx="0" cy="0"/>
        </a:xfrm>
      </p:grpSpPr>
      <p:sp>
        <p:nvSpPr>
          <p:cNvPr id="176" name="Google Shape;176;p9"/>
          <p:cNvSpPr/>
          <p:nvPr/>
        </p:nvSpPr>
        <p:spPr>
          <a:xfrm rot="5400000">
            <a:off x="-566609" y="-3398804"/>
            <a:ext cx="8994655" cy="10985564"/>
          </a:xfrm>
          <a:custGeom>
            <a:rect b="b" l="l" r="r" t="t"/>
            <a:pathLst>
              <a:path extrusionOk="0" h="113414" w="96933">
                <a:moveTo>
                  <a:pt x="39757" y="15929"/>
                </a:moveTo>
                <a:cubicBezTo>
                  <a:pt x="41119" y="20573"/>
                  <a:pt x="40469" y="26136"/>
                  <a:pt x="36897" y="29402"/>
                </a:cubicBezTo>
                <a:cubicBezTo>
                  <a:pt x="33056" y="32912"/>
                  <a:pt x="27241" y="32818"/>
                  <a:pt x="22344" y="34577"/>
                </a:cubicBezTo>
                <a:cubicBezTo>
                  <a:pt x="14529" y="37386"/>
                  <a:pt x="9067" y="45698"/>
                  <a:pt x="9592" y="53987"/>
                </a:cubicBezTo>
                <a:cubicBezTo>
                  <a:pt x="9980" y="60109"/>
                  <a:pt x="13212" y="65629"/>
                  <a:pt x="15232" y="71422"/>
                </a:cubicBezTo>
                <a:cubicBezTo>
                  <a:pt x="17252" y="77215"/>
                  <a:pt x="17803" y="84359"/>
                  <a:pt x="13610" y="88836"/>
                </a:cubicBezTo>
                <a:cubicBezTo>
                  <a:pt x="9977" y="92718"/>
                  <a:pt x="3433" y="93850"/>
                  <a:pt x="1476" y="98792"/>
                </a:cubicBezTo>
                <a:cubicBezTo>
                  <a:pt x="0" y="102521"/>
                  <a:pt x="2081" y="106921"/>
                  <a:pt x="5326" y="109277"/>
                </a:cubicBezTo>
                <a:cubicBezTo>
                  <a:pt x="8571" y="111633"/>
                  <a:pt x="12692" y="112373"/>
                  <a:pt x="16675" y="112820"/>
                </a:cubicBezTo>
                <a:cubicBezTo>
                  <a:pt x="21954" y="113414"/>
                  <a:pt x="28001" y="113337"/>
                  <a:pt x="31664" y="109490"/>
                </a:cubicBezTo>
                <a:cubicBezTo>
                  <a:pt x="35935" y="105006"/>
                  <a:pt x="35381" y="96903"/>
                  <a:pt x="40563" y="93512"/>
                </a:cubicBezTo>
                <a:cubicBezTo>
                  <a:pt x="46509" y="89620"/>
                  <a:pt x="54337" y="95216"/>
                  <a:pt x="61375" y="94237"/>
                </a:cubicBezTo>
                <a:cubicBezTo>
                  <a:pt x="65445" y="93671"/>
                  <a:pt x="68949" y="90846"/>
                  <a:pt x="71156" y="87380"/>
                </a:cubicBezTo>
                <a:cubicBezTo>
                  <a:pt x="73362" y="83913"/>
                  <a:pt x="74429" y="79846"/>
                  <a:pt x="75160" y="75803"/>
                </a:cubicBezTo>
                <a:cubicBezTo>
                  <a:pt x="75890" y="71759"/>
                  <a:pt x="76790" y="66987"/>
                  <a:pt x="80523" y="65264"/>
                </a:cubicBezTo>
                <a:cubicBezTo>
                  <a:pt x="83639" y="63827"/>
                  <a:pt x="87426" y="65254"/>
                  <a:pt x="90676" y="64151"/>
                </a:cubicBezTo>
                <a:cubicBezTo>
                  <a:pt x="93351" y="63243"/>
                  <a:pt x="95223" y="60719"/>
                  <a:pt x="96078" y="58026"/>
                </a:cubicBezTo>
                <a:cubicBezTo>
                  <a:pt x="96932" y="55333"/>
                  <a:pt x="96926" y="52455"/>
                  <a:pt x="96912" y="49630"/>
                </a:cubicBezTo>
                <a:lnTo>
                  <a:pt x="96773" y="20300"/>
                </a:lnTo>
                <a:cubicBezTo>
                  <a:pt x="96750" y="15391"/>
                  <a:pt x="96536" y="9977"/>
                  <a:pt x="93182" y="6392"/>
                </a:cubicBezTo>
                <a:cubicBezTo>
                  <a:pt x="89922" y="2905"/>
                  <a:pt x="84710" y="2255"/>
                  <a:pt x="79948" y="1917"/>
                </a:cubicBezTo>
                <a:cubicBezTo>
                  <a:pt x="68514" y="1106"/>
                  <a:pt x="57047" y="877"/>
                  <a:pt x="45591" y="1232"/>
                </a:cubicBezTo>
                <a:cubicBezTo>
                  <a:pt x="42331" y="1333"/>
                  <a:pt x="34919" y="0"/>
                  <a:pt x="34299" y="4372"/>
                </a:cubicBezTo>
                <a:cubicBezTo>
                  <a:pt x="33829" y="7701"/>
                  <a:pt x="38783" y="12600"/>
                  <a:pt x="39757" y="15929"/>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9"/>
          <p:cNvSpPr txBox="1"/>
          <p:nvPr>
            <p:ph type="title"/>
          </p:nvPr>
        </p:nvSpPr>
        <p:spPr>
          <a:xfrm>
            <a:off x="2543250" y="2537925"/>
            <a:ext cx="4057500" cy="578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200"/>
              <a:buNone/>
              <a:defRPr sz="2900">
                <a:solidFill>
                  <a:schemeClr val="accent2"/>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78" name="Google Shape;178;p9"/>
          <p:cNvSpPr txBox="1"/>
          <p:nvPr>
            <p:ph idx="1" type="subTitle"/>
          </p:nvPr>
        </p:nvSpPr>
        <p:spPr>
          <a:xfrm>
            <a:off x="2543250" y="3211450"/>
            <a:ext cx="4057500" cy="414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b="0" sz="1600">
                <a:solidFill>
                  <a:schemeClr val="lt1"/>
                </a:solidFill>
                <a:latin typeface="Archivo Light"/>
                <a:ea typeface="Archivo Light"/>
                <a:cs typeface="Archivo Light"/>
                <a:sym typeface="Archivo Light"/>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79" name="Google Shape;179;p9"/>
          <p:cNvSpPr txBox="1"/>
          <p:nvPr>
            <p:ph hasCustomPrompt="1" idx="2" type="title"/>
          </p:nvPr>
        </p:nvSpPr>
        <p:spPr>
          <a:xfrm>
            <a:off x="4017450" y="1613613"/>
            <a:ext cx="1109100" cy="65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grpSp>
        <p:nvGrpSpPr>
          <p:cNvPr id="180" name="Google Shape;180;p9"/>
          <p:cNvGrpSpPr/>
          <p:nvPr/>
        </p:nvGrpSpPr>
        <p:grpSpPr>
          <a:xfrm>
            <a:off x="5973081" y="3333903"/>
            <a:ext cx="3347533" cy="1809795"/>
            <a:chOff x="3471496" y="4002724"/>
            <a:chExt cx="2179241" cy="1178175"/>
          </a:xfrm>
        </p:grpSpPr>
        <p:sp>
          <p:nvSpPr>
            <p:cNvPr id="181" name="Google Shape;181;p9"/>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 name="Google Shape;182;p9"/>
            <p:cNvGrpSpPr/>
            <p:nvPr/>
          </p:nvGrpSpPr>
          <p:grpSpPr>
            <a:xfrm>
              <a:off x="5131348" y="4002725"/>
              <a:ext cx="519390" cy="1178174"/>
              <a:chOff x="5599250" y="4194125"/>
              <a:chExt cx="418525" cy="949375"/>
            </a:xfrm>
          </p:grpSpPr>
          <p:sp>
            <p:nvSpPr>
              <p:cNvPr id="183" name="Google Shape;183;p9"/>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9"/>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9"/>
            <p:cNvGrpSpPr/>
            <p:nvPr/>
          </p:nvGrpSpPr>
          <p:grpSpPr>
            <a:xfrm>
              <a:off x="4067725" y="4002724"/>
              <a:ext cx="519358" cy="1178174"/>
              <a:chOff x="3914250" y="4165300"/>
              <a:chExt cx="418500" cy="949375"/>
            </a:xfrm>
          </p:grpSpPr>
          <p:sp>
            <p:nvSpPr>
              <p:cNvPr id="186" name="Google Shape;186;p9"/>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9"/>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 name="Google Shape;188;p9"/>
            <p:cNvGrpSpPr/>
            <p:nvPr/>
          </p:nvGrpSpPr>
          <p:grpSpPr>
            <a:xfrm>
              <a:off x="3471496" y="4478818"/>
              <a:ext cx="706532" cy="702065"/>
              <a:chOff x="2957825" y="4553350"/>
              <a:chExt cx="569325" cy="565725"/>
            </a:xfrm>
          </p:grpSpPr>
          <p:sp>
            <p:nvSpPr>
              <p:cNvPr id="189" name="Google Shape;189;p9"/>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9"/>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9"/>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9"/>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 name="Google Shape;193;p9"/>
            <p:cNvGrpSpPr/>
            <p:nvPr/>
          </p:nvGrpSpPr>
          <p:grpSpPr>
            <a:xfrm>
              <a:off x="4704470" y="4478833"/>
              <a:ext cx="706501" cy="702065"/>
              <a:chOff x="4791175" y="4530525"/>
              <a:chExt cx="569300" cy="565725"/>
            </a:xfrm>
          </p:grpSpPr>
          <p:sp>
            <p:nvSpPr>
              <p:cNvPr id="194" name="Google Shape;194;p9"/>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9"/>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9"/>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9"/>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9"/>
            <p:cNvGrpSpPr/>
            <p:nvPr/>
          </p:nvGrpSpPr>
          <p:grpSpPr>
            <a:xfrm>
              <a:off x="4461512" y="4981934"/>
              <a:ext cx="200266" cy="198963"/>
              <a:chOff x="4449850" y="4905150"/>
              <a:chExt cx="161375" cy="160325"/>
            </a:xfrm>
          </p:grpSpPr>
          <p:sp>
            <p:nvSpPr>
              <p:cNvPr id="199" name="Google Shape;199;p9"/>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9"/>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 name="Google Shape;201;p9"/>
          <p:cNvGrpSpPr/>
          <p:nvPr/>
        </p:nvGrpSpPr>
        <p:grpSpPr>
          <a:xfrm flipH="1" rot="10800000">
            <a:off x="-95314" y="11"/>
            <a:ext cx="3629309" cy="1962133"/>
            <a:chOff x="3471496" y="4002724"/>
            <a:chExt cx="2179241" cy="1178175"/>
          </a:xfrm>
        </p:grpSpPr>
        <p:sp>
          <p:nvSpPr>
            <p:cNvPr id="202" name="Google Shape;202;p9"/>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 name="Google Shape;203;p9"/>
            <p:cNvGrpSpPr/>
            <p:nvPr/>
          </p:nvGrpSpPr>
          <p:grpSpPr>
            <a:xfrm>
              <a:off x="5131348" y="4002725"/>
              <a:ext cx="519390" cy="1178174"/>
              <a:chOff x="5599250" y="4194125"/>
              <a:chExt cx="418525" cy="949375"/>
            </a:xfrm>
          </p:grpSpPr>
          <p:sp>
            <p:nvSpPr>
              <p:cNvPr id="204" name="Google Shape;204;p9"/>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9"/>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9"/>
            <p:cNvGrpSpPr/>
            <p:nvPr/>
          </p:nvGrpSpPr>
          <p:grpSpPr>
            <a:xfrm>
              <a:off x="4067725" y="4002724"/>
              <a:ext cx="519358" cy="1178174"/>
              <a:chOff x="3914250" y="4165300"/>
              <a:chExt cx="418500" cy="949375"/>
            </a:xfrm>
          </p:grpSpPr>
          <p:sp>
            <p:nvSpPr>
              <p:cNvPr id="207" name="Google Shape;207;p9"/>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9"/>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 name="Google Shape;209;p9"/>
            <p:cNvGrpSpPr/>
            <p:nvPr/>
          </p:nvGrpSpPr>
          <p:grpSpPr>
            <a:xfrm>
              <a:off x="3471496" y="4478818"/>
              <a:ext cx="706532" cy="702065"/>
              <a:chOff x="2957825" y="4553350"/>
              <a:chExt cx="569325" cy="565725"/>
            </a:xfrm>
          </p:grpSpPr>
          <p:sp>
            <p:nvSpPr>
              <p:cNvPr id="210" name="Google Shape;210;p9"/>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9"/>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9"/>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9"/>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 name="Google Shape;214;p9"/>
            <p:cNvGrpSpPr/>
            <p:nvPr/>
          </p:nvGrpSpPr>
          <p:grpSpPr>
            <a:xfrm>
              <a:off x="4704470" y="4478833"/>
              <a:ext cx="706501" cy="702065"/>
              <a:chOff x="4791175" y="4530525"/>
              <a:chExt cx="569300" cy="565725"/>
            </a:xfrm>
          </p:grpSpPr>
          <p:sp>
            <p:nvSpPr>
              <p:cNvPr id="215" name="Google Shape;215;p9"/>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9"/>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9"/>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9"/>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 name="Google Shape;219;p9"/>
            <p:cNvGrpSpPr/>
            <p:nvPr/>
          </p:nvGrpSpPr>
          <p:grpSpPr>
            <a:xfrm>
              <a:off x="4461512" y="4981934"/>
              <a:ext cx="200266" cy="198963"/>
              <a:chOff x="4449850" y="4905150"/>
              <a:chExt cx="161375" cy="160325"/>
            </a:xfrm>
          </p:grpSpPr>
          <p:sp>
            <p:nvSpPr>
              <p:cNvPr id="220" name="Google Shape;220;p9"/>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9"/>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22" name="Shape 222"/>
        <p:cNvGrpSpPr/>
        <p:nvPr/>
      </p:nvGrpSpPr>
      <p:grpSpPr>
        <a:xfrm>
          <a:off x="0" y="0"/>
          <a:ext cx="0" cy="0"/>
          <a:chOff x="0" y="0"/>
          <a:chExt cx="0" cy="0"/>
        </a:xfrm>
      </p:grpSpPr>
      <p:sp>
        <p:nvSpPr>
          <p:cNvPr id="223" name="Google Shape;223;p10"/>
          <p:cNvSpPr txBox="1"/>
          <p:nvPr>
            <p:ph idx="1" type="body"/>
          </p:nvPr>
        </p:nvSpPr>
        <p:spPr>
          <a:xfrm>
            <a:off x="1075175" y="3544125"/>
            <a:ext cx="3182400" cy="897000"/>
          </a:xfrm>
          <a:prstGeom prst="rect">
            <a:avLst/>
          </a:prstGeom>
        </p:spPr>
        <p:txBody>
          <a:bodyPr anchorCtr="0" anchor="t" bIns="91425" lIns="91425" spcFirstLastPara="1" rIns="91425" wrap="square" tIns="91425">
            <a:noAutofit/>
          </a:bodyPr>
          <a:lstStyle>
            <a:lvl1pPr indent="-228600" lvl="0" marL="457200">
              <a:lnSpc>
                <a:spcPct val="100000"/>
              </a:lnSpc>
              <a:spcBef>
                <a:spcPts val="0"/>
              </a:spcBef>
              <a:spcAft>
                <a:spcPts val="0"/>
              </a:spcAft>
              <a:buSzPts val="1800"/>
              <a:buNone/>
              <a:defRPr sz="2800">
                <a:solidFill>
                  <a:schemeClr val="lt1"/>
                </a:solidFill>
              </a:defRPr>
            </a:lvl1pPr>
          </a:lstStyle>
          <a:p/>
        </p:txBody>
      </p:sp>
      <p:sp>
        <p:nvSpPr>
          <p:cNvPr id="224" name="Google Shape;224;p10"/>
          <p:cNvSpPr/>
          <p:nvPr/>
        </p:nvSpPr>
        <p:spPr>
          <a:xfrm>
            <a:off x="7285548" y="-34825"/>
            <a:ext cx="1858464" cy="2301751"/>
          </a:xfrm>
          <a:custGeom>
            <a:rect b="b" l="l" r="r" t="t"/>
            <a:pathLst>
              <a:path extrusionOk="0" h="117978" w="95257">
                <a:moveTo>
                  <a:pt x="1" y="0"/>
                </a:moveTo>
                <a:cubicBezTo>
                  <a:pt x="6" y="16"/>
                  <a:pt x="7" y="33"/>
                  <a:pt x="10" y="50"/>
                </a:cubicBezTo>
                <a:cubicBezTo>
                  <a:pt x="15" y="66"/>
                  <a:pt x="22" y="85"/>
                  <a:pt x="26" y="103"/>
                </a:cubicBezTo>
                <a:cubicBezTo>
                  <a:pt x="259" y="113"/>
                  <a:pt x="491" y="116"/>
                  <a:pt x="724" y="128"/>
                </a:cubicBezTo>
                <a:cubicBezTo>
                  <a:pt x="16323" y="980"/>
                  <a:pt x="33356" y="8690"/>
                  <a:pt x="37853" y="23652"/>
                </a:cubicBezTo>
                <a:cubicBezTo>
                  <a:pt x="41475" y="35702"/>
                  <a:pt x="36482" y="50528"/>
                  <a:pt x="44575" y="60161"/>
                </a:cubicBezTo>
                <a:cubicBezTo>
                  <a:pt x="53009" y="70205"/>
                  <a:pt x="70274" y="67642"/>
                  <a:pt x="79509" y="76954"/>
                </a:cubicBezTo>
                <a:cubicBezTo>
                  <a:pt x="87937" y="85451"/>
                  <a:pt x="85896" y="99582"/>
                  <a:pt x="90533" y="110614"/>
                </a:cubicBezTo>
                <a:cubicBezTo>
                  <a:pt x="91679" y="113340"/>
                  <a:pt x="93298" y="115808"/>
                  <a:pt x="95256" y="117977"/>
                </a:cubicBezTo>
                <a:lnTo>
                  <a:pt x="95256"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0"/>
          <p:cNvSpPr/>
          <p:nvPr/>
        </p:nvSpPr>
        <p:spPr>
          <a:xfrm>
            <a:off x="8261791" y="-34825"/>
            <a:ext cx="882223" cy="1024353"/>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26" name="Shape 226"/>
        <p:cNvGrpSpPr/>
        <p:nvPr/>
      </p:nvGrpSpPr>
      <p:grpSpPr>
        <a:xfrm>
          <a:off x="0" y="0"/>
          <a:ext cx="0" cy="0"/>
          <a:chOff x="0" y="0"/>
          <a:chExt cx="0" cy="0"/>
        </a:xfrm>
      </p:grpSpPr>
      <p:sp>
        <p:nvSpPr>
          <p:cNvPr id="227" name="Google Shape;227;p11"/>
          <p:cNvSpPr/>
          <p:nvPr/>
        </p:nvSpPr>
        <p:spPr>
          <a:xfrm>
            <a:off x="872025" y="-808073"/>
            <a:ext cx="7399945" cy="6434309"/>
          </a:xfrm>
          <a:custGeom>
            <a:rect b="b" l="l" r="r" t="t"/>
            <a:pathLst>
              <a:path extrusionOk="0" h="73676" w="84733">
                <a:moveTo>
                  <a:pt x="3905" y="27001"/>
                </a:moveTo>
                <a:cubicBezTo>
                  <a:pt x="1" y="38560"/>
                  <a:pt x="2872" y="52402"/>
                  <a:pt x="11796" y="60722"/>
                </a:cubicBezTo>
                <a:cubicBezTo>
                  <a:pt x="18317" y="66801"/>
                  <a:pt x="27230" y="69585"/>
                  <a:pt x="35986" y="71264"/>
                </a:cubicBezTo>
                <a:cubicBezTo>
                  <a:pt x="44732" y="72939"/>
                  <a:pt x="53880" y="73676"/>
                  <a:pt x="62463" y="71305"/>
                </a:cubicBezTo>
                <a:cubicBezTo>
                  <a:pt x="71048" y="68933"/>
                  <a:pt x="79019" y="63012"/>
                  <a:pt x="82023" y="54629"/>
                </a:cubicBezTo>
                <a:cubicBezTo>
                  <a:pt x="84733" y="47065"/>
                  <a:pt x="83083" y="38429"/>
                  <a:pt x="79096" y="31452"/>
                </a:cubicBezTo>
                <a:cubicBezTo>
                  <a:pt x="75110" y="24475"/>
                  <a:pt x="69007" y="18947"/>
                  <a:pt x="62559" y="14152"/>
                </a:cubicBezTo>
                <a:cubicBezTo>
                  <a:pt x="53150" y="7152"/>
                  <a:pt x="39947" y="0"/>
                  <a:pt x="27789" y="3328"/>
                </a:cubicBezTo>
                <a:cubicBezTo>
                  <a:pt x="17014" y="6277"/>
                  <a:pt x="7391" y="16672"/>
                  <a:pt x="3905" y="2700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 name="Google Shape;228;p11"/>
          <p:cNvGrpSpPr/>
          <p:nvPr/>
        </p:nvGrpSpPr>
        <p:grpSpPr>
          <a:xfrm>
            <a:off x="6281166" y="3307245"/>
            <a:ext cx="3530371" cy="1908526"/>
            <a:chOff x="3471496" y="4002724"/>
            <a:chExt cx="2179241" cy="1178175"/>
          </a:xfrm>
        </p:grpSpPr>
        <p:sp>
          <p:nvSpPr>
            <p:cNvPr id="229" name="Google Shape;229;p11"/>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 name="Google Shape;230;p11"/>
            <p:cNvGrpSpPr/>
            <p:nvPr/>
          </p:nvGrpSpPr>
          <p:grpSpPr>
            <a:xfrm>
              <a:off x="5131348" y="4002725"/>
              <a:ext cx="519390" cy="1178174"/>
              <a:chOff x="5599250" y="4194125"/>
              <a:chExt cx="418525" cy="949375"/>
            </a:xfrm>
          </p:grpSpPr>
          <p:sp>
            <p:nvSpPr>
              <p:cNvPr id="231" name="Google Shape;231;p11"/>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1"/>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 name="Google Shape;233;p11"/>
            <p:cNvGrpSpPr/>
            <p:nvPr/>
          </p:nvGrpSpPr>
          <p:grpSpPr>
            <a:xfrm>
              <a:off x="4067725" y="4002724"/>
              <a:ext cx="519358" cy="1178174"/>
              <a:chOff x="3914250" y="4165300"/>
              <a:chExt cx="418500" cy="949375"/>
            </a:xfrm>
          </p:grpSpPr>
          <p:sp>
            <p:nvSpPr>
              <p:cNvPr id="234" name="Google Shape;234;p11"/>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1"/>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 name="Google Shape;236;p11"/>
            <p:cNvGrpSpPr/>
            <p:nvPr/>
          </p:nvGrpSpPr>
          <p:grpSpPr>
            <a:xfrm>
              <a:off x="3471496" y="4478818"/>
              <a:ext cx="706532" cy="702065"/>
              <a:chOff x="2957825" y="4553350"/>
              <a:chExt cx="569325" cy="565725"/>
            </a:xfrm>
          </p:grpSpPr>
          <p:sp>
            <p:nvSpPr>
              <p:cNvPr id="237" name="Google Shape;237;p11"/>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1"/>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1"/>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1"/>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 name="Google Shape;241;p11"/>
            <p:cNvGrpSpPr/>
            <p:nvPr/>
          </p:nvGrpSpPr>
          <p:grpSpPr>
            <a:xfrm>
              <a:off x="4704470" y="4478833"/>
              <a:ext cx="706501" cy="702065"/>
              <a:chOff x="4791175" y="4530525"/>
              <a:chExt cx="569300" cy="565725"/>
            </a:xfrm>
          </p:grpSpPr>
          <p:sp>
            <p:nvSpPr>
              <p:cNvPr id="242" name="Google Shape;242;p11"/>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1"/>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1"/>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1"/>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 name="Google Shape;246;p11"/>
            <p:cNvGrpSpPr/>
            <p:nvPr/>
          </p:nvGrpSpPr>
          <p:grpSpPr>
            <a:xfrm>
              <a:off x="4461512" y="4981934"/>
              <a:ext cx="200266" cy="198963"/>
              <a:chOff x="4449850" y="4905150"/>
              <a:chExt cx="161375" cy="160325"/>
            </a:xfrm>
          </p:grpSpPr>
          <p:sp>
            <p:nvSpPr>
              <p:cNvPr id="247" name="Google Shape;247;p11"/>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1"/>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 name="Google Shape;249;p11"/>
          <p:cNvGrpSpPr/>
          <p:nvPr/>
        </p:nvGrpSpPr>
        <p:grpSpPr>
          <a:xfrm>
            <a:off x="-1242190" y="3307245"/>
            <a:ext cx="3530371" cy="1908526"/>
            <a:chOff x="3471496" y="4002724"/>
            <a:chExt cx="2179241" cy="1178175"/>
          </a:xfrm>
        </p:grpSpPr>
        <p:sp>
          <p:nvSpPr>
            <p:cNvPr id="250" name="Google Shape;250;p11"/>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 name="Google Shape;251;p11"/>
            <p:cNvGrpSpPr/>
            <p:nvPr/>
          </p:nvGrpSpPr>
          <p:grpSpPr>
            <a:xfrm>
              <a:off x="5131348" y="4002725"/>
              <a:ext cx="519390" cy="1178174"/>
              <a:chOff x="5599250" y="4194125"/>
              <a:chExt cx="418525" cy="949375"/>
            </a:xfrm>
          </p:grpSpPr>
          <p:sp>
            <p:nvSpPr>
              <p:cNvPr id="252" name="Google Shape;252;p11"/>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1"/>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 name="Google Shape;254;p11"/>
            <p:cNvGrpSpPr/>
            <p:nvPr/>
          </p:nvGrpSpPr>
          <p:grpSpPr>
            <a:xfrm>
              <a:off x="4067725" y="4002724"/>
              <a:ext cx="519358" cy="1178174"/>
              <a:chOff x="3914250" y="4165300"/>
              <a:chExt cx="418500" cy="949375"/>
            </a:xfrm>
          </p:grpSpPr>
          <p:sp>
            <p:nvSpPr>
              <p:cNvPr id="255" name="Google Shape;255;p11"/>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1"/>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 name="Google Shape;257;p11"/>
            <p:cNvGrpSpPr/>
            <p:nvPr/>
          </p:nvGrpSpPr>
          <p:grpSpPr>
            <a:xfrm>
              <a:off x="3471496" y="4478818"/>
              <a:ext cx="706532" cy="702065"/>
              <a:chOff x="2957825" y="4553350"/>
              <a:chExt cx="569325" cy="565725"/>
            </a:xfrm>
          </p:grpSpPr>
          <p:sp>
            <p:nvSpPr>
              <p:cNvPr id="258" name="Google Shape;258;p11"/>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1"/>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1"/>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1"/>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 name="Google Shape;262;p11"/>
            <p:cNvGrpSpPr/>
            <p:nvPr/>
          </p:nvGrpSpPr>
          <p:grpSpPr>
            <a:xfrm>
              <a:off x="4704470" y="4478833"/>
              <a:ext cx="706501" cy="702065"/>
              <a:chOff x="4791175" y="4530525"/>
              <a:chExt cx="569300" cy="565725"/>
            </a:xfrm>
          </p:grpSpPr>
          <p:sp>
            <p:nvSpPr>
              <p:cNvPr id="263" name="Google Shape;263;p11"/>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1"/>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1"/>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1"/>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 name="Google Shape;267;p11"/>
            <p:cNvGrpSpPr/>
            <p:nvPr/>
          </p:nvGrpSpPr>
          <p:grpSpPr>
            <a:xfrm>
              <a:off x="4461512" y="4981934"/>
              <a:ext cx="200266" cy="198963"/>
              <a:chOff x="4449850" y="4905150"/>
              <a:chExt cx="161375" cy="160325"/>
            </a:xfrm>
          </p:grpSpPr>
          <p:sp>
            <p:nvSpPr>
              <p:cNvPr id="268" name="Google Shape;268;p11"/>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1"/>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0" name="Google Shape;270;p11"/>
          <p:cNvSpPr txBox="1"/>
          <p:nvPr>
            <p:ph hasCustomPrompt="1" type="title"/>
          </p:nvPr>
        </p:nvSpPr>
        <p:spPr>
          <a:xfrm>
            <a:off x="1476300" y="1560450"/>
            <a:ext cx="6191400" cy="14886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0"/>
              <a:buNone/>
              <a:defRPr sz="8000">
                <a:solidFill>
                  <a:schemeClr val="accent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71" name="Google Shape;271;p11"/>
          <p:cNvSpPr txBox="1"/>
          <p:nvPr>
            <p:ph idx="1" type="body"/>
          </p:nvPr>
        </p:nvSpPr>
        <p:spPr>
          <a:xfrm>
            <a:off x="1476300" y="3049050"/>
            <a:ext cx="6191400" cy="5340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b="0" sz="1600">
                <a:solidFill>
                  <a:schemeClr val="lt1"/>
                </a:solidFill>
                <a:latin typeface="Archivo Light"/>
                <a:ea typeface="Archivo Light"/>
                <a:cs typeface="Archivo Light"/>
                <a:sym typeface="Archivo Light"/>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272" name="Shape 27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273" name="Shape 273"/>
        <p:cNvGrpSpPr/>
        <p:nvPr/>
      </p:nvGrpSpPr>
      <p:grpSpPr>
        <a:xfrm>
          <a:off x="0" y="0"/>
          <a:ext cx="0" cy="0"/>
          <a:chOff x="0" y="0"/>
          <a:chExt cx="0" cy="0"/>
        </a:xfrm>
      </p:grpSpPr>
      <p:sp>
        <p:nvSpPr>
          <p:cNvPr id="274" name="Google Shape;274;p1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5" name="Google Shape;275;p13"/>
          <p:cNvSpPr txBox="1"/>
          <p:nvPr>
            <p:ph idx="1" type="subTitle"/>
          </p:nvPr>
        </p:nvSpPr>
        <p:spPr>
          <a:xfrm>
            <a:off x="1952850" y="1990900"/>
            <a:ext cx="2058600" cy="58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6" name="Google Shape;276;p13"/>
          <p:cNvSpPr txBox="1"/>
          <p:nvPr>
            <p:ph idx="2" type="subTitle"/>
          </p:nvPr>
        </p:nvSpPr>
        <p:spPr>
          <a:xfrm>
            <a:off x="5867625" y="1990900"/>
            <a:ext cx="2058600" cy="58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7" name="Google Shape;277;p13"/>
          <p:cNvSpPr txBox="1"/>
          <p:nvPr>
            <p:ph hasCustomPrompt="1" idx="3" type="title"/>
          </p:nvPr>
        </p:nvSpPr>
        <p:spPr>
          <a:xfrm>
            <a:off x="925350" y="1636350"/>
            <a:ext cx="951300" cy="650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278" name="Google Shape;278;p13"/>
          <p:cNvSpPr txBox="1"/>
          <p:nvPr>
            <p:ph hasCustomPrompt="1" idx="4" type="title"/>
          </p:nvPr>
        </p:nvSpPr>
        <p:spPr>
          <a:xfrm>
            <a:off x="4840125" y="1636350"/>
            <a:ext cx="951300" cy="650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279" name="Google Shape;279;p13"/>
          <p:cNvSpPr txBox="1"/>
          <p:nvPr>
            <p:ph idx="5" type="title"/>
          </p:nvPr>
        </p:nvSpPr>
        <p:spPr>
          <a:xfrm>
            <a:off x="1952850" y="1343025"/>
            <a:ext cx="2058600" cy="7218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80" name="Google Shape;280;p13"/>
          <p:cNvSpPr txBox="1"/>
          <p:nvPr>
            <p:ph idx="6" type="title"/>
          </p:nvPr>
        </p:nvSpPr>
        <p:spPr>
          <a:xfrm>
            <a:off x="5867625" y="1342950"/>
            <a:ext cx="2058600" cy="7218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81" name="Google Shape;281;p13"/>
          <p:cNvSpPr txBox="1"/>
          <p:nvPr>
            <p:ph idx="7" type="subTitle"/>
          </p:nvPr>
        </p:nvSpPr>
        <p:spPr>
          <a:xfrm>
            <a:off x="1952850" y="3753500"/>
            <a:ext cx="2058600" cy="58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2" name="Google Shape;282;p13"/>
          <p:cNvSpPr txBox="1"/>
          <p:nvPr>
            <p:ph idx="8" type="subTitle"/>
          </p:nvPr>
        </p:nvSpPr>
        <p:spPr>
          <a:xfrm>
            <a:off x="5867625" y="3753500"/>
            <a:ext cx="2058600" cy="58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 name="Google Shape;283;p13"/>
          <p:cNvSpPr txBox="1"/>
          <p:nvPr>
            <p:ph hasCustomPrompt="1" idx="9" type="title"/>
          </p:nvPr>
        </p:nvSpPr>
        <p:spPr>
          <a:xfrm>
            <a:off x="925350" y="3405950"/>
            <a:ext cx="951300" cy="650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284" name="Google Shape;284;p13"/>
          <p:cNvSpPr txBox="1"/>
          <p:nvPr>
            <p:ph hasCustomPrompt="1" idx="13" type="title"/>
          </p:nvPr>
        </p:nvSpPr>
        <p:spPr>
          <a:xfrm>
            <a:off x="4840125" y="3405950"/>
            <a:ext cx="951300" cy="650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285" name="Google Shape;285;p13"/>
          <p:cNvSpPr txBox="1"/>
          <p:nvPr>
            <p:ph idx="14" type="title"/>
          </p:nvPr>
        </p:nvSpPr>
        <p:spPr>
          <a:xfrm>
            <a:off x="1952850" y="3105075"/>
            <a:ext cx="2058600" cy="7218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86" name="Google Shape;286;p13"/>
          <p:cNvSpPr txBox="1"/>
          <p:nvPr>
            <p:ph idx="15" type="title"/>
          </p:nvPr>
        </p:nvSpPr>
        <p:spPr>
          <a:xfrm>
            <a:off x="5867625" y="3105075"/>
            <a:ext cx="2058600" cy="7218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grpSp>
        <p:nvGrpSpPr>
          <p:cNvPr id="287" name="Google Shape;287;p13"/>
          <p:cNvGrpSpPr/>
          <p:nvPr/>
        </p:nvGrpSpPr>
        <p:grpSpPr>
          <a:xfrm>
            <a:off x="7926275" y="3785960"/>
            <a:ext cx="1218083" cy="1420617"/>
            <a:chOff x="7556913" y="3814718"/>
            <a:chExt cx="891846" cy="1040135"/>
          </a:xfrm>
        </p:grpSpPr>
        <p:grpSp>
          <p:nvGrpSpPr>
            <p:cNvPr id="288" name="Google Shape;288;p13"/>
            <p:cNvGrpSpPr/>
            <p:nvPr/>
          </p:nvGrpSpPr>
          <p:grpSpPr>
            <a:xfrm>
              <a:off x="7990222" y="3814718"/>
              <a:ext cx="458536" cy="1040135"/>
              <a:chOff x="5599250" y="4194125"/>
              <a:chExt cx="418525" cy="949375"/>
            </a:xfrm>
          </p:grpSpPr>
          <p:sp>
            <p:nvSpPr>
              <p:cNvPr id="289" name="Google Shape;289;p13"/>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3"/>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13"/>
            <p:cNvGrpSpPr/>
            <p:nvPr/>
          </p:nvGrpSpPr>
          <p:grpSpPr>
            <a:xfrm>
              <a:off x="7556913" y="4235041"/>
              <a:ext cx="623725" cy="619808"/>
              <a:chOff x="4791175" y="4530525"/>
              <a:chExt cx="569300" cy="565725"/>
            </a:xfrm>
          </p:grpSpPr>
          <p:sp>
            <p:nvSpPr>
              <p:cNvPr id="292" name="Google Shape;292;p13"/>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3"/>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3"/>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3"/>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6" name="Google Shape;296;p13"/>
          <p:cNvGrpSpPr/>
          <p:nvPr/>
        </p:nvGrpSpPr>
        <p:grpSpPr>
          <a:xfrm>
            <a:off x="-43125" y="3350373"/>
            <a:ext cx="1642248" cy="1856016"/>
            <a:chOff x="-43125" y="3350373"/>
            <a:chExt cx="1642248" cy="1856016"/>
          </a:xfrm>
        </p:grpSpPr>
        <p:sp>
          <p:nvSpPr>
            <p:cNvPr id="297" name="Google Shape;297;p13"/>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3"/>
            <p:cNvSpPr/>
            <p:nvPr/>
          </p:nvSpPr>
          <p:spPr>
            <a:xfrm>
              <a:off x="-43125" y="390589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13"/>
          <p:cNvSpPr/>
          <p:nvPr/>
        </p:nvSpPr>
        <p:spPr>
          <a:xfrm>
            <a:off x="6956700" y="-34825"/>
            <a:ext cx="2187339" cy="2709070"/>
          </a:xfrm>
          <a:custGeom>
            <a:rect b="b" l="l" r="r" t="t"/>
            <a:pathLst>
              <a:path extrusionOk="0" h="117978" w="95257">
                <a:moveTo>
                  <a:pt x="1" y="0"/>
                </a:moveTo>
                <a:cubicBezTo>
                  <a:pt x="6" y="16"/>
                  <a:pt x="7" y="33"/>
                  <a:pt x="10" y="50"/>
                </a:cubicBezTo>
                <a:cubicBezTo>
                  <a:pt x="15" y="66"/>
                  <a:pt x="22" y="85"/>
                  <a:pt x="26" y="103"/>
                </a:cubicBezTo>
                <a:cubicBezTo>
                  <a:pt x="259" y="113"/>
                  <a:pt x="491" y="116"/>
                  <a:pt x="724" y="128"/>
                </a:cubicBezTo>
                <a:cubicBezTo>
                  <a:pt x="16323" y="980"/>
                  <a:pt x="33356" y="8690"/>
                  <a:pt x="37853" y="23652"/>
                </a:cubicBezTo>
                <a:cubicBezTo>
                  <a:pt x="41475" y="35702"/>
                  <a:pt x="36482" y="50528"/>
                  <a:pt x="44575" y="60161"/>
                </a:cubicBezTo>
                <a:cubicBezTo>
                  <a:pt x="53009" y="70205"/>
                  <a:pt x="70274" y="67642"/>
                  <a:pt x="79509" y="76954"/>
                </a:cubicBezTo>
                <a:cubicBezTo>
                  <a:pt x="87937" y="85451"/>
                  <a:pt x="85896" y="99582"/>
                  <a:pt x="90533" y="110614"/>
                </a:cubicBezTo>
                <a:cubicBezTo>
                  <a:pt x="91679" y="113340"/>
                  <a:pt x="93298" y="115808"/>
                  <a:pt x="95256" y="117977"/>
                </a:cubicBezTo>
                <a:lnTo>
                  <a:pt x="95256"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3"/>
          <p:cNvSpPr/>
          <p:nvPr/>
        </p:nvSpPr>
        <p:spPr>
          <a:xfrm>
            <a:off x="8105677" y="-34825"/>
            <a:ext cx="1038341" cy="1205623"/>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 name="Google Shape;301;p13"/>
          <p:cNvGrpSpPr/>
          <p:nvPr/>
        </p:nvGrpSpPr>
        <p:grpSpPr>
          <a:xfrm rot="605466">
            <a:off x="-309798" y="-133680"/>
            <a:ext cx="858959" cy="1948449"/>
            <a:chOff x="5599250" y="4194125"/>
            <a:chExt cx="418525" cy="949375"/>
          </a:xfrm>
        </p:grpSpPr>
        <p:sp>
          <p:nvSpPr>
            <p:cNvPr id="302" name="Google Shape;302;p13"/>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3"/>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 name="Google Shape;304;p13"/>
          <p:cNvSpPr/>
          <p:nvPr/>
        </p:nvSpPr>
        <p:spPr>
          <a:xfrm rot="1389579">
            <a:off x="-119822" y="1358157"/>
            <a:ext cx="509175" cy="516783"/>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3"/>
          <p:cNvSpPr/>
          <p:nvPr/>
        </p:nvSpPr>
        <p:spPr>
          <a:xfrm rot="1389579">
            <a:off x="-76419" y="1494309"/>
            <a:ext cx="222700" cy="345434"/>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spTree>
      <p:nvGrpSpPr>
        <p:cNvPr id="306" name="Shape 306"/>
        <p:cNvGrpSpPr/>
        <p:nvPr/>
      </p:nvGrpSpPr>
      <p:grpSpPr>
        <a:xfrm>
          <a:off x="0" y="0"/>
          <a:ext cx="0" cy="0"/>
          <a:chOff x="0" y="0"/>
          <a:chExt cx="0" cy="0"/>
        </a:xfrm>
      </p:grpSpPr>
      <p:sp>
        <p:nvSpPr>
          <p:cNvPr id="307" name="Google Shape;307;p14"/>
          <p:cNvSpPr/>
          <p:nvPr/>
        </p:nvSpPr>
        <p:spPr>
          <a:xfrm rot="10800000">
            <a:off x="-1730847" y="-2609723"/>
            <a:ext cx="7017222" cy="8210323"/>
          </a:xfrm>
          <a:custGeom>
            <a:rect b="b" l="l" r="r" t="t"/>
            <a:pathLst>
              <a:path extrusionOk="0" h="113414" w="96933">
                <a:moveTo>
                  <a:pt x="39757" y="15929"/>
                </a:moveTo>
                <a:cubicBezTo>
                  <a:pt x="41119" y="20573"/>
                  <a:pt x="40469" y="26136"/>
                  <a:pt x="36897" y="29402"/>
                </a:cubicBezTo>
                <a:cubicBezTo>
                  <a:pt x="33056" y="32912"/>
                  <a:pt x="27241" y="32818"/>
                  <a:pt x="22344" y="34577"/>
                </a:cubicBezTo>
                <a:cubicBezTo>
                  <a:pt x="14529" y="37386"/>
                  <a:pt x="9067" y="45698"/>
                  <a:pt x="9592" y="53987"/>
                </a:cubicBezTo>
                <a:cubicBezTo>
                  <a:pt x="9980" y="60109"/>
                  <a:pt x="13212" y="65629"/>
                  <a:pt x="15232" y="71422"/>
                </a:cubicBezTo>
                <a:cubicBezTo>
                  <a:pt x="17252" y="77215"/>
                  <a:pt x="17803" y="84359"/>
                  <a:pt x="13610" y="88836"/>
                </a:cubicBezTo>
                <a:cubicBezTo>
                  <a:pt x="9977" y="92718"/>
                  <a:pt x="3433" y="93850"/>
                  <a:pt x="1476" y="98792"/>
                </a:cubicBezTo>
                <a:cubicBezTo>
                  <a:pt x="0" y="102521"/>
                  <a:pt x="2081" y="106921"/>
                  <a:pt x="5326" y="109277"/>
                </a:cubicBezTo>
                <a:cubicBezTo>
                  <a:pt x="8571" y="111633"/>
                  <a:pt x="12692" y="112373"/>
                  <a:pt x="16675" y="112820"/>
                </a:cubicBezTo>
                <a:cubicBezTo>
                  <a:pt x="21954" y="113414"/>
                  <a:pt x="28001" y="113337"/>
                  <a:pt x="31664" y="109490"/>
                </a:cubicBezTo>
                <a:cubicBezTo>
                  <a:pt x="35935" y="105006"/>
                  <a:pt x="35381" y="96903"/>
                  <a:pt x="40563" y="93512"/>
                </a:cubicBezTo>
                <a:cubicBezTo>
                  <a:pt x="46509" y="89620"/>
                  <a:pt x="54337" y="95216"/>
                  <a:pt x="61375" y="94237"/>
                </a:cubicBezTo>
                <a:cubicBezTo>
                  <a:pt x="65445" y="93671"/>
                  <a:pt x="68949" y="90846"/>
                  <a:pt x="71156" y="87380"/>
                </a:cubicBezTo>
                <a:cubicBezTo>
                  <a:pt x="73362" y="83913"/>
                  <a:pt x="74429" y="79846"/>
                  <a:pt x="75160" y="75803"/>
                </a:cubicBezTo>
                <a:cubicBezTo>
                  <a:pt x="75890" y="71759"/>
                  <a:pt x="76790" y="66987"/>
                  <a:pt x="80523" y="65264"/>
                </a:cubicBezTo>
                <a:cubicBezTo>
                  <a:pt x="83639" y="63827"/>
                  <a:pt x="87426" y="65254"/>
                  <a:pt x="90676" y="64151"/>
                </a:cubicBezTo>
                <a:cubicBezTo>
                  <a:pt x="93351" y="63243"/>
                  <a:pt x="95223" y="60719"/>
                  <a:pt x="96078" y="58026"/>
                </a:cubicBezTo>
                <a:cubicBezTo>
                  <a:pt x="96932" y="55333"/>
                  <a:pt x="96926" y="52455"/>
                  <a:pt x="96912" y="49630"/>
                </a:cubicBezTo>
                <a:lnTo>
                  <a:pt x="96773" y="20300"/>
                </a:lnTo>
                <a:cubicBezTo>
                  <a:pt x="96750" y="15391"/>
                  <a:pt x="96536" y="9977"/>
                  <a:pt x="93182" y="6392"/>
                </a:cubicBezTo>
                <a:cubicBezTo>
                  <a:pt x="89922" y="2905"/>
                  <a:pt x="84710" y="2255"/>
                  <a:pt x="79948" y="1917"/>
                </a:cubicBezTo>
                <a:cubicBezTo>
                  <a:pt x="68514" y="1106"/>
                  <a:pt x="57047" y="877"/>
                  <a:pt x="45591" y="1232"/>
                </a:cubicBezTo>
                <a:cubicBezTo>
                  <a:pt x="42331" y="1333"/>
                  <a:pt x="34919" y="0"/>
                  <a:pt x="34299" y="4372"/>
                </a:cubicBezTo>
                <a:cubicBezTo>
                  <a:pt x="33829" y="7701"/>
                  <a:pt x="38783" y="12600"/>
                  <a:pt x="39757" y="15929"/>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 name="Google Shape;308;p14"/>
          <p:cNvGrpSpPr/>
          <p:nvPr/>
        </p:nvGrpSpPr>
        <p:grpSpPr>
          <a:xfrm>
            <a:off x="452975" y="3521260"/>
            <a:ext cx="3117187" cy="1685144"/>
            <a:chOff x="3471496" y="4002724"/>
            <a:chExt cx="2179241" cy="1178175"/>
          </a:xfrm>
        </p:grpSpPr>
        <p:sp>
          <p:nvSpPr>
            <p:cNvPr id="309" name="Google Shape;309;p14"/>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 name="Google Shape;310;p14"/>
            <p:cNvGrpSpPr/>
            <p:nvPr/>
          </p:nvGrpSpPr>
          <p:grpSpPr>
            <a:xfrm>
              <a:off x="5131348" y="4002725"/>
              <a:ext cx="519390" cy="1178174"/>
              <a:chOff x="5599250" y="4194125"/>
              <a:chExt cx="418525" cy="949375"/>
            </a:xfrm>
          </p:grpSpPr>
          <p:sp>
            <p:nvSpPr>
              <p:cNvPr id="311" name="Google Shape;311;p14"/>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4"/>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14"/>
            <p:cNvGrpSpPr/>
            <p:nvPr/>
          </p:nvGrpSpPr>
          <p:grpSpPr>
            <a:xfrm>
              <a:off x="4067725" y="4002724"/>
              <a:ext cx="519358" cy="1178174"/>
              <a:chOff x="3914250" y="4165300"/>
              <a:chExt cx="418500" cy="949375"/>
            </a:xfrm>
          </p:grpSpPr>
          <p:sp>
            <p:nvSpPr>
              <p:cNvPr id="314" name="Google Shape;314;p14"/>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4"/>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 name="Google Shape;316;p14"/>
            <p:cNvGrpSpPr/>
            <p:nvPr/>
          </p:nvGrpSpPr>
          <p:grpSpPr>
            <a:xfrm>
              <a:off x="3471496" y="4478818"/>
              <a:ext cx="706532" cy="702065"/>
              <a:chOff x="2957825" y="4553350"/>
              <a:chExt cx="569325" cy="565725"/>
            </a:xfrm>
          </p:grpSpPr>
          <p:sp>
            <p:nvSpPr>
              <p:cNvPr id="317" name="Google Shape;317;p14"/>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4"/>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4"/>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4"/>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14"/>
            <p:cNvGrpSpPr/>
            <p:nvPr/>
          </p:nvGrpSpPr>
          <p:grpSpPr>
            <a:xfrm>
              <a:off x="4704470" y="4478833"/>
              <a:ext cx="706501" cy="702065"/>
              <a:chOff x="4791175" y="4530525"/>
              <a:chExt cx="569300" cy="565725"/>
            </a:xfrm>
          </p:grpSpPr>
          <p:sp>
            <p:nvSpPr>
              <p:cNvPr id="322" name="Google Shape;322;p14"/>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4"/>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4"/>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4"/>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 name="Google Shape;326;p14"/>
            <p:cNvGrpSpPr/>
            <p:nvPr/>
          </p:nvGrpSpPr>
          <p:grpSpPr>
            <a:xfrm>
              <a:off x="4461512" y="4981934"/>
              <a:ext cx="200266" cy="198963"/>
              <a:chOff x="4449850" y="4905150"/>
              <a:chExt cx="161375" cy="160325"/>
            </a:xfrm>
          </p:grpSpPr>
          <p:sp>
            <p:nvSpPr>
              <p:cNvPr id="327" name="Google Shape;327;p14"/>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4"/>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9" name="Google Shape;329;p14"/>
          <p:cNvSpPr txBox="1"/>
          <p:nvPr>
            <p:ph type="title"/>
          </p:nvPr>
        </p:nvSpPr>
        <p:spPr>
          <a:xfrm>
            <a:off x="4105375" y="2524725"/>
            <a:ext cx="4173000" cy="578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200"/>
              <a:buNone/>
              <a:defRPr>
                <a:solidFill>
                  <a:schemeClr val="accen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30" name="Google Shape;330;p14"/>
          <p:cNvSpPr txBox="1"/>
          <p:nvPr>
            <p:ph idx="1" type="subTitle"/>
          </p:nvPr>
        </p:nvSpPr>
        <p:spPr>
          <a:xfrm>
            <a:off x="4105375" y="3197175"/>
            <a:ext cx="4173000" cy="414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b="0" sz="1600">
                <a:solidFill>
                  <a:schemeClr val="lt1"/>
                </a:solidFill>
                <a:latin typeface="Archivo Light"/>
                <a:ea typeface="Archivo Light"/>
                <a:cs typeface="Archivo Light"/>
                <a:sym typeface="Archivo Light"/>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31" name="Google Shape;331;p14"/>
          <p:cNvSpPr txBox="1"/>
          <p:nvPr>
            <p:ph hasCustomPrompt="1" idx="2" type="title"/>
          </p:nvPr>
        </p:nvSpPr>
        <p:spPr>
          <a:xfrm>
            <a:off x="7169275" y="1627900"/>
            <a:ext cx="1109100" cy="65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3_1">
    <p:spTree>
      <p:nvGrpSpPr>
        <p:cNvPr id="332" name="Shape 332"/>
        <p:cNvGrpSpPr/>
        <p:nvPr/>
      </p:nvGrpSpPr>
      <p:grpSpPr>
        <a:xfrm>
          <a:off x="0" y="0"/>
          <a:ext cx="0" cy="0"/>
          <a:chOff x="0" y="0"/>
          <a:chExt cx="0" cy="0"/>
        </a:xfrm>
      </p:grpSpPr>
      <p:sp>
        <p:nvSpPr>
          <p:cNvPr id="333" name="Google Shape;333;p15"/>
          <p:cNvSpPr/>
          <p:nvPr/>
        </p:nvSpPr>
        <p:spPr>
          <a:xfrm flipH="1">
            <a:off x="-638175" y="-767150"/>
            <a:ext cx="7115125" cy="8324871"/>
          </a:xfrm>
          <a:custGeom>
            <a:rect b="b" l="l" r="r" t="t"/>
            <a:pathLst>
              <a:path extrusionOk="0" h="113414" w="96933">
                <a:moveTo>
                  <a:pt x="39757" y="15929"/>
                </a:moveTo>
                <a:cubicBezTo>
                  <a:pt x="41119" y="20573"/>
                  <a:pt x="40469" y="26136"/>
                  <a:pt x="36897" y="29402"/>
                </a:cubicBezTo>
                <a:cubicBezTo>
                  <a:pt x="33056" y="32912"/>
                  <a:pt x="27241" y="32818"/>
                  <a:pt x="22344" y="34577"/>
                </a:cubicBezTo>
                <a:cubicBezTo>
                  <a:pt x="14529" y="37386"/>
                  <a:pt x="9067" y="45698"/>
                  <a:pt x="9592" y="53987"/>
                </a:cubicBezTo>
                <a:cubicBezTo>
                  <a:pt x="9980" y="60109"/>
                  <a:pt x="13212" y="65629"/>
                  <a:pt x="15232" y="71422"/>
                </a:cubicBezTo>
                <a:cubicBezTo>
                  <a:pt x="17252" y="77215"/>
                  <a:pt x="17803" y="84359"/>
                  <a:pt x="13610" y="88836"/>
                </a:cubicBezTo>
                <a:cubicBezTo>
                  <a:pt x="9977" y="92718"/>
                  <a:pt x="3433" y="93850"/>
                  <a:pt x="1476" y="98792"/>
                </a:cubicBezTo>
                <a:cubicBezTo>
                  <a:pt x="0" y="102521"/>
                  <a:pt x="2081" y="106921"/>
                  <a:pt x="5326" y="109277"/>
                </a:cubicBezTo>
                <a:cubicBezTo>
                  <a:pt x="8571" y="111633"/>
                  <a:pt x="12692" y="112373"/>
                  <a:pt x="16675" y="112820"/>
                </a:cubicBezTo>
                <a:cubicBezTo>
                  <a:pt x="21954" y="113414"/>
                  <a:pt x="28001" y="113337"/>
                  <a:pt x="31664" y="109490"/>
                </a:cubicBezTo>
                <a:cubicBezTo>
                  <a:pt x="35935" y="105006"/>
                  <a:pt x="35381" y="96903"/>
                  <a:pt x="40563" y="93512"/>
                </a:cubicBezTo>
                <a:cubicBezTo>
                  <a:pt x="46509" y="89620"/>
                  <a:pt x="54337" y="95216"/>
                  <a:pt x="61375" y="94237"/>
                </a:cubicBezTo>
                <a:cubicBezTo>
                  <a:pt x="65445" y="93671"/>
                  <a:pt x="68949" y="90846"/>
                  <a:pt x="71156" y="87380"/>
                </a:cubicBezTo>
                <a:cubicBezTo>
                  <a:pt x="73362" y="83913"/>
                  <a:pt x="74429" y="79846"/>
                  <a:pt x="75160" y="75803"/>
                </a:cubicBezTo>
                <a:cubicBezTo>
                  <a:pt x="75890" y="71759"/>
                  <a:pt x="76790" y="66987"/>
                  <a:pt x="80523" y="65264"/>
                </a:cubicBezTo>
                <a:cubicBezTo>
                  <a:pt x="83639" y="63827"/>
                  <a:pt x="87426" y="65254"/>
                  <a:pt x="90676" y="64151"/>
                </a:cubicBezTo>
                <a:cubicBezTo>
                  <a:pt x="93351" y="63243"/>
                  <a:pt x="95223" y="60719"/>
                  <a:pt x="96078" y="58026"/>
                </a:cubicBezTo>
                <a:cubicBezTo>
                  <a:pt x="96932" y="55333"/>
                  <a:pt x="96926" y="52455"/>
                  <a:pt x="96912" y="49630"/>
                </a:cubicBezTo>
                <a:lnTo>
                  <a:pt x="96773" y="20300"/>
                </a:lnTo>
                <a:cubicBezTo>
                  <a:pt x="96750" y="15391"/>
                  <a:pt x="96536" y="9977"/>
                  <a:pt x="93182" y="6392"/>
                </a:cubicBezTo>
                <a:cubicBezTo>
                  <a:pt x="89922" y="2905"/>
                  <a:pt x="84710" y="2255"/>
                  <a:pt x="79948" y="1917"/>
                </a:cubicBezTo>
                <a:cubicBezTo>
                  <a:pt x="68514" y="1106"/>
                  <a:pt x="57047" y="877"/>
                  <a:pt x="45591" y="1232"/>
                </a:cubicBezTo>
                <a:cubicBezTo>
                  <a:pt x="42331" y="1333"/>
                  <a:pt x="34919" y="0"/>
                  <a:pt x="34299" y="4372"/>
                </a:cubicBezTo>
                <a:cubicBezTo>
                  <a:pt x="33829" y="7701"/>
                  <a:pt x="38783" y="12600"/>
                  <a:pt x="39757" y="15929"/>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 name="Google Shape;334;p15"/>
          <p:cNvGrpSpPr/>
          <p:nvPr/>
        </p:nvGrpSpPr>
        <p:grpSpPr>
          <a:xfrm rot="605466">
            <a:off x="-309798" y="-133680"/>
            <a:ext cx="858959" cy="1948449"/>
            <a:chOff x="5599250" y="4194125"/>
            <a:chExt cx="418525" cy="949375"/>
          </a:xfrm>
        </p:grpSpPr>
        <p:sp>
          <p:nvSpPr>
            <p:cNvPr id="335" name="Google Shape;335;p15"/>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5"/>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15"/>
          <p:cNvSpPr/>
          <p:nvPr/>
        </p:nvSpPr>
        <p:spPr>
          <a:xfrm rot="1389579">
            <a:off x="-119822" y="1358157"/>
            <a:ext cx="509175" cy="516783"/>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5"/>
          <p:cNvSpPr/>
          <p:nvPr/>
        </p:nvSpPr>
        <p:spPr>
          <a:xfrm rot="1389579">
            <a:off x="-76419" y="1494309"/>
            <a:ext cx="222700" cy="345434"/>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 name="Google Shape;339;p15"/>
          <p:cNvGrpSpPr/>
          <p:nvPr/>
        </p:nvGrpSpPr>
        <p:grpSpPr>
          <a:xfrm>
            <a:off x="5620881" y="3219593"/>
            <a:ext cx="3675509" cy="1986992"/>
            <a:chOff x="3471496" y="4002724"/>
            <a:chExt cx="2179241" cy="1178175"/>
          </a:xfrm>
        </p:grpSpPr>
        <p:sp>
          <p:nvSpPr>
            <p:cNvPr id="340" name="Google Shape;340;p15"/>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 name="Google Shape;341;p15"/>
            <p:cNvGrpSpPr/>
            <p:nvPr/>
          </p:nvGrpSpPr>
          <p:grpSpPr>
            <a:xfrm>
              <a:off x="5131348" y="4002725"/>
              <a:ext cx="519390" cy="1178174"/>
              <a:chOff x="5599250" y="4194125"/>
              <a:chExt cx="418525" cy="949375"/>
            </a:xfrm>
          </p:grpSpPr>
          <p:sp>
            <p:nvSpPr>
              <p:cNvPr id="342" name="Google Shape;342;p15"/>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5"/>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15"/>
            <p:cNvGrpSpPr/>
            <p:nvPr/>
          </p:nvGrpSpPr>
          <p:grpSpPr>
            <a:xfrm>
              <a:off x="4067725" y="4002724"/>
              <a:ext cx="519358" cy="1178174"/>
              <a:chOff x="3914250" y="4165300"/>
              <a:chExt cx="418500" cy="949375"/>
            </a:xfrm>
          </p:grpSpPr>
          <p:sp>
            <p:nvSpPr>
              <p:cNvPr id="345" name="Google Shape;345;p15"/>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5"/>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15"/>
            <p:cNvGrpSpPr/>
            <p:nvPr/>
          </p:nvGrpSpPr>
          <p:grpSpPr>
            <a:xfrm>
              <a:off x="3471496" y="4478818"/>
              <a:ext cx="706532" cy="702065"/>
              <a:chOff x="2957825" y="4553350"/>
              <a:chExt cx="569325" cy="565725"/>
            </a:xfrm>
          </p:grpSpPr>
          <p:sp>
            <p:nvSpPr>
              <p:cNvPr id="348" name="Google Shape;348;p15"/>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5"/>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5"/>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5"/>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15"/>
            <p:cNvGrpSpPr/>
            <p:nvPr/>
          </p:nvGrpSpPr>
          <p:grpSpPr>
            <a:xfrm>
              <a:off x="4704470" y="4478833"/>
              <a:ext cx="706501" cy="702065"/>
              <a:chOff x="4791175" y="4530525"/>
              <a:chExt cx="569300" cy="565725"/>
            </a:xfrm>
          </p:grpSpPr>
          <p:sp>
            <p:nvSpPr>
              <p:cNvPr id="353" name="Google Shape;353;p15"/>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5"/>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5"/>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5"/>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 name="Google Shape;357;p15"/>
            <p:cNvGrpSpPr/>
            <p:nvPr/>
          </p:nvGrpSpPr>
          <p:grpSpPr>
            <a:xfrm>
              <a:off x="4461512" y="4981934"/>
              <a:ext cx="200266" cy="198963"/>
              <a:chOff x="4449850" y="4905150"/>
              <a:chExt cx="161375" cy="160325"/>
            </a:xfrm>
          </p:grpSpPr>
          <p:sp>
            <p:nvSpPr>
              <p:cNvPr id="358" name="Google Shape;358;p15"/>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5"/>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0" name="Google Shape;360;p15"/>
          <p:cNvSpPr txBox="1"/>
          <p:nvPr>
            <p:ph type="title"/>
          </p:nvPr>
        </p:nvSpPr>
        <p:spPr>
          <a:xfrm>
            <a:off x="865625" y="2524706"/>
            <a:ext cx="4058700" cy="578400"/>
          </a:xfrm>
          <a:prstGeom prst="rect">
            <a:avLst/>
          </a:prstGeom>
        </p:spPr>
        <p:txBody>
          <a:bodyPr anchorCtr="0" anchor="t" bIns="91425" lIns="91425" spcFirstLastPara="1" rIns="91425" wrap="square" tIns="91425">
            <a:noAutofit/>
          </a:bodyPr>
          <a:lstStyle>
            <a:lvl1pPr lvl="0" rtl="0">
              <a:spcBef>
                <a:spcPts val="0"/>
              </a:spcBef>
              <a:spcAft>
                <a:spcPts val="0"/>
              </a:spcAft>
              <a:buSzPts val="4200"/>
              <a:buNone/>
              <a:defRPr>
                <a:solidFill>
                  <a:schemeClr val="accent2"/>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61" name="Google Shape;361;p15"/>
          <p:cNvSpPr txBox="1"/>
          <p:nvPr>
            <p:ph idx="1" type="subTitle"/>
          </p:nvPr>
        </p:nvSpPr>
        <p:spPr>
          <a:xfrm>
            <a:off x="865625" y="3187638"/>
            <a:ext cx="3925200" cy="41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b="0" sz="1600">
                <a:solidFill>
                  <a:schemeClr val="lt1"/>
                </a:solidFill>
                <a:latin typeface="Archivo Light"/>
                <a:ea typeface="Archivo Light"/>
                <a:cs typeface="Archivo Light"/>
                <a:sym typeface="Archivo Light"/>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2" name="Google Shape;362;p15"/>
          <p:cNvSpPr txBox="1"/>
          <p:nvPr>
            <p:ph hasCustomPrompt="1" idx="2" type="title"/>
          </p:nvPr>
        </p:nvSpPr>
        <p:spPr>
          <a:xfrm>
            <a:off x="865625" y="1638506"/>
            <a:ext cx="1109100" cy="65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_1_1">
    <p:spTree>
      <p:nvGrpSpPr>
        <p:cNvPr id="363" name="Shape 363"/>
        <p:cNvGrpSpPr/>
        <p:nvPr/>
      </p:nvGrpSpPr>
      <p:grpSpPr>
        <a:xfrm>
          <a:off x="0" y="0"/>
          <a:ext cx="0" cy="0"/>
          <a:chOff x="0" y="0"/>
          <a:chExt cx="0" cy="0"/>
        </a:xfrm>
      </p:grpSpPr>
      <p:sp>
        <p:nvSpPr>
          <p:cNvPr id="364" name="Google Shape;364;p16"/>
          <p:cNvSpPr txBox="1"/>
          <p:nvPr>
            <p:ph type="title"/>
          </p:nvPr>
        </p:nvSpPr>
        <p:spPr>
          <a:xfrm>
            <a:off x="2124338" y="3281950"/>
            <a:ext cx="4229700" cy="578400"/>
          </a:xfrm>
          <a:prstGeom prst="rect">
            <a:avLst/>
          </a:prstGeom>
        </p:spPr>
        <p:txBody>
          <a:bodyPr anchorCtr="0" anchor="t" bIns="91425" lIns="91425" spcFirstLastPara="1" rIns="91425" wrap="square" tIns="91425">
            <a:noAutofit/>
          </a:bodyPr>
          <a:lstStyle>
            <a:lvl1pPr lvl="0" rtl="0">
              <a:spcBef>
                <a:spcPts val="0"/>
              </a:spcBef>
              <a:spcAft>
                <a:spcPts val="0"/>
              </a:spcAft>
              <a:buSzPts val="4200"/>
              <a:buNone/>
              <a:defRPr>
                <a:solidFill>
                  <a:schemeClr val="accen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65" name="Google Shape;365;p16"/>
          <p:cNvSpPr txBox="1"/>
          <p:nvPr>
            <p:ph idx="1" type="subTitle"/>
          </p:nvPr>
        </p:nvSpPr>
        <p:spPr>
          <a:xfrm>
            <a:off x="2124338" y="3954400"/>
            <a:ext cx="4229700" cy="41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b="0" sz="1600">
                <a:solidFill>
                  <a:schemeClr val="lt1"/>
                </a:solidFill>
                <a:latin typeface="Archivo Light"/>
                <a:ea typeface="Archivo Light"/>
                <a:cs typeface="Archivo Light"/>
                <a:sym typeface="Archivo Light"/>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6" name="Google Shape;366;p16"/>
          <p:cNvSpPr txBox="1"/>
          <p:nvPr>
            <p:ph hasCustomPrompt="1" idx="2" type="title"/>
          </p:nvPr>
        </p:nvSpPr>
        <p:spPr>
          <a:xfrm>
            <a:off x="713213" y="3574813"/>
            <a:ext cx="1109100" cy="65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367" name="Google Shape;367;p16"/>
          <p:cNvSpPr/>
          <p:nvPr/>
        </p:nvSpPr>
        <p:spPr>
          <a:xfrm flipH="1" rot="-3599928">
            <a:off x="-468680" y="-4181114"/>
            <a:ext cx="7115107" cy="8324851"/>
          </a:xfrm>
          <a:custGeom>
            <a:rect b="b" l="l" r="r" t="t"/>
            <a:pathLst>
              <a:path extrusionOk="0" h="113414" w="96933">
                <a:moveTo>
                  <a:pt x="39757" y="15929"/>
                </a:moveTo>
                <a:cubicBezTo>
                  <a:pt x="41119" y="20573"/>
                  <a:pt x="40469" y="26136"/>
                  <a:pt x="36897" y="29402"/>
                </a:cubicBezTo>
                <a:cubicBezTo>
                  <a:pt x="33056" y="32912"/>
                  <a:pt x="27241" y="32818"/>
                  <a:pt x="22344" y="34577"/>
                </a:cubicBezTo>
                <a:cubicBezTo>
                  <a:pt x="14529" y="37386"/>
                  <a:pt x="9067" y="45698"/>
                  <a:pt x="9592" y="53987"/>
                </a:cubicBezTo>
                <a:cubicBezTo>
                  <a:pt x="9980" y="60109"/>
                  <a:pt x="13212" y="65629"/>
                  <a:pt x="15232" y="71422"/>
                </a:cubicBezTo>
                <a:cubicBezTo>
                  <a:pt x="17252" y="77215"/>
                  <a:pt x="17803" y="84359"/>
                  <a:pt x="13610" y="88836"/>
                </a:cubicBezTo>
                <a:cubicBezTo>
                  <a:pt x="9977" y="92718"/>
                  <a:pt x="3433" y="93850"/>
                  <a:pt x="1476" y="98792"/>
                </a:cubicBezTo>
                <a:cubicBezTo>
                  <a:pt x="0" y="102521"/>
                  <a:pt x="2081" y="106921"/>
                  <a:pt x="5326" y="109277"/>
                </a:cubicBezTo>
                <a:cubicBezTo>
                  <a:pt x="8571" y="111633"/>
                  <a:pt x="12692" y="112373"/>
                  <a:pt x="16675" y="112820"/>
                </a:cubicBezTo>
                <a:cubicBezTo>
                  <a:pt x="21954" y="113414"/>
                  <a:pt x="28001" y="113337"/>
                  <a:pt x="31664" y="109490"/>
                </a:cubicBezTo>
                <a:cubicBezTo>
                  <a:pt x="35935" y="105006"/>
                  <a:pt x="35381" y="96903"/>
                  <a:pt x="40563" y="93512"/>
                </a:cubicBezTo>
                <a:cubicBezTo>
                  <a:pt x="46509" y="89620"/>
                  <a:pt x="54337" y="95216"/>
                  <a:pt x="61375" y="94237"/>
                </a:cubicBezTo>
                <a:cubicBezTo>
                  <a:pt x="65445" y="93671"/>
                  <a:pt x="68949" y="90846"/>
                  <a:pt x="71156" y="87380"/>
                </a:cubicBezTo>
                <a:cubicBezTo>
                  <a:pt x="73362" y="83913"/>
                  <a:pt x="74429" y="79846"/>
                  <a:pt x="75160" y="75803"/>
                </a:cubicBezTo>
                <a:cubicBezTo>
                  <a:pt x="75890" y="71759"/>
                  <a:pt x="76790" y="66987"/>
                  <a:pt x="80523" y="65264"/>
                </a:cubicBezTo>
                <a:cubicBezTo>
                  <a:pt x="83639" y="63827"/>
                  <a:pt x="87426" y="65254"/>
                  <a:pt x="90676" y="64151"/>
                </a:cubicBezTo>
                <a:cubicBezTo>
                  <a:pt x="93351" y="63243"/>
                  <a:pt x="95223" y="60719"/>
                  <a:pt x="96078" y="58026"/>
                </a:cubicBezTo>
                <a:cubicBezTo>
                  <a:pt x="96932" y="55333"/>
                  <a:pt x="96926" y="52455"/>
                  <a:pt x="96912" y="49630"/>
                </a:cubicBezTo>
                <a:lnTo>
                  <a:pt x="96773" y="20300"/>
                </a:lnTo>
                <a:cubicBezTo>
                  <a:pt x="96750" y="15391"/>
                  <a:pt x="96536" y="9977"/>
                  <a:pt x="93182" y="6392"/>
                </a:cubicBezTo>
                <a:cubicBezTo>
                  <a:pt x="89922" y="2905"/>
                  <a:pt x="84710" y="2255"/>
                  <a:pt x="79948" y="1917"/>
                </a:cubicBezTo>
                <a:cubicBezTo>
                  <a:pt x="68514" y="1106"/>
                  <a:pt x="57047" y="877"/>
                  <a:pt x="45591" y="1232"/>
                </a:cubicBezTo>
                <a:cubicBezTo>
                  <a:pt x="42331" y="1333"/>
                  <a:pt x="34919" y="0"/>
                  <a:pt x="34299" y="4372"/>
                </a:cubicBezTo>
                <a:cubicBezTo>
                  <a:pt x="33829" y="7701"/>
                  <a:pt x="38783" y="12600"/>
                  <a:pt x="39757" y="15929"/>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 name="Google Shape;368;p16"/>
          <p:cNvGrpSpPr/>
          <p:nvPr/>
        </p:nvGrpSpPr>
        <p:grpSpPr>
          <a:xfrm>
            <a:off x="6773253" y="3047924"/>
            <a:ext cx="4010458" cy="2168078"/>
            <a:chOff x="3471496" y="4002724"/>
            <a:chExt cx="2179241" cy="1178175"/>
          </a:xfrm>
        </p:grpSpPr>
        <p:sp>
          <p:nvSpPr>
            <p:cNvPr id="369" name="Google Shape;369;p16"/>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 name="Google Shape;370;p16"/>
            <p:cNvGrpSpPr/>
            <p:nvPr/>
          </p:nvGrpSpPr>
          <p:grpSpPr>
            <a:xfrm>
              <a:off x="5131348" y="4002725"/>
              <a:ext cx="519390" cy="1178174"/>
              <a:chOff x="5599250" y="4194125"/>
              <a:chExt cx="418525" cy="949375"/>
            </a:xfrm>
          </p:grpSpPr>
          <p:sp>
            <p:nvSpPr>
              <p:cNvPr id="371" name="Google Shape;371;p16"/>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6"/>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 name="Google Shape;373;p16"/>
            <p:cNvGrpSpPr/>
            <p:nvPr/>
          </p:nvGrpSpPr>
          <p:grpSpPr>
            <a:xfrm>
              <a:off x="4067725" y="4002724"/>
              <a:ext cx="519358" cy="1178174"/>
              <a:chOff x="3914250" y="4165300"/>
              <a:chExt cx="418500" cy="949375"/>
            </a:xfrm>
          </p:grpSpPr>
          <p:sp>
            <p:nvSpPr>
              <p:cNvPr id="374" name="Google Shape;374;p16"/>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6"/>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 name="Google Shape;376;p16"/>
            <p:cNvGrpSpPr/>
            <p:nvPr/>
          </p:nvGrpSpPr>
          <p:grpSpPr>
            <a:xfrm>
              <a:off x="3471496" y="4478818"/>
              <a:ext cx="706532" cy="702065"/>
              <a:chOff x="2957825" y="4553350"/>
              <a:chExt cx="569325" cy="565725"/>
            </a:xfrm>
          </p:grpSpPr>
          <p:sp>
            <p:nvSpPr>
              <p:cNvPr id="377" name="Google Shape;377;p16"/>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6"/>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6"/>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6"/>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 name="Google Shape;381;p16"/>
            <p:cNvGrpSpPr/>
            <p:nvPr/>
          </p:nvGrpSpPr>
          <p:grpSpPr>
            <a:xfrm>
              <a:off x="4704470" y="4478833"/>
              <a:ext cx="706501" cy="702065"/>
              <a:chOff x="4791175" y="4530525"/>
              <a:chExt cx="569300" cy="565725"/>
            </a:xfrm>
          </p:grpSpPr>
          <p:sp>
            <p:nvSpPr>
              <p:cNvPr id="382" name="Google Shape;382;p16"/>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6"/>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6"/>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6"/>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16"/>
            <p:cNvGrpSpPr/>
            <p:nvPr/>
          </p:nvGrpSpPr>
          <p:grpSpPr>
            <a:xfrm>
              <a:off x="4461512" y="4981934"/>
              <a:ext cx="200266" cy="198963"/>
              <a:chOff x="4449850" y="4905150"/>
              <a:chExt cx="161375" cy="160325"/>
            </a:xfrm>
          </p:grpSpPr>
          <p:sp>
            <p:nvSpPr>
              <p:cNvPr id="387" name="Google Shape;387;p16"/>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6"/>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 name="Google Shape;389;p16"/>
          <p:cNvGrpSpPr/>
          <p:nvPr/>
        </p:nvGrpSpPr>
        <p:grpSpPr>
          <a:xfrm rot="10800000">
            <a:off x="-152132" y="-544590"/>
            <a:ext cx="3561970" cy="1925609"/>
            <a:chOff x="3471496" y="4002724"/>
            <a:chExt cx="2179241" cy="1178175"/>
          </a:xfrm>
        </p:grpSpPr>
        <p:sp>
          <p:nvSpPr>
            <p:cNvPr id="390" name="Google Shape;390;p16"/>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 name="Google Shape;391;p16"/>
            <p:cNvGrpSpPr/>
            <p:nvPr/>
          </p:nvGrpSpPr>
          <p:grpSpPr>
            <a:xfrm>
              <a:off x="5131348" y="4002725"/>
              <a:ext cx="519390" cy="1178174"/>
              <a:chOff x="5599250" y="4194125"/>
              <a:chExt cx="418525" cy="949375"/>
            </a:xfrm>
          </p:grpSpPr>
          <p:sp>
            <p:nvSpPr>
              <p:cNvPr id="392" name="Google Shape;392;p16"/>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6"/>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16"/>
            <p:cNvGrpSpPr/>
            <p:nvPr/>
          </p:nvGrpSpPr>
          <p:grpSpPr>
            <a:xfrm>
              <a:off x="4067725" y="4002724"/>
              <a:ext cx="519358" cy="1178174"/>
              <a:chOff x="3914250" y="4165300"/>
              <a:chExt cx="418500" cy="949375"/>
            </a:xfrm>
          </p:grpSpPr>
          <p:sp>
            <p:nvSpPr>
              <p:cNvPr id="395" name="Google Shape;395;p16"/>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6"/>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16"/>
            <p:cNvGrpSpPr/>
            <p:nvPr/>
          </p:nvGrpSpPr>
          <p:grpSpPr>
            <a:xfrm>
              <a:off x="3471496" y="4478818"/>
              <a:ext cx="706532" cy="702065"/>
              <a:chOff x="2957825" y="4553350"/>
              <a:chExt cx="569325" cy="565725"/>
            </a:xfrm>
          </p:grpSpPr>
          <p:sp>
            <p:nvSpPr>
              <p:cNvPr id="398" name="Google Shape;398;p16"/>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6"/>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6"/>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6"/>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 name="Google Shape;402;p16"/>
            <p:cNvGrpSpPr/>
            <p:nvPr/>
          </p:nvGrpSpPr>
          <p:grpSpPr>
            <a:xfrm>
              <a:off x="4704470" y="4478833"/>
              <a:ext cx="706501" cy="702065"/>
              <a:chOff x="4791175" y="4530525"/>
              <a:chExt cx="569300" cy="565725"/>
            </a:xfrm>
          </p:grpSpPr>
          <p:sp>
            <p:nvSpPr>
              <p:cNvPr id="403" name="Google Shape;403;p16"/>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6"/>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6"/>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6"/>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 name="Google Shape;407;p16"/>
            <p:cNvGrpSpPr/>
            <p:nvPr/>
          </p:nvGrpSpPr>
          <p:grpSpPr>
            <a:xfrm>
              <a:off x="4461512" y="4981934"/>
              <a:ext cx="200266" cy="198963"/>
              <a:chOff x="4449850" y="4905150"/>
              <a:chExt cx="161375" cy="160325"/>
            </a:xfrm>
          </p:grpSpPr>
          <p:sp>
            <p:nvSpPr>
              <p:cNvPr id="408" name="Google Shape;408;p16"/>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6"/>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410" name="Shape 410"/>
        <p:cNvGrpSpPr/>
        <p:nvPr/>
      </p:nvGrpSpPr>
      <p:grpSpPr>
        <a:xfrm>
          <a:off x="0" y="0"/>
          <a:ext cx="0" cy="0"/>
          <a:chOff x="0" y="0"/>
          <a:chExt cx="0" cy="0"/>
        </a:xfrm>
      </p:grpSpPr>
      <p:sp>
        <p:nvSpPr>
          <p:cNvPr id="411" name="Google Shape;411;p17"/>
          <p:cNvSpPr txBox="1"/>
          <p:nvPr>
            <p:ph type="title"/>
          </p:nvPr>
        </p:nvSpPr>
        <p:spPr>
          <a:xfrm>
            <a:off x="713225" y="2476500"/>
            <a:ext cx="3068100" cy="4476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sz="1800">
                <a:solidFill>
                  <a:schemeClr val="accen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12" name="Google Shape;412;p17"/>
          <p:cNvSpPr txBox="1"/>
          <p:nvPr>
            <p:ph idx="1" type="subTitle"/>
          </p:nvPr>
        </p:nvSpPr>
        <p:spPr>
          <a:xfrm>
            <a:off x="713225" y="1597575"/>
            <a:ext cx="6122400" cy="843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b="0" sz="20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3" name="Google Shape;413;p17"/>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7"/>
          <p:cNvSpPr/>
          <p:nvPr/>
        </p:nvSpPr>
        <p:spPr>
          <a:xfrm>
            <a:off x="-43125" y="398274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7"/>
          <p:cNvSpPr/>
          <p:nvPr/>
        </p:nvSpPr>
        <p:spPr>
          <a:xfrm flipH="1">
            <a:off x="7143314" y="-46962"/>
            <a:ext cx="2044468" cy="2413166"/>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7"/>
          <p:cNvSpPr/>
          <p:nvPr/>
        </p:nvSpPr>
        <p:spPr>
          <a:xfrm flipH="1">
            <a:off x="7027161" y="-46943"/>
            <a:ext cx="2160621" cy="1316758"/>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7"/>
          <p:cNvSpPr/>
          <p:nvPr/>
        </p:nvSpPr>
        <p:spPr>
          <a:xfrm flipH="1">
            <a:off x="7843434" y="-46943"/>
            <a:ext cx="1344348" cy="522117"/>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7"/>
          <p:cNvSpPr/>
          <p:nvPr/>
        </p:nvSpPr>
        <p:spPr>
          <a:xfrm rot="10800000">
            <a:off x="0" y="0"/>
            <a:ext cx="1971350" cy="2441575"/>
          </a:xfrm>
          <a:custGeom>
            <a:rect b="b" l="l" r="r" t="t"/>
            <a:pathLst>
              <a:path extrusionOk="0" h="97663" w="78854">
                <a:moveTo>
                  <a:pt x="78852" y="1"/>
                </a:moveTo>
                <a:cubicBezTo>
                  <a:pt x="77232" y="1795"/>
                  <a:pt x="75891" y="3839"/>
                  <a:pt x="74943" y="6096"/>
                </a:cubicBezTo>
                <a:cubicBezTo>
                  <a:pt x="71104" y="15229"/>
                  <a:pt x="72794" y="26926"/>
                  <a:pt x="65817" y="33960"/>
                </a:cubicBezTo>
                <a:cubicBezTo>
                  <a:pt x="58172" y="41667"/>
                  <a:pt x="43881" y="39548"/>
                  <a:pt x="36898" y="47861"/>
                </a:cubicBezTo>
                <a:cubicBezTo>
                  <a:pt x="30199" y="55836"/>
                  <a:pt x="34332" y="68110"/>
                  <a:pt x="31333" y="78083"/>
                </a:cubicBezTo>
                <a:cubicBezTo>
                  <a:pt x="27611" y="90469"/>
                  <a:pt x="13511" y="96851"/>
                  <a:pt x="598" y="97557"/>
                </a:cubicBezTo>
                <a:cubicBezTo>
                  <a:pt x="405" y="97568"/>
                  <a:pt x="213" y="97569"/>
                  <a:pt x="21" y="97578"/>
                </a:cubicBezTo>
                <a:cubicBezTo>
                  <a:pt x="17" y="97592"/>
                  <a:pt x="11" y="97608"/>
                  <a:pt x="7" y="97622"/>
                </a:cubicBezTo>
                <a:cubicBezTo>
                  <a:pt x="5" y="97635"/>
                  <a:pt x="3" y="97649"/>
                  <a:pt x="0" y="97662"/>
                </a:cubicBezTo>
                <a:lnTo>
                  <a:pt x="78853" y="97662"/>
                </a:lnTo>
                <a:lnTo>
                  <a:pt x="78852"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7"/>
          <p:cNvSpPr/>
          <p:nvPr/>
        </p:nvSpPr>
        <p:spPr>
          <a:xfrm rot="10800000">
            <a:off x="0" y="0"/>
            <a:ext cx="935850" cy="1086575"/>
          </a:xfrm>
          <a:custGeom>
            <a:rect b="b" l="l" r="r" t="t"/>
            <a:pathLst>
              <a:path extrusionOk="0" h="43463" w="37434">
                <a:moveTo>
                  <a:pt x="37433" y="0"/>
                </a:moveTo>
                <a:cubicBezTo>
                  <a:pt x="36695" y="1364"/>
                  <a:pt x="35790" y="2637"/>
                  <a:pt x="34652" y="3784"/>
                </a:cubicBezTo>
                <a:cubicBezTo>
                  <a:pt x="27007" y="11492"/>
                  <a:pt x="12715" y="9372"/>
                  <a:pt x="5732" y="17686"/>
                </a:cubicBezTo>
                <a:cubicBezTo>
                  <a:pt x="0" y="24509"/>
                  <a:pt x="2196" y="34478"/>
                  <a:pt x="1072" y="43462"/>
                </a:cubicBezTo>
                <a:lnTo>
                  <a:pt x="37433" y="43462"/>
                </a:lnTo>
                <a:lnTo>
                  <a:pt x="37433"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_1">
    <p:spTree>
      <p:nvGrpSpPr>
        <p:cNvPr id="420" name="Shape 420"/>
        <p:cNvGrpSpPr/>
        <p:nvPr/>
      </p:nvGrpSpPr>
      <p:grpSpPr>
        <a:xfrm>
          <a:off x="0" y="0"/>
          <a:ext cx="0" cy="0"/>
          <a:chOff x="0" y="0"/>
          <a:chExt cx="0" cy="0"/>
        </a:xfrm>
      </p:grpSpPr>
      <p:sp>
        <p:nvSpPr>
          <p:cNvPr id="421" name="Google Shape;421;p18"/>
          <p:cNvSpPr txBox="1"/>
          <p:nvPr>
            <p:ph idx="1" type="subTitle"/>
          </p:nvPr>
        </p:nvSpPr>
        <p:spPr>
          <a:xfrm>
            <a:off x="1673225" y="2143300"/>
            <a:ext cx="2476200" cy="46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2" name="Google Shape;422;p18"/>
          <p:cNvSpPr txBox="1"/>
          <p:nvPr>
            <p:ph idx="2" type="subTitle"/>
          </p:nvPr>
        </p:nvSpPr>
        <p:spPr>
          <a:xfrm>
            <a:off x="4915763" y="2143300"/>
            <a:ext cx="2476200" cy="46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3" name="Google Shape;423;p18"/>
          <p:cNvSpPr txBox="1"/>
          <p:nvPr>
            <p:ph hasCustomPrompt="1" type="title"/>
          </p:nvPr>
        </p:nvSpPr>
        <p:spPr>
          <a:xfrm>
            <a:off x="1673225" y="1312500"/>
            <a:ext cx="2476200" cy="650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424" name="Google Shape;424;p18"/>
          <p:cNvSpPr txBox="1"/>
          <p:nvPr>
            <p:ph hasCustomPrompt="1" idx="3" type="title"/>
          </p:nvPr>
        </p:nvSpPr>
        <p:spPr>
          <a:xfrm>
            <a:off x="4915763" y="1312500"/>
            <a:ext cx="2476200" cy="650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425" name="Google Shape;425;p18"/>
          <p:cNvSpPr txBox="1"/>
          <p:nvPr>
            <p:ph idx="4" type="subTitle"/>
          </p:nvPr>
        </p:nvSpPr>
        <p:spPr>
          <a:xfrm>
            <a:off x="1673225" y="3719400"/>
            <a:ext cx="2476200" cy="46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6" name="Google Shape;426;p18"/>
          <p:cNvSpPr txBox="1"/>
          <p:nvPr>
            <p:ph idx="5" type="subTitle"/>
          </p:nvPr>
        </p:nvSpPr>
        <p:spPr>
          <a:xfrm>
            <a:off x="4915763" y="3719400"/>
            <a:ext cx="2476200" cy="46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7" name="Google Shape;427;p18"/>
          <p:cNvSpPr txBox="1"/>
          <p:nvPr>
            <p:ph hasCustomPrompt="1" idx="6" type="title"/>
          </p:nvPr>
        </p:nvSpPr>
        <p:spPr>
          <a:xfrm>
            <a:off x="1673225" y="2839400"/>
            <a:ext cx="2476200" cy="650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428" name="Google Shape;428;p18"/>
          <p:cNvSpPr txBox="1"/>
          <p:nvPr>
            <p:ph hasCustomPrompt="1" idx="7" type="title"/>
          </p:nvPr>
        </p:nvSpPr>
        <p:spPr>
          <a:xfrm>
            <a:off x="4915763" y="2839400"/>
            <a:ext cx="2476200" cy="650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2800"/>
              <a:buNone/>
              <a:defRPr sz="3500">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429" name="Google Shape;429;p18"/>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8"/>
          <p:cNvSpPr/>
          <p:nvPr/>
        </p:nvSpPr>
        <p:spPr>
          <a:xfrm>
            <a:off x="-43125" y="398274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8"/>
          <p:cNvSpPr/>
          <p:nvPr/>
        </p:nvSpPr>
        <p:spPr>
          <a:xfrm flipH="1">
            <a:off x="7143314" y="-46962"/>
            <a:ext cx="2044468" cy="2413166"/>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8"/>
          <p:cNvSpPr/>
          <p:nvPr/>
        </p:nvSpPr>
        <p:spPr>
          <a:xfrm flipH="1">
            <a:off x="7027161" y="-46943"/>
            <a:ext cx="2160621" cy="1316758"/>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8"/>
          <p:cNvSpPr/>
          <p:nvPr/>
        </p:nvSpPr>
        <p:spPr>
          <a:xfrm flipH="1">
            <a:off x="7843434" y="-46943"/>
            <a:ext cx="1344348" cy="522117"/>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8"/>
          <p:cNvSpPr/>
          <p:nvPr/>
        </p:nvSpPr>
        <p:spPr>
          <a:xfrm rot="10800000">
            <a:off x="0" y="0"/>
            <a:ext cx="1971350" cy="2441575"/>
          </a:xfrm>
          <a:custGeom>
            <a:rect b="b" l="l" r="r" t="t"/>
            <a:pathLst>
              <a:path extrusionOk="0" h="97663" w="78854">
                <a:moveTo>
                  <a:pt x="78852" y="1"/>
                </a:moveTo>
                <a:cubicBezTo>
                  <a:pt x="77232" y="1795"/>
                  <a:pt x="75891" y="3839"/>
                  <a:pt x="74943" y="6096"/>
                </a:cubicBezTo>
                <a:cubicBezTo>
                  <a:pt x="71104" y="15229"/>
                  <a:pt x="72794" y="26926"/>
                  <a:pt x="65817" y="33960"/>
                </a:cubicBezTo>
                <a:cubicBezTo>
                  <a:pt x="58172" y="41667"/>
                  <a:pt x="43881" y="39548"/>
                  <a:pt x="36898" y="47861"/>
                </a:cubicBezTo>
                <a:cubicBezTo>
                  <a:pt x="30199" y="55836"/>
                  <a:pt x="34332" y="68110"/>
                  <a:pt x="31333" y="78083"/>
                </a:cubicBezTo>
                <a:cubicBezTo>
                  <a:pt x="27611" y="90469"/>
                  <a:pt x="13511" y="96851"/>
                  <a:pt x="598" y="97557"/>
                </a:cubicBezTo>
                <a:cubicBezTo>
                  <a:pt x="405" y="97568"/>
                  <a:pt x="213" y="97569"/>
                  <a:pt x="21" y="97578"/>
                </a:cubicBezTo>
                <a:cubicBezTo>
                  <a:pt x="17" y="97592"/>
                  <a:pt x="11" y="97608"/>
                  <a:pt x="7" y="97622"/>
                </a:cubicBezTo>
                <a:cubicBezTo>
                  <a:pt x="5" y="97635"/>
                  <a:pt x="3" y="97649"/>
                  <a:pt x="0" y="97662"/>
                </a:cubicBezTo>
                <a:lnTo>
                  <a:pt x="78853" y="97662"/>
                </a:lnTo>
                <a:lnTo>
                  <a:pt x="78852"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8"/>
          <p:cNvSpPr/>
          <p:nvPr/>
        </p:nvSpPr>
        <p:spPr>
          <a:xfrm rot="10800000">
            <a:off x="0" y="0"/>
            <a:ext cx="935850" cy="1086575"/>
          </a:xfrm>
          <a:custGeom>
            <a:rect b="b" l="l" r="r" t="t"/>
            <a:pathLst>
              <a:path extrusionOk="0" h="43463" w="37434">
                <a:moveTo>
                  <a:pt x="37433" y="0"/>
                </a:moveTo>
                <a:cubicBezTo>
                  <a:pt x="36695" y="1364"/>
                  <a:pt x="35790" y="2637"/>
                  <a:pt x="34652" y="3784"/>
                </a:cubicBezTo>
                <a:cubicBezTo>
                  <a:pt x="27007" y="11492"/>
                  <a:pt x="12715" y="9372"/>
                  <a:pt x="5732" y="17686"/>
                </a:cubicBezTo>
                <a:cubicBezTo>
                  <a:pt x="0" y="24509"/>
                  <a:pt x="2196" y="34478"/>
                  <a:pt x="1072" y="43462"/>
                </a:cubicBezTo>
                <a:lnTo>
                  <a:pt x="37433" y="43462"/>
                </a:lnTo>
                <a:lnTo>
                  <a:pt x="37433"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8"/>
          <p:cNvSpPr/>
          <p:nvPr/>
        </p:nvSpPr>
        <p:spPr>
          <a:xfrm rot="10800000">
            <a:off x="7367853" y="3036745"/>
            <a:ext cx="1820407" cy="2148675"/>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8"/>
          <p:cNvSpPr/>
          <p:nvPr/>
        </p:nvSpPr>
        <p:spPr>
          <a:xfrm rot="10800000">
            <a:off x="7264429" y="3974612"/>
            <a:ext cx="1923830" cy="117243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8"/>
          <p:cNvSpPr/>
          <p:nvPr/>
        </p:nvSpPr>
        <p:spPr>
          <a:xfrm rot="10800000">
            <a:off x="7991244" y="4682158"/>
            <a:ext cx="1197016" cy="46489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_1_1">
    <p:spTree>
      <p:nvGrpSpPr>
        <p:cNvPr id="439" name="Shape 439"/>
        <p:cNvGrpSpPr/>
        <p:nvPr/>
      </p:nvGrpSpPr>
      <p:grpSpPr>
        <a:xfrm>
          <a:off x="0" y="0"/>
          <a:ext cx="0" cy="0"/>
          <a:chOff x="0" y="0"/>
          <a:chExt cx="0" cy="0"/>
        </a:xfrm>
      </p:grpSpPr>
      <p:sp>
        <p:nvSpPr>
          <p:cNvPr id="440" name="Google Shape;440;p19"/>
          <p:cNvSpPr txBox="1"/>
          <p:nvPr>
            <p:ph idx="1" type="subTitle"/>
          </p:nvPr>
        </p:nvSpPr>
        <p:spPr>
          <a:xfrm>
            <a:off x="713250" y="2124825"/>
            <a:ext cx="2419200" cy="9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1" name="Google Shape;441;p19"/>
          <p:cNvSpPr txBox="1"/>
          <p:nvPr>
            <p:ph idx="2" type="subTitle"/>
          </p:nvPr>
        </p:nvSpPr>
        <p:spPr>
          <a:xfrm>
            <a:off x="6011550" y="2124825"/>
            <a:ext cx="2419200" cy="9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2" name="Google Shape;442;p19"/>
          <p:cNvSpPr txBox="1"/>
          <p:nvPr>
            <p:ph hasCustomPrompt="1" type="title"/>
          </p:nvPr>
        </p:nvSpPr>
        <p:spPr>
          <a:xfrm>
            <a:off x="1266300" y="3496825"/>
            <a:ext cx="1313100" cy="65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800"/>
              <a:buNone/>
              <a:defRPr>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443" name="Google Shape;443;p19"/>
          <p:cNvSpPr txBox="1"/>
          <p:nvPr>
            <p:ph hasCustomPrompt="1" idx="3" type="title"/>
          </p:nvPr>
        </p:nvSpPr>
        <p:spPr>
          <a:xfrm>
            <a:off x="6564600" y="3496825"/>
            <a:ext cx="1313100" cy="65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800"/>
              <a:buNone/>
              <a:defRPr>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444" name="Google Shape;444;p19"/>
          <p:cNvSpPr txBox="1"/>
          <p:nvPr>
            <p:ph idx="4" type="subTitle"/>
          </p:nvPr>
        </p:nvSpPr>
        <p:spPr>
          <a:xfrm>
            <a:off x="3362400" y="2124825"/>
            <a:ext cx="2419200" cy="9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5" name="Google Shape;445;p19"/>
          <p:cNvSpPr txBox="1"/>
          <p:nvPr>
            <p:ph hasCustomPrompt="1" idx="5" type="title"/>
          </p:nvPr>
        </p:nvSpPr>
        <p:spPr>
          <a:xfrm>
            <a:off x="3915450" y="3496825"/>
            <a:ext cx="1313100" cy="65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800"/>
              <a:buNone/>
              <a:defRPr>
                <a:solidFill>
                  <a:schemeClr val="lt1"/>
                </a:solidFill>
              </a:defRPr>
            </a:lvl1pPr>
            <a:lvl2pPr lvl="1" rtl="0" algn="ctr">
              <a:spcBef>
                <a:spcPts val="0"/>
              </a:spcBef>
              <a:spcAft>
                <a:spcPts val="0"/>
              </a:spcAft>
              <a:buClr>
                <a:schemeClr val="accent2"/>
              </a:buClr>
              <a:buSzPts val="2800"/>
              <a:buNone/>
              <a:defRPr>
                <a:solidFill>
                  <a:schemeClr val="accent2"/>
                </a:solidFill>
              </a:defRPr>
            </a:lvl2pPr>
            <a:lvl3pPr lvl="2" rtl="0" algn="ctr">
              <a:spcBef>
                <a:spcPts val="0"/>
              </a:spcBef>
              <a:spcAft>
                <a:spcPts val="0"/>
              </a:spcAft>
              <a:buClr>
                <a:schemeClr val="accent2"/>
              </a:buClr>
              <a:buSzPts val="2800"/>
              <a:buNone/>
              <a:defRPr>
                <a:solidFill>
                  <a:schemeClr val="accent2"/>
                </a:solidFill>
              </a:defRPr>
            </a:lvl3pPr>
            <a:lvl4pPr lvl="3" rtl="0" algn="ctr">
              <a:spcBef>
                <a:spcPts val="0"/>
              </a:spcBef>
              <a:spcAft>
                <a:spcPts val="0"/>
              </a:spcAft>
              <a:buClr>
                <a:schemeClr val="accent2"/>
              </a:buClr>
              <a:buSzPts val="2800"/>
              <a:buNone/>
              <a:defRPr>
                <a:solidFill>
                  <a:schemeClr val="accent2"/>
                </a:solidFill>
              </a:defRPr>
            </a:lvl4pPr>
            <a:lvl5pPr lvl="4" rtl="0" algn="ctr">
              <a:spcBef>
                <a:spcPts val="0"/>
              </a:spcBef>
              <a:spcAft>
                <a:spcPts val="0"/>
              </a:spcAft>
              <a:buClr>
                <a:schemeClr val="accent2"/>
              </a:buClr>
              <a:buSzPts val="2800"/>
              <a:buNone/>
              <a:defRPr>
                <a:solidFill>
                  <a:schemeClr val="accent2"/>
                </a:solidFill>
              </a:defRPr>
            </a:lvl5pPr>
            <a:lvl6pPr lvl="5" rtl="0" algn="ctr">
              <a:spcBef>
                <a:spcPts val="0"/>
              </a:spcBef>
              <a:spcAft>
                <a:spcPts val="0"/>
              </a:spcAft>
              <a:buClr>
                <a:schemeClr val="accent2"/>
              </a:buClr>
              <a:buSzPts val="2800"/>
              <a:buNone/>
              <a:defRPr>
                <a:solidFill>
                  <a:schemeClr val="accent2"/>
                </a:solidFill>
              </a:defRPr>
            </a:lvl6pPr>
            <a:lvl7pPr lvl="6" rtl="0" algn="ctr">
              <a:spcBef>
                <a:spcPts val="0"/>
              </a:spcBef>
              <a:spcAft>
                <a:spcPts val="0"/>
              </a:spcAft>
              <a:buClr>
                <a:schemeClr val="accent2"/>
              </a:buClr>
              <a:buSzPts val="2800"/>
              <a:buNone/>
              <a:defRPr>
                <a:solidFill>
                  <a:schemeClr val="accent2"/>
                </a:solidFill>
              </a:defRPr>
            </a:lvl7pPr>
            <a:lvl8pPr lvl="7" rtl="0" algn="ctr">
              <a:spcBef>
                <a:spcPts val="0"/>
              </a:spcBef>
              <a:spcAft>
                <a:spcPts val="0"/>
              </a:spcAft>
              <a:buClr>
                <a:schemeClr val="accent2"/>
              </a:buClr>
              <a:buSzPts val="2800"/>
              <a:buNone/>
              <a:defRPr>
                <a:solidFill>
                  <a:schemeClr val="accent2"/>
                </a:solidFill>
              </a:defRPr>
            </a:lvl8pPr>
            <a:lvl9pPr lvl="8" rtl="0" algn="ctr">
              <a:spcBef>
                <a:spcPts val="0"/>
              </a:spcBef>
              <a:spcAft>
                <a:spcPts val="0"/>
              </a:spcAft>
              <a:buClr>
                <a:schemeClr val="accent2"/>
              </a:buClr>
              <a:buSzPts val="2800"/>
              <a:buNone/>
              <a:defRPr>
                <a:solidFill>
                  <a:schemeClr val="accent2"/>
                </a:solidFill>
              </a:defRPr>
            </a:lvl9pPr>
          </a:lstStyle>
          <a:p>
            <a:r>
              <a:t>xx%</a:t>
            </a:r>
          </a:p>
        </p:txBody>
      </p:sp>
      <p:sp>
        <p:nvSpPr>
          <p:cNvPr id="446" name="Google Shape;446;p19"/>
          <p:cNvSpPr txBox="1"/>
          <p:nvPr>
            <p:ph idx="6" type="title"/>
          </p:nvPr>
        </p:nvSpPr>
        <p:spPr>
          <a:xfrm>
            <a:off x="713250" y="1501625"/>
            <a:ext cx="24192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47" name="Google Shape;447;p19"/>
          <p:cNvSpPr txBox="1"/>
          <p:nvPr>
            <p:ph idx="7" type="title"/>
          </p:nvPr>
        </p:nvSpPr>
        <p:spPr>
          <a:xfrm>
            <a:off x="3362400" y="1501625"/>
            <a:ext cx="24192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48" name="Google Shape;448;p19"/>
          <p:cNvSpPr txBox="1"/>
          <p:nvPr>
            <p:ph idx="8" type="title"/>
          </p:nvPr>
        </p:nvSpPr>
        <p:spPr>
          <a:xfrm>
            <a:off x="6011550" y="1501625"/>
            <a:ext cx="24192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49" name="Google Shape;449;p19"/>
          <p:cNvSpPr txBox="1"/>
          <p:nvPr>
            <p:ph idx="9"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50" name="Google Shape;450;p19"/>
          <p:cNvSpPr/>
          <p:nvPr/>
        </p:nvSpPr>
        <p:spPr>
          <a:xfrm flipH="1" rot="10800000">
            <a:off x="7216909" y="0"/>
            <a:ext cx="1971350" cy="2441575"/>
          </a:xfrm>
          <a:custGeom>
            <a:rect b="b" l="l" r="r" t="t"/>
            <a:pathLst>
              <a:path extrusionOk="0" h="97663" w="78854">
                <a:moveTo>
                  <a:pt x="78852" y="1"/>
                </a:moveTo>
                <a:cubicBezTo>
                  <a:pt x="77232" y="1795"/>
                  <a:pt x="75891" y="3839"/>
                  <a:pt x="74943" y="6096"/>
                </a:cubicBezTo>
                <a:cubicBezTo>
                  <a:pt x="71104" y="15229"/>
                  <a:pt x="72794" y="26926"/>
                  <a:pt x="65817" y="33960"/>
                </a:cubicBezTo>
                <a:cubicBezTo>
                  <a:pt x="58172" y="41667"/>
                  <a:pt x="43881" y="39548"/>
                  <a:pt x="36898" y="47861"/>
                </a:cubicBezTo>
                <a:cubicBezTo>
                  <a:pt x="30199" y="55836"/>
                  <a:pt x="34332" y="68110"/>
                  <a:pt x="31333" y="78083"/>
                </a:cubicBezTo>
                <a:cubicBezTo>
                  <a:pt x="27611" y="90469"/>
                  <a:pt x="13511" y="96851"/>
                  <a:pt x="598" y="97557"/>
                </a:cubicBezTo>
                <a:cubicBezTo>
                  <a:pt x="405" y="97568"/>
                  <a:pt x="213" y="97569"/>
                  <a:pt x="21" y="97578"/>
                </a:cubicBezTo>
                <a:cubicBezTo>
                  <a:pt x="17" y="97592"/>
                  <a:pt x="11" y="97608"/>
                  <a:pt x="7" y="97622"/>
                </a:cubicBezTo>
                <a:cubicBezTo>
                  <a:pt x="5" y="97635"/>
                  <a:pt x="3" y="97649"/>
                  <a:pt x="0" y="97662"/>
                </a:cubicBezTo>
                <a:lnTo>
                  <a:pt x="78853" y="97662"/>
                </a:lnTo>
                <a:lnTo>
                  <a:pt x="78852"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9"/>
          <p:cNvSpPr/>
          <p:nvPr/>
        </p:nvSpPr>
        <p:spPr>
          <a:xfrm flipH="1" rot="10800000">
            <a:off x="8252409" y="0"/>
            <a:ext cx="935850" cy="1086575"/>
          </a:xfrm>
          <a:custGeom>
            <a:rect b="b" l="l" r="r" t="t"/>
            <a:pathLst>
              <a:path extrusionOk="0" h="43463" w="37434">
                <a:moveTo>
                  <a:pt x="37433" y="0"/>
                </a:moveTo>
                <a:cubicBezTo>
                  <a:pt x="36695" y="1364"/>
                  <a:pt x="35790" y="2637"/>
                  <a:pt x="34652" y="3784"/>
                </a:cubicBezTo>
                <a:cubicBezTo>
                  <a:pt x="27007" y="11492"/>
                  <a:pt x="12715" y="9372"/>
                  <a:pt x="5732" y="17686"/>
                </a:cubicBezTo>
                <a:cubicBezTo>
                  <a:pt x="0" y="24509"/>
                  <a:pt x="2196" y="34478"/>
                  <a:pt x="1072" y="43462"/>
                </a:cubicBezTo>
                <a:lnTo>
                  <a:pt x="37433" y="43462"/>
                </a:lnTo>
                <a:lnTo>
                  <a:pt x="37433"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9"/>
          <p:cNvSpPr/>
          <p:nvPr/>
        </p:nvSpPr>
        <p:spPr>
          <a:xfrm flipH="1" rot="10800000">
            <a:off x="0" y="3036745"/>
            <a:ext cx="1820407" cy="2148675"/>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9"/>
          <p:cNvSpPr/>
          <p:nvPr/>
        </p:nvSpPr>
        <p:spPr>
          <a:xfrm flipH="1" rot="10800000">
            <a:off x="0" y="3974612"/>
            <a:ext cx="1923830" cy="117243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9"/>
          <p:cNvSpPr/>
          <p:nvPr/>
        </p:nvSpPr>
        <p:spPr>
          <a:xfrm flipH="1" rot="10800000">
            <a:off x="0" y="4682158"/>
            <a:ext cx="1197016" cy="46489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_1_1_1">
    <p:spTree>
      <p:nvGrpSpPr>
        <p:cNvPr id="455" name="Shape 455"/>
        <p:cNvGrpSpPr/>
        <p:nvPr/>
      </p:nvGrpSpPr>
      <p:grpSpPr>
        <a:xfrm>
          <a:off x="0" y="0"/>
          <a:ext cx="0" cy="0"/>
          <a:chOff x="0" y="0"/>
          <a:chExt cx="0" cy="0"/>
        </a:xfrm>
      </p:grpSpPr>
      <p:sp>
        <p:nvSpPr>
          <p:cNvPr id="456" name="Google Shape;456;p20"/>
          <p:cNvSpPr txBox="1"/>
          <p:nvPr>
            <p:ph idx="1" type="subTitle"/>
          </p:nvPr>
        </p:nvSpPr>
        <p:spPr>
          <a:xfrm>
            <a:off x="1738388" y="3495750"/>
            <a:ext cx="25620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7" name="Google Shape;457;p20"/>
          <p:cNvSpPr txBox="1"/>
          <p:nvPr>
            <p:ph idx="2" type="subTitle"/>
          </p:nvPr>
        </p:nvSpPr>
        <p:spPr>
          <a:xfrm>
            <a:off x="4843613" y="3495750"/>
            <a:ext cx="25620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8" name="Google Shape;458;p20"/>
          <p:cNvSpPr txBox="1"/>
          <p:nvPr>
            <p:ph type="title"/>
          </p:nvPr>
        </p:nvSpPr>
        <p:spPr>
          <a:xfrm>
            <a:off x="1738388" y="3095550"/>
            <a:ext cx="25620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59" name="Google Shape;459;p20"/>
          <p:cNvSpPr txBox="1"/>
          <p:nvPr>
            <p:ph idx="3" type="title"/>
          </p:nvPr>
        </p:nvSpPr>
        <p:spPr>
          <a:xfrm>
            <a:off x="4843613" y="3095550"/>
            <a:ext cx="25620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60" name="Google Shape;460;p20"/>
          <p:cNvSpPr txBox="1"/>
          <p:nvPr>
            <p:ph idx="4"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61" name="Google Shape;461;p20"/>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0"/>
          <p:cNvSpPr/>
          <p:nvPr/>
        </p:nvSpPr>
        <p:spPr>
          <a:xfrm>
            <a:off x="-43125" y="398274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0"/>
          <p:cNvSpPr/>
          <p:nvPr/>
        </p:nvSpPr>
        <p:spPr>
          <a:xfrm flipH="1">
            <a:off x="7143314" y="-46962"/>
            <a:ext cx="2044468" cy="2413166"/>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0"/>
          <p:cNvSpPr/>
          <p:nvPr/>
        </p:nvSpPr>
        <p:spPr>
          <a:xfrm flipH="1">
            <a:off x="7027161" y="-46943"/>
            <a:ext cx="2160621" cy="1316758"/>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0"/>
          <p:cNvSpPr/>
          <p:nvPr/>
        </p:nvSpPr>
        <p:spPr>
          <a:xfrm flipH="1">
            <a:off x="7843434" y="-46943"/>
            <a:ext cx="1344348" cy="522117"/>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20"/>
          <p:cNvGrpSpPr/>
          <p:nvPr/>
        </p:nvGrpSpPr>
        <p:grpSpPr>
          <a:xfrm>
            <a:off x="6541302" y="3375364"/>
            <a:ext cx="3340777" cy="1806025"/>
            <a:chOff x="3471496" y="4002724"/>
            <a:chExt cx="2179241" cy="1178175"/>
          </a:xfrm>
        </p:grpSpPr>
        <p:sp>
          <p:nvSpPr>
            <p:cNvPr id="467" name="Google Shape;467;p20"/>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 name="Google Shape;468;p20"/>
            <p:cNvGrpSpPr/>
            <p:nvPr/>
          </p:nvGrpSpPr>
          <p:grpSpPr>
            <a:xfrm>
              <a:off x="5131348" y="4002725"/>
              <a:ext cx="519390" cy="1178174"/>
              <a:chOff x="5599250" y="4194125"/>
              <a:chExt cx="418525" cy="949375"/>
            </a:xfrm>
          </p:grpSpPr>
          <p:sp>
            <p:nvSpPr>
              <p:cNvPr id="469" name="Google Shape;469;p20"/>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0"/>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 name="Google Shape;471;p20"/>
            <p:cNvGrpSpPr/>
            <p:nvPr/>
          </p:nvGrpSpPr>
          <p:grpSpPr>
            <a:xfrm>
              <a:off x="4067725" y="4002724"/>
              <a:ext cx="519358" cy="1178174"/>
              <a:chOff x="3914250" y="4165300"/>
              <a:chExt cx="418500" cy="949375"/>
            </a:xfrm>
          </p:grpSpPr>
          <p:sp>
            <p:nvSpPr>
              <p:cNvPr id="472" name="Google Shape;472;p20"/>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0"/>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 name="Google Shape;474;p20"/>
            <p:cNvGrpSpPr/>
            <p:nvPr/>
          </p:nvGrpSpPr>
          <p:grpSpPr>
            <a:xfrm>
              <a:off x="3471496" y="4478818"/>
              <a:ext cx="706532" cy="702065"/>
              <a:chOff x="2957825" y="4553350"/>
              <a:chExt cx="569325" cy="565725"/>
            </a:xfrm>
          </p:grpSpPr>
          <p:sp>
            <p:nvSpPr>
              <p:cNvPr id="475" name="Google Shape;475;p20"/>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0"/>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0"/>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0"/>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20"/>
            <p:cNvGrpSpPr/>
            <p:nvPr/>
          </p:nvGrpSpPr>
          <p:grpSpPr>
            <a:xfrm>
              <a:off x="4704470" y="4478833"/>
              <a:ext cx="706501" cy="702065"/>
              <a:chOff x="4791175" y="4530525"/>
              <a:chExt cx="569300" cy="565725"/>
            </a:xfrm>
          </p:grpSpPr>
          <p:sp>
            <p:nvSpPr>
              <p:cNvPr id="480" name="Google Shape;480;p20"/>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0"/>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0"/>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0"/>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 name="Google Shape;484;p20"/>
            <p:cNvGrpSpPr/>
            <p:nvPr/>
          </p:nvGrpSpPr>
          <p:grpSpPr>
            <a:xfrm>
              <a:off x="4461512" y="4981934"/>
              <a:ext cx="200266" cy="198963"/>
              <a:chOff x="4449850" y="4905150"/>
              <a:chExt cx="161375" cy="160325"/>
            </a:xfrm>
          </p:grpSpPr>
          <p:sp>
            <p:nvSpPr>
              <p:cNvPr id="485" name="Google Shape;485;p20"/>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0"/>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_1_1_1_1">
    <p:spTree>
      <p:nvGrpSpPr>
        <p:cNvPr id="487" name="Shape 487"/>
        <p:cNvGrpSpPr/>
        <p:nvPr/>
      </p:nvGrpSpPr>
      <p:grpSpPr>
        <a:xfrm>
          <a:off x="0" y="0"/>
          <a:ext cx="0" cy="0"/>
          <a:chOff x="0" y="0"/>
          <a:chExt cx="0" cy="0"/>
        </a:xfrm>
      </p:grpSpPr>
      <p:sp>
        <p:nvSpPr>
          <p:cNvPr id="488" name="Google Shape;488;p21"/>
          <p:cNvSpPr txBox="1"/>
          <p:nvPr>
            <p:ph idx="1" type="subTitle"/>
          </p:nvPr>
        </p:nvSpPr>
        <p:spPr>
          <a:xfrm>
            <a:off x="713225" y="1247950"/>
            <a:ext cx="3773100" cy="335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Arial"/>
              <a:buChar char="●"/>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Font typeface="Arial"/>
              <a:buChar char="○"/>
              <a:defRPr/>
            </a:lvl2pPr>
            <a:lvl3pPr lvl="2" rtl="0" algn="ctr">
              <a:lnSpc>
                <a:spcPct val="100000"/>
              </a:lnSpc>
              <a:spcBef>
                <a:spcPts val="0"/>
              </a:spcBef>
              <a:spcAft>
                <a:spcPts val="0"/>
              </a:spcAft>
              <a:buSzPts val="1400"/>
              <a:buFont typeface="Arial"/>
              <a:buChar char="■"/>
              <a:defRPr/>
            </a:lvl3pPr>
            <a:lvl4pPr lvl="3" rtl="0" algn="ctr">
              <a:lnSpc>
                <a:spcPct val="100000"/>
              </a:lnSpc>
              <a:spcBef>
                <a:spcPts val="0"/>
              </a:spcBef>
              <a:spcAft>
                <a:spcPts val="0"/>
              </a:spcAft>
              <a:buSzPts val="1400"/>
              <a:buFont typeface="Arial"/>
              <a:buChar char="●"/>
              <a:defRPr/>
            </a:lvl4pPr>
            <a:lvl5pPr lvl="4" rtl="0" algn="ctr">
              <a:lnSpc>
                <a:spcPct val="100000"/>
              </a:lnSpc>
              <a:spcBef>
                <a:spcPts val="0"/>
              </a:spcBef>
              <a:spcAft>
                <a:spcPts val="0"/>
              </a:spcAft>
              <a:buSzPts val="1400"/>
              <a:buFont typeface="Arial"/>
              <a:buChar char="○"/>
              <a:defRPr/>
            </a:lvl5pPr>
            <a:lvl6pPr lvl="5" rtl="0" algn="ctr">
              <a:lnSpc>
                <a:spcPct val="100000"/>
              </a:lnSpc>
              <a:spcBef>
                <a:spcPts val="0"/>
              </a:spcBef>
              <a:spcAft>
                <a:spcPts val="0"/>
              </a:spcAft>
              <a:buSzPts val="1400"/>
              <a:buFont typeface="Arial"/>
              <a:buChar char="■"/>
              <a:defRPr/>
            </a:lvl6pPr>
            <a:lvl7pPr lvl="6" rtl="0" algn="ctr">
              <a:lnSpc>
                <a:spcPct val="100000"/>
              </a:lnSpc>
              <a:spcBef>
                <a:spcPts val="0"/>
              </a:spcBef>
              <a:spcAft>
                <a:spcPts val="0"/>
              </a:spcAft>
              <a:buSzPts val="1400"/>
              <a:buFont typeface="Arial"/>
              <a:buChar char="●"/>
              <a:defRPr/>
            </a:lvl7pPr>
            <a:lvl8pPr lvl="7" rtl="0" algn="ctr">
              <a:lnSpc>
                <a:spcPct val="100000"/>
              </a:lnSpc>
              <a:spcBef>
                <a:spcPts val="0"/>
              </a:spcBef>
              <a:spcAft>
                <a:spcPts val="0"/>
              </a:spcAft>
              <a:buSzPts val="1400"/>
              <a:buFont typeface="Arial"/>
              <a:buChar char="○"/>
              <a:defRPr/>
            </a:lvl8pPr>
            <a:lvl9pPr lvl="8" rtl="0" algn="ctr">
              <a:lnSpc>
                <a:spcPct val="100000"/>
              </a:lnSpc>
              <a:spcBef>
                <a:spcPts val="0"/>
              </a:spcBef>
              <a:spcAft>
                <a:spcPts val="0"/>
              </a:spcAft>
              <a:buSzPts val="1400"/>
              <a:buFont typeface="Arial"/>
              <a:buChar char="■"/>
              <a:defRPr/>
            </a:lvl9pPr>
          </a:lstStyle>
          <a:p/>
        </p:txBody>
      </p:sp>
      <p:sp>
        <p:nvSpPr>
          <p:cNvPr id="489" name="Google Shape;489;p21"/>
          <p:cNvSpPr txBox="1"/>
          <p:nvPr>
            <p:ph idx="2" type="subTitle"/>
          </p:nvPr>
        </p:nvSpPr>
        <p:spPr>
          <a:xfrm>
            <a:off x="4657650" y="1247950"/>
            <a:ext cx="3773100" cy="335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490" name="Google Shape;490;p21"/>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91" name="Google Shape;491;p21"/>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1"/>
          <p:cNvSpPr/>
          <p:nvPr/>
        </p:nvSpPr>
        <p:spPr>
          <a:xfrm>
            <a:off x="-43125" y="398274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1"/>
          <p:cNvSpPr/>
          <p:nvPr/>
        </p:nvSpPr>
        <p:spPr>
          <a:xfrm rot="10800000">
            <a:off x="7367853" y="3036745"/>
            <a:ext cx="1820407" cy="2148675"/>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1"/>
          <p:cNvSpPr/>
          <p:nvPr/>
        </p:nvSpPr>
        <p:spPr>
          <a:xfrm rot="10800000">
            <a:off x="7264429" y="3974612"/>
            <a:ext cx="1923830" cy="117243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1"/>
          <p:cNvSpPr/>
          <p:nvPr/>
        </p:nvSpPr>
        <p:spPr>
          <a:xfrm rot="10800000">
            <a:off x="7991244" y="4682158"/>
            <a:ext cx="1197016" cy="46489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496" name="Shape 496"/>
        <p:cNvGrpSpPr/>
        <p:nvPr/>
      </p:nvGrpSpPr>
      <p:grpSpPr>
        <a:xfrm>
          <a:off x="0" y="0"/>
          <a:ext cx="0" cy="0"/>
          <a:chOff x="0" y="0"/>
          <a:chExt cx="0" cy="0"/>
        </a:xfrm>
      </p:grpSpPr>
      <p:sp>
        <p:nvSpPr>
          <p:cNvPr id="497" name="Google Shape;497;p22"/>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solidFill>
                  <a:schemeClr val="accen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98" name="Google Shape;498;p22"/>
          <p:cNvSpPr txBox="1"/>
          <p:nvPr>
            <p:ph idx="1" type="subTitle"/>
          </p:nvPr>
        </p:nvSpPr>
        <p:spPr>
          <a:xfrm>
            <a:off x="1159688" y="3005067"/>
            <a:ext cx="2090700" cy="79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9" name="Google Shape;499;p22"/>
          <p:cNvSpPr txBox="1"/>
          <p:nvPr>
            <p:ph idx="2" type="subTitle"/>
          </p:nvPr>
        </p:nvSpPr>
        <p:spPr>
          <a:xfrm>
            <a:off x="3526650" y="3005067"/>
            <a:ext cx="2090700" cy="79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0" name="Google Shape;500;p22"/>
          <p:cNvSpPr txBox="1"/>
          <p:nvPr>
            <p:ph idx="3" type="title"/>
          </p:nvPr>
        </p:nvSpPr>
        <p:spPr>
          <a:xfrm>
            <a:off x="1159688" y="2591463"/>
            <a:ext cx="2090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01" name="Google Shape;501;p22"/>
          <p:cNvSpPr txBox="1"/>
          <p:nvPr>
            <p:ph idx="4" type="title"/>
          </p:nvPr>
        </p:nvSpPr>
        <p:spPr>
          <a:xfrm>
            <a:off x="3526650" y="2591463"/>
            <a:ext cx="2090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02" name="Google Shape;502;p22"/>
          <p:cNvSpPr txBox="1"/>
          <p:nvPr>
            <p:ph idx="5" type="subTitle"/>
          </p:nvPr>
        </p:nvSpPr>
        <p:spPr>
          <a:xfrm>
            <a:off x="5893613" y="3005067"/>
            <a:ext cx="2090700" cy="79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3" name="Google Shape;503;p22"/>
          <p:cNvSpPr txBox="1"/>
          <p:nvPr>
            <p:ph idx="6" type="title"/>
          </p:nvPr>
        </p:nvSpPr>
        <p:spPr>
          <a:xfrm>
            <a:off x="5893613" y="2591463"/>
            <a:ext cx="2090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04" name="Google Shape;504;p22"/>
          <p:cNvSpPr/>
          <p:nvPr/>
        </p:nvSpPr>
        <p:spPr>
          <a:xfrm flipH="1" rot="10800000">
            <a:off x="7172650" y="0"/>
            <a:ext cx="1971350" cy="2441575"/>
          </a:xfrm>
          <a:custGeom>
            <a:rect b="b" l="l" r="r" t="t"/>
            <a:pathLst>
              <a:path extrusionOk="0" h="97663" w="78854">
                <a:moveTo>
                  <a:pt x="78852" y="1"/>
                </a:moveTo>
                <a:cubicBezTo>
                  <a:pt x="77232" y="1795"/>
                  <a:pt x="75891" y="3839"/>
                  <a:pt x="74943" y="6096"/>
                </a:cubicBezTo>
                <a:cubicBezTo>
                  <a:pt x="71104" y="15229"/>
                  <a:pt x="72794" y="26926"/>
                  <a:pt x="65817" y="33960"/>
                </a:cubicBezTo>
                <a:cubicBezTo>
                  <a:pt x="58172" y="41667"/>
                  <a:pt x="43881" y="39548"/>
                  <a:pt x="36898" y="47861"/>
                </a:cubicBezTo>
                <a:cubicBezTo>
                  <a:pt x="30199" y="55836"/>
                  <a:pt x="34332" y="68110"/>
                  <a:pt x="31333" y="78083"/>
                </a:cubicBezTo>
                <a:cubicBezTo>
                  <a:pt x="27611" y="90469"/>
                  <a:pt x="13511" y="96851"/>
                  <a:pt x="598" y="97557"/>
                </a:cubicBezTo>
                <a:cubicBezTo>
                  <a:pt x="405" y="97568"/>
                  <a:pt x="213" y="97569"/>
                  <a:pt x="21" y="97578"/>
                </a:cubicBezTo>
                <a:cubicBezTo>
                  <a:pt x="17" y="97592"/>
                  <a:pt x="11" y="97608"/>
                  <a:pt x="7" y="97622"/>
                </a:cubicBezTo>
                <a:cubicBezTo>
                  <a:pt x="5" y="97635"/>
                  <a:pt x="3" y="97649"/>
                  <a:pt x="0" y="97662"/>
                </a:cubicBezTo>
                <a:lnTo>
                  <a:pt x="78853" y="97662"/>
                </a:lnTo>
                <a:lnTo>
                  <a:pt x="78852"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2"/>
          <p:cNvSpPr/>
          <p:nvPr/>
        </p:nvSpPr>
        <p:spPr>
          <a:xfrm flipH="1" rot="10800000">
            <a:off x="8208150" y="0"/>
            <a:ext cx="935850" cy="1086575"/>
          </a:xfrm>
          <a:custGeom>
            <a:rect b="b" l="l" r="r" t="t"/>
            <a:pathLst>
              <a:path extrusionOk="0" h="43463" w="37434">
                <a:moveTo>
                  <a:pt x="37433" y="0"/>
                </a:moveTo>
                <a:cubicBezTo>
                  <a:pt x="36695" y="1364"/>
                  <a:pt x="35790" y="2637"/>
                  <a:pt x="34652" y="3784"/>
                </a:cubicBezTo>
                <a:cubicBezTo>
                  <a:pt x="27007" y="11492"/>
                  <a:pt x="12715" y="9372"/>
                  <a:pt x="5732" y="17686"/>
                </a:cubicBezTo>
                <a:cubicBezTo>
                  <a:pt x="0" y="24509"/>
                  <a:pt x="2196" y="34478"/>
                  <a:pt x="1072" y="43462"/>
                </a:cubicBezTo>
                <a:lnTo>
                  <a:pt x="37433" y="43462"/>
                </a:lnTo>
                <a:lnTo>
                  <a:pt x="37433"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2"/>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2"/>
          <p:cNvSpPr/>
          <p:nvPr/>
        </p:nvSpPr>
        <p:spPr>
          <a:xfrm>
            <a:off x="-43125" y="3939118"/>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2_1">
    <p:spTree>
      <p:nvGrpSpPr>
        <p:cNvPr id="508" name="Shape 508"/>
        <p:cNvGrpSpPr/>
        <p:nvPr/>
      </p:nvGrpSpPr>
      <p:grpSpPr>
        <a:xfrm>
          <a:off x="0" y="0"/>
          <a:ext cx="0" cy="0"/>
          <a:chOff x="0" y="0"/>
          <a:chExt cx="0" cy="0"/>
        </a:xfrm>
      </p:grpSpPr>
      <p:sp>
        <p:nvSpPr>
          <p:cNvPr id="509" name="Google Shape;509;p23"/>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10" name="Google Shape;510;p23"/>
          <p:cNvSpPr txBox="1"/>
          <p:nvPr>
            <p:ph idx="1" type="subTitle"/>
          </p:nvPr>
        </p:nvSpPr>
        <p:spPr>
          <a:xfrm>
            <a:off x="1689800" y="1827338"/>
            <a:ext cx="2612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1" name="Google Shape;511;p23"/>
          <p:cNvSpPr txBox="1"/>
          <p:nvPr>
            <p:ph idx="2" type="subTitle"/>
          </p:nvPr>
        </p:nvSpPr>
        <p:spPr>
          <a:xfrm>
            <a:off x="4841500" y="1827338"/>
            <a:ext cx="2612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2" name="Google Shape;512;p23"/>
          <p:cNvSpPr txBox="1"/>
          <p:nvPr>
            <p:ph idx="3" type="title"/>
          </p:nvPr>
        </p:nvSpPr>
        <p:spPr>
          <a:xfrm>
            <a:off x="1689800" y="1427163"/>
            <a:ext cx="2612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13" name="Google Shape;513;p23"/>
          <p:cNvSpPr txBox="1"/>
          <p:nvPr>
            <p:ph idx="4" type="title"/>
          </p:nvPr>
        </p:nvSpPr>
        <p:spPr>
          <a:xfrm>
            <a:off x="4841500" y="1427163"/>
            <a:ext cx="2612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14" name="Google Shape;514;p23"/>
          <p:cNvSpPr txBox="1"/>
          <p:nvPr>
            <p:ph idx="5" type="subTitle"/>
          </p:nvPr>
        </p:nvSpPr>
        <p:spPr>
          <a:xfrm>
            <a:off x="1689800" y="3132538"/>
            <a:ext cx="2612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5" name="Google Shape;515;p23"/>
          <p:cNvSpPr txBox="1"/>
          <p:nvPr>
            <p:ph idx="6" type="subTitle"/>
          </p:nvPr>
        </p:nvSpPr>
        <p:spPr>
          <a:xfrm>
            <a:off x="4841500" y="3132538"/>
            <a:ext cx="2612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6" name="Google Shape;516;p23"/>
          <p:cNvSpPr txBox="1"/>
          <p:nvPr>
            <p:ph idx="7" type="title"/>
          </p:nvPr>
        </p:nvSpPr>
        <p:spPr>
          <a:xfrm>
            <a:off x="1689800" y="2732263"/>
            <a:ext cx="2612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17" name="Google Shape;517;p23"/>
          <p:cNvSpPr txBox="1"/>
          <p:nvPr>
            <p:ph idx="8" type="title"/>
          </p:nvPr>
        </p:nvSpPr>
        <p:spPr>
          <a:xfrm>
            <a:off x="4841500" y="2732263"/>
            <a:ext cx="2612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18" name="Google Shape;518;p23"/>
          <p:cNvSpPr/>
          <p:nvPr/>
        </p:nvSpPr>
        <p:spPr>
          <a:xfrm rot="10800000">
            <a:off x="7367853" y="3036745"/>
            <a:ext cx="1820407" cy="2148675"/>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3"/>
          <p:cNvSpPr/>
          <p:nvPr/>
        </p:nvSpPr>
        <p:spPr>
          <a:xfrm rot="10800000">
            <a:off x="7264429" y="3974612"/>
            <a:ext cx="1923830" cy="117243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3"/>
          <p:cNvSpPr/>
          <p:nvPr/>
        </p:nvSpPr>
        <p:spPr>
          <a:xfrm rot="10800000">
            <a:off x="7991244" y="4682158"/>
            <a:ext cx="1197016" cy="46489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3"/>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3"/>
          <p:cNvSpPr/>
          <p:nvPr/>
        </p:nvSpPr>
        <p:spPr>
          <a:xfrm>
            <a:off x="-43125" y="3939118"/>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 name="Google Shape;523;p23"/>
          <p:cNvGrpSpPr/>
          <p:nvPr/>
        </p:nvGrpSpPr>
        <p:grpSpPr>
          <a:xfrm>
            <a:off x="3364271" y="3837622"/>
            <a:ext cx="2415471" cy="1305889"/>
            <a:chOff x="3471496" y="4002724"/>
            <a:chExt cx="2179241" cy="1178175"/>
          </a:xfrm>
        </p:grpSpPr>
        <p:sp>
          <p:nvSpPr>
            <p:cNvPr id="524" name="Google Shape;524;p23"/>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 name="Google Shape;525;p23"/>
            <p:cNvGrpSpPr/>
            <p:nvPr/>
          </p:nvGrpSpPr>
          <p:grpSpPr>
            <a:xfrm>
              <a:off x="5131348" y="4002725"/>
              <a:ext cx="519390" cy="1178174"/>
              <a:chOff x="5599250" y="4194125"/>
              <a:chExt cx="418525" cy="949375"/>
            </a:xfrm>
          </p:grpSpPr>
          <p:sp>
            <p:nvSpPr>
              <p:cNvPr id="526" name="Google Shape;526;p23"/>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3"/>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23"/>
            <p:cNvGrpSpPr/>
            <p:nvPr/>
          </p:nvGrpSpPr>
          <p:grpSpPr>
            <a:xfrm>
              <a:off x="4067725" y="4002724"/>
              <a:ext cx="519358" cy="1178174"/>
              <a:chOff x="3914250" y="4165300"/>
              <a:chExt cx="418500" cy="949375"/>
            </a:xfrm>
          </p:grpSpPr>
          <p:sp>
            <p:nvSpPr>
              <p:cNvPr id="529" name="Google Shape;529;p23"/>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3"/>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23"/>
            <p:cNvGrpSpPr/>
            <p:nvPr/>
          </p:nvGrpSpPr>
          <p:grpSpPr>
            <a:xfrm>
              <a:off x="3471496" y="4478818"/>
              <a:ext cx="706532" cy="702065"/>
              <a:chOff x="2957825" y="4553350"/>
              <a:chExt cx="569325" cy="565725"/>
            </a:xfrm>
          </p:grpSpPr>
          <p:sp>
            <p:nvSpPr>
              <p:cNvPr id="532" name="Google Shape;532;p23"/>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3"/>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3"/>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3"/>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23"/>
            <p:cNvGrpSpPr/>
            <p:nvPr/>
          </p:nvGrpSpPr>
          <p:grpSpPr>
            <a:xfrm>
              <a:off x="4704470" y="4478833"/>
              <a:ext cx="706501" cy="702065"/>
              <a:chOff x="4791175" y="4530525"/>
              <a:chExt cx="569300" cy="565725"/>
            </a:xfrm>
          </p:grpSpPr>
          <p:sp>
            <p:nvSpPr>
              <p:cNvPr id="537" name="Google Shape;537;p23"/>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3"/>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3"/>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3"/>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23"/>
            <p:cNvGrpSpPr/>
            <p:nvPr/>
          </p:nvGrpSpPr>
          <p:grpSpPr>
            <a:xfrm>
              <a:off x="4461512" y="4981934"/>
              <a:ext cx="200266" cy="198963"/>
              <a:chOff x="4449850" y="4905150"/>
              <a:chExt cx="161375" cy="160325"/>
            </a:xfrm>
          </p:grpSpPr>
          <p:sp>
            <p:nvSpPr>
              <p:cNvPr id="542" name="Google Shape;542;p23"/>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3"/>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2_1_2">
    <p:spTree>
      <p:nvGrpSpPr>
        <p:cNvPr id="544" name="Shape 544"/>
        <p:cNvGrpSpPr/>
        <p:nvPr/>
      </p:nvGrpSpPr>
      <p:grpSpPr>
        <a:xfrm>
          <a:off x="0" y="0"/>
          <a:ext cx="0" cy="0"/>
          <a:chOff x="0" y="0"/>
          <a:chExt cx="0" cy="0"/>
        </a:xfrm>
      </p:grpSpPr>
      <p:sp>
        <p:nvSpPr>
          <p:cNvPr id="545" name="Google Shape;545;p24"/>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46" name="Google Shape;546;p24"/>
          <p:cNvSpPr txBox="1"/>
          <p:nvPr>
            <p:ph idx="1" type="subTitle"/>
          </p:nvPr>
        </p:nvSpPr>
        <p:spPr>
          <a:xfrm>
            <a:off x="1351213" y="2065475"/>
            <a:ext cx="27660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7" name="Google Shape;547;p24"/>
          <p:cNvSpPr txBox="1"/>
          <p:nvPr>
            <p:ph idx="2" type="subTitle"/>
          </p:nvPr>
        </p:nvSpPr>
        <p:spPr>
          <a:xfrm>
            <a:off x="5026788" y="2065475"/>
            <a:ext cx="27660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8" name="Google Shape;548;p24"/>
          <p:cNvSpPr txBox="1"/>
          <p:nvPr>
            <p:ph idx="3" type="title"/>
          </p:nvPr>
        </p:nvSpPr>
        <p:spPr>
          <a:xfrm>
            <a:off x="1351213" y="1665300"/>
            <a:ext cx="27660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49" name="Google Shape;549;p24"/>
          <p:cNvSpPr txBox="1"/>
          <p:nvPr>
            <p:ph idx="4" type="title"/>
          </p:nvPr>
        </p:nvSpPr>
        <p:spPr>
          <a:xfrm>
            <a:off x="5026788" y="1665300"/>
            <a:ext cx="27660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50" name="Google Shape;550;p24"/>
          <p:cNvSpPr txBox="1"/>
          <p:nvPr>
            <p:ph idx="5" type="subTitle"/>
          </p:nvPr>
        </p:nvSpPr>
        <p:spPr>
          <a:xfrm>
            <a:off x="1351213" y="3561175"/>
            <a:ext cx="27660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1" name="Google Shape;551;p24"/>
          <p:cNvSpPr txBox="1"/>
          <p:nvPr>
            <p:ph idx="6" type="subTitle"/>
          </p:nvPr>
        </p:nvSpPr>
        <p:spPr>
          <a:xfrm>
            <a:off x="5026788" y="3561175"/>
            <a:ext cx="27660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2" name="Google Shape;552;p24"/>
          <p:cNvSpPr txBox="1"/>
          <p:nvPr>
            <p:ph idx="7" type="title"/>
          </p:nvPr>
        </p:nvSpPr>
        <p:spPr>
          <a:xfrm>
            <a:off x="1351213" y="3160900"/>
            <a:ext cx="27660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53" name="Google Shape;553;p24"/>
          <p:cNvSpPr txBox="1"/>
          <p:nvPr>
            <p:ph idx="8" type="title"/>
          </p:nvPr>
        </p:nvSpPr>
        <p:spPr>
          <a:xfrm>
            <a:off x="5026788" y="3160900"/>
            <a:ext cx="27660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grpSp>
        <p:nvGrpSpPr>
          <p:cNvPr id="554" name="Google Shape;554;p24"/>
          <p:cNvGrpSpPr/>
          <p:nvPr/>
        </p:nvGrpSpPr>
        <p:grpSpPr>
          <a:xfrm>
            <a:off x="7238044" y="3160904"/>
            <a:ext cx="2001348" cy="1982750"/>
            <a:chOff x="4461512" y="4002725"/>
            <a:chExt cx="1189226" cy="1178174"/>
          </a:xfrm>
        </p:grpSpPr>
        <p:sp>
          <p:nvSpPr>
            <p:cNvPr id="555" name="Google Shape;555;p24"/>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 name="Google Shape;556;p24"/>
            <p:cNvGrpSpPr/>
            <p:nvPr/>
          </p:nvGrpSpPr>
          <p:grpSpPr>
            <a:xfrm>
              <a:off x="5131348" y="4002725"/>
              <a:ext cx="519390" cy="1178174"/>
              <a:chOff x="5599250" y="4194125"/>
              <a:chExt cx="418525" cy="949375"/>
            </a:xfrm>
          </p:grpSpPr>
          <p:sp>
            <p:nvSpPr>
              <p:cNvPr id="557" name="Google Shape;557;p24"/>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4"/>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24"/>
            <p:cNvGrpSpPr/>
            <p:nvPr/>
          </p:nvGrpSpPr>
          <p:grpSpPr>
            <a:xfrm>
              <a:off x="4704470" y="4478833"/>
              <a:ext cx="706501" cy="702065"/>
              <a:chOff x="4791175" y="4530525"/>
              <a:chExt cx="569300" cy="565725"/>
            </a:xfrm>
          </p:grpSpPr>
          <p:sp>
            <p:nvSpPr>
              <p:cNvPr id="560" name="Google Shape;560;p24"/>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4"/>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4"/>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4"/>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24"/>
            <p:cNvGrpSpPr/>
            <p:nvPr/>
          </p:nvGrpSpPr>
          <p:grpSpPr>
            <a:xfrm>
              <a:off x="4461512" y="4981934"/>
              <a:ext cx="200266" cy="198963"/>
              <a:chOff x="4449850" y="4905150"/>
              <a:chExt cx="161375" cy="160325"/>
            </a:xfrm>
          </p:grpSpPr>
          <p:sp>
            <p:nvSpPr>
              <p:cNvPr id="565" name="Google Shape;565;p24"/>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4"/>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 name="Google Shape;567;p24"/>
          <p:cNvGrpSpPr/>
          <p:nvPr/>
        </p:nvGrpSpPr>
        <p:grpSpPr>
          <a:xfrm flipH="1">
            <a:off x="-228606" y="3160904"/>
            <a:ext cx="2001348" cy="1982750"/>
            <a:chOff x="4461512" y="4002725"/>
            <a:chExt cx="1189226" cy="1178174"/>
          </a:xfrm>
        </p:grpSpPr>
        <p:sp>
          <p:nvSpPr>
            <p:cNvPr id="568" name="Google Shape;568;p24"/>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 name="Google Shape;569;p24"/>
            <p:cNvGrpSpPr/>
            <p:nvPr/>
          </p:nvGrpSpPr>
          <p:grpSpPr>
            <a:xfrm>
              <a:off x="5131348" y="4002725"/>
              <a:ext cx="519390" cy="1178174"/>
              <a:chOff x="5599250" y="4194125"/>
              <a:chExt cx="418525" cy="949375"/>
            </a:xfrm>
          </p:grpSpPr>
          <p:sp>
            <p:nvSpPr>
              <p:cNvPr id="570" name="Google Shape;570;p24"/>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4"/>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24"/>
            <p:cNvGrpSpPr/>
            <p:nvPr/>
          </p:nvGrpSpPr>
          <p:grpSpPr>
            <a:xfrm>
              <a:off x="4704470" y="4478833"/>
              <a:ext cx="706501" cy="702065"/>
              <a:chOff x="4791175" y="4530525"/>
              <a:chExt cx="569300" cy="565725"/>
            </a:xfrm>
          </p:grpSpPr>
          <p:sp>
            <p:nvSpPr>
              <p:cNvPr id="573" name="Google Shape;573;p24"/>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4"/>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4"/>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4"/>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24"/>
            <p:cNvGrpSpPr/>
            <p:nvPr/>
          </p:nvGrpSpPr>
          <p:grpSpPr>
            <a:xfrm>
              <a:off x="4461512" y="4981934"/>
              <a:ext cx="200266" cy="198963"/>
              <a:chOff x="4449850" y="4905150"/>
              <a:chExt cx="161375" cy="160325"/>
            </a:xfrm>
          </p:grpSpPr>
          <p:sp>
            <p:nvSpPr>
              <p:cNvPr id="578" name="Google Shape;578;p24"/>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4"/>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0" name="Google Shape;580;p24"/>
          <p:cNvGrpSpPr/>
          <p:nvPr/>
        </p:nvGrpSpPr>
        <p:grpSpPr>
          <a:xfrm>
            <a:off x="7276817" y="-83180"/>
            <a:ext cx="1923830" cy="2148675"/>
            <a:chOff x="7276154" y="-83180"/>
            <a:chExt cx="1923830" cy="2148675"/>
          </a:xfrm>
        </p:grpSpPr>
        <p:sp>
          <p:nvSpPr>
            <p:cNvPr id="581" name="Google Shape;581;p24"/>
            <p:cNvSpPr/>
            <p:nvPr/>
          </p:nvSpPr>
          <p:spPr>
            <a:xfrm flipH="1">
              <a:off x="7379578" y="-83180"/>
              <a:ext cx="1820407" cy="2148675"/>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4"/>
            <p:cNvSpPr/>
            <p:nvPr/>
          </p:nvSpPr>
          <p:spPr>
            <a:xfrm flipH="1">
              <a:off x="7276154" y="-44810"/>
              <a:ext cx="1923830" cy="117243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4"/>
            <p:cNvSpPr/>
            <p:nvPr/>
          </p:nvSpPr>
          <p:spPr>
            <a:xfrm flipH="1">
              <a:off x="8002969" y="-44810"/>
              <a:ext cx="1197016" cy="46489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_1_2_1">
    <p:spTree>
      <p:nvGrpSpPr>
        <p:cNvPr id="584" name="Shape 584"/>
        <p:cNvGrpSpPr/>
        <p:nvPr/>
      </p:nvGrpSpPr>
      <p:grpSpPr>
        <a:xfrm>
          <a:off x="0" y="0"/>
          <a:ext cx="0" cy="0"/>
          <a:chOff x="0" y="0"/>
          <a:chExt cx="0" cy="0"/>
        </a:xfrm>
      </p:grpSpPr>
      <p:sp>
        <p:nvSpPr>
          <p:cNvPr id="585" name="Google Shape;585;p25"/>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6" name="Google Shape;586;p25"/>
          <p:cNvSpPr txBox="1"/>
          <p:nvPr>
            <p:ph idx="1" type="subTitle"/>
          </p:nvPr>
        </p:nvSpPr>
        <p:spPr>
          <a:xfrm>
            <a:off x="866236" y="1960688"/>
            <a:ext cx="2276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7" name="Google Shape;587;p25"/>
          <p:cNvSpPr txBox="1"/>
          <p:nvPr>
            <p:ph idx="2" type="subTitle"/>
          </p:nvPr>
        </p:nvSpPr>
        <p:spPr>
          <a:xfrm>
            <a:off x="3433650" y="1960688"/>
            <a:ext cx="2276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8" name="Google Shape;588;p25"/>
          <p:cNvSpPr txBox="1"/>
          <p:nvPr>
            <p:ph idx="3" type="title"/>
          </p:nvPr>
        </p:nvSpPr>
        <p:spPr>
          <a:xfrm>
            <a:off x="866236" y="1560513"/>
            <a:ext cx="2276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89" name="Google Shape;589;p25"/>
          <p:cNvSpPr txBox="1"/>
          <p:nvPr>
            <p:ph idx="4" type="title"/>
          </p:nvPr>
        </p:nvSpPr>
        <p:spPr>
          <a:xfrm>
            <a:off x="3433650" y="1560513"/>
            <a:ext cx="2276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90" name="Google Shape;590;p25"/>
          <p:cNvSpPr txBox="1"/>
          <p:nvPr>
            <p:ph idx="5" type="subTitle"/>
          </p:nvPr>
        </p:nvSpPr>
        <p:spPr>
          <a:xfrm>
            <a:off x="866236" y="3456388"/>
            <a:ext cx="2276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1" name="Google Shape;591;p25"/>
          <p:cNvSpPr txBox="1"/>
          <p:nvPr>
            <p:ph idx="6" type="subTitle"/>
          </p:nvPr>
        </p:nvSpPr>
        <p:spPr>
          <a:xfrm>
            <a:off x="3433650" y="3456388"/>
            <a:ext cx="2276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2" name="Google Shape;592;p25"/>
          <p:cNvSpPr txBox="1"/>
          <p:nvPr>
            <p:ph idx="7" type="title"/>
          </p:nvPr>
        </p:nvSpPr>
        <p:spPr>
          <a:xfrm>
            <a:off x="866236" y="3056113"/>
            <a:ext cx="2276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93" name="Google Shape;593;p25"/>
          <p:cNvSpPr txBox="1"/>
          <p:nvPr>
            <p:ph idx="8" type="title"/>
          </p:nvPr>
        </p:nvSpPr>
        <p:spPr>
          <a:xfrm>
            <a:off x="3433650" y="3056113"/>
            <a:ext cx="2276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94" name="Google Shape;594;p25"/>
          <p:cNvSpPr txBox="1"/>
          <p:nvPr>
            <p:ph idx="9" type="subTitle"/>
          </p:nvPr>
        </p:nvSpPr>
        <p:spPr>
          <a:xfrm>
            <a:off x="6001064" y="1960688"/>
            <a:ext cx="2276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5" name="Google Shape;595;p25"/>
          <p:cNvSpPr txBox="1"/>
          <p:nvPr>
            <p:ph idx="13" type="title"/>
          </p:nvPr>
        </p:nvSpPr>
        <p:spPr>
          <a:xfrm>
            <a:off x="6001064" y="1560513"/>
            <a:ext cx="2276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96" name="Google Shape;596;p25"/>
          <p:cNvSpPr txBox="1"/>
          <p:nvPr>
            <p:ph idx="14" type="subTitle"/>
          </p:nvPr>
        </p:nvSpPr>
        <p:spPr>
          <a:xfrm>
            <a:off x="6001064" y="3456388"/>
            <a:ext cx="2276700" cy="5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7" name="Google Shape;597;p25"/>
          <p:cNvSpPr txBox="1"/>
          <p:nvPr>
            <p:ph idx="15" type="title"/>
          </p:nvPr>
        </p:nvSpPr>
        <p:spPr>
          <a:xfrm>
            <a:off x="6001064" y="3056113"/>
            <a:ext cx="2276700" cy="400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98" name="Google Shape;598;p25"/>
          <p:cNvSpPr/>
          <p:nvPr/>
        </p:nvSpPr>
        <p:spPr>
          <a:xfrm>
            <a:off x="7391373" y="0"/>
            <a:ext cx="1752491" cy="2170500"/>
          </a:xfrm>
          <a:custGeom>
            <a:rect b="b" l="l" r="r" t="t"/>
            <a:pathLst>
              <a:path extrusionOk="0" h="117978" w="95257">
                <a:moveTo>
                  <a:pt x="1" y="0"/>
                </a:moveTo>
                <a:cubicBezTo>
                  <a:pt x="6" y="16"/>
                  <a:pt x="7" y="33"/>
                  <a:pt x="10" y="50"/>
                </a:cubicBezTo>
                <a:cubicBezTo>
                  <a:pt x="15" y="66"/>
                  <a:pt x="22" y="85"/>
                  <a:pt x="26" y="103"/>
                </a:cubicBezTo>
                <a:cubicBezTo>
                  <a:pt x="259" y="113"/>
                  <a:pt x="491" y="116"/>
                  <a:pt x="724" y="128"/>
                </a:cubicBezTo>
                <a:cubicBezTo>
                  <a:pt x="16323" y="980"/>
                  <a:pt x="33356" y="8690"/>
                  <a:pt x="37853" y="23652"/>
                </a:cubicBezTo>
                <a:cubicBezTo>
                  <a:pt x="41475" y="35702"/>
                  <a:pt x="36482" y="50528"/>
                  <a:pt x="44575" y="60161"/>
                </a:cubicBezTo>
                <a:cubicBezTo>
                  <a:pt x="53009" y="70205"/>
                  <a:pt x="70274" y="67642"/>
                  <a:pt x="79509" y="76954"/>
                </a:cubicBezTo>
                <a:cubicBezTo>
                  <a:pt x="87937" y="85451"/>
                  <a:pt x="85896" y="99582"/>
                  <a:pt x="90533" y="110614"/>
                </a:cubicBezTo>
                <a:cubicBezTo>
                  <a:pt x="91679" y="113340"/>
                  <a:pt x="93298" y="115808"/>
                  <a:pt x="95256" y="117977"/>
                </a:cubicBezTo>
                <a:lnTo>
                  <a:pt x="95256"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5"/>
          <p:cNvSpPr/>
          <p:nvPr/>
        </p:nvSpPr>
        <p:spPr>
          <a:xfrm>
            <a:off x="8533321" y="0"/>
            <a:ext cx="610683" cy="709067"/>
          </a:xfrm>
          <a:custGeom>
            <a:rect b="b" l="l" r="r" t="t"/>
            <a:pathLst>
              <a:path extrusionOk="0" h="52504" w="45219">
                <a:moveTo>
                  <a:pt x="1295" y="0"/>
                </a:moveTo>
                <a:cubicBezTo>
                  <a:pt x="2651" y="10854"/>
                  <a:pt x="1" y="22896"/>
                  <a:pt x="6925" y="31140"/>
                </a:cubicBezTo>
                <a:cubicBezTo>
                  <a:pt x="15359" y="41182"/>
                  <a:pt x="32624" y="38620"/>
                  <a:pt x="41859" y="47931"/>
                </a:cubicBezTo>
                <a:cubicBezTo>
                  <a:pt x="43234" y="49317"/>
                  <a:pt x="44326" y="50855"/>
                  <a:pt x="45218" y="52503"/>
                </a:cubicBezTo>
                <a:lnTo>
                  <a:pt x="45218"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5"/>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5"/>
          <p:cNvSpPr/>
          <p:nvPr/>
        </p:nvSpPr>
        <p:spPr>
          <a:xfrm>
            <a:off x="-43125" y="398274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 name="Google Shape;602;p25"/>
          <p:cNvGrpSpPr/>
          <p:nvPr/>
        </p:nvGrpSpPr>
        <p:grpSpPr>
          <a:xfrm>
            <a:off x="7876326" y="3328245"/>
            <a:ext cx="1556449" cy="1815036"/>
            <a:chOff x="7556913" y="3814718"/>
            <a:chExt cx="891846" cy="1040135"/>
          </a:xfrm>
        </p:grpSpPr>
        <p:grpSp>
          <p:nvGrpSpPr>
            <p:cNvPr id="603" name="Google Shape;603;p25"/>
            <p:cNvGrpSpPr/>
            <p:nvPr/>
          </p:nvGrpSpPr>
          <p:grpSpPr>
            <a:xfrm>
              <a:off x="7990222" y="3814718"/>
              <a:ext cx="458536" cy="1040135"/>
              <a:chOff x="5599250" y="4194125"/>
              <a:chExt cx="418525" cy="949375"/>
            </a:xfrm>
          </p:grpSpPr>
          <p:sp>
            <p:nvSpPr>
              <p:cNvPr id="604" name="Google Shape;604;p25"/>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5"/>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25"/>
            <p:cNvGrpSpPr/>
            <p:nvPr/>
          </p:nvGrpSpPr>
          <p:grpSpPr>
            <a:xfrm>
              <a:off x="7556913" y="4235041"/>
              <a:ext cx="623725" cy="619808"/>
              <a:chOff x="4791175" y="4530525"/>
              <a:chExt cx="569300" cy="565725"/>
            </a:xfrm>
          </p:grpSpPr>
          <p:sp>
            <p:nvSpPr>
              <p:cNvPr id="607" name="Google Shape;607;p25"/>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5"/>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5"/>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5"/>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_1_2_1_1">
    <p:spTree>
      <p:nvGrpSpPr>
        <p:cNvPr id="611" name="Shape 611"/>
        <p:cNvGrpSpPr/>
        <p:nvPr/>
      </p:nvGrpSpPr>
      <p:grpSpPr>
        <a:xfrm>
          <a:off x="0" y="0"/>
          <a:ext cx="0" cy="0"/>
          <a:chOff x="0" y="0"/>
          <a:chExt cx="0" cy="0"/>
        </a:xfrm>
      </p:grpSpPr>
      <p:sp>
        <p:nvSpPr>
          <p:cNvPr id="612" name="Google Shape;612;p26"/>
          <p:cNvSpPr txBox="1"/>
          <p:nvPr>
            <p:ph type="title"/>
          </p:nvPr>
        </p:nvSpPr>
        <p:spPr>
          <a:xfrm>
            <a:off x="932328" y="1541850"/>
            <a:ext cx="2849100" cy="10503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13" name="Google Shape;613;p26"/>
          <p:cNvSpPr txBox="1"/>
          <p:nvPr>
            <p:ph idx="1" type="subTitle"/>
          </p:nvPr>
        </p:nvSpPr>
        <p:spPr>
          <a:xfrm>
            <a:off x="932328" y="2592150"/>
            <a:ext cx="2849100" cy="10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4" name="Google Shape;614;p26"/>
          <p:cNvSpPr/>
          <p:nvPr/>
        </p:nvSpPr>
        <p:spPr>
          <a:xfrm rot="10800000">
            <a:off x="0" y="0"/>
            <a:ext cx="1971350" cy="2441575"/>
          </a:xfrm>
          <a:custGeom>
            <a:rect b="b" l="l" r="r" t="t"/>
            <a:pathLst>
              <a:path extrusionOk="0" h="97663" w="78854">
                <a:moveTo>
                  <a:pt x="78852" y="1"/>
                </a:moveTo>
                <a:cubicBezTo>
                  <a:pt x="77232" y="1795"/>
                  <a:pt x="75891" y="3839"/>
                  <a:pt x="74943" y="6096"/>
                </a:cubicBezTo>
                <a:cubicBezTo>
                  <a:pt x="71104" y="15229"/>
                  <a:pt x="72794" y="26926"/>
                  <a:pt x="65817" y="33960"/>
                </a:cubicBezTo>
                <a:cubicBezTo>
                  <a:pt x="58172" y="41667"/>
                  <a:pt x="43881" y="39548"/>
                  <a:pt x="36898" y="47861"/>
                </a:cubicBezTo>
                <a:cubicBezTo>
                  <a:pt x="30199" y="55836"/>
                  <a:pt x="34332" y="68110"/>
                  <a:pt x="31333" y="78083"/>
                </a:cubicBezTo>
                <a:cubicBezTo>
                  <a:pt x="27611" y="90469"/>
                  <a:pt x="13511" y="96851"/>
                  <a:pt x="598" y="97557"/>
                </a:cubicBezTo>
                <a:cubicBezTo>
                  <a:pt x="405" y="97568"/>
                  <a:pt x="213" y="97569"/>
                  <a:pt x="21" y="97578"/>
                </a:cubicBezTo>
                <a:cubicBezTo>
                  <a:pt x="17" y="97592"/>
                  <a:pt x="11" y="97608"/>
                  <a:pt x="7" y="97622"/>
                </a:cubicBezTo>
                <a:cubicBezTo>
                  <a:pt x="5" y="97635"/>
                  <a:pt x="3" y="97649"/>
                  <a:pt x="0" y="97662"/>
                </a:cubicBezTo>
                <a:lnTo>
                  <a:pt x="78853" y="97662"/>
                </a:lnTo>
                <a:lnTo>
                  <a:pt x="78852"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6"/>
          <p:cNvSpPr/>
          <p:nvPr/>
        </p:nvSpPr>
        <p:spPr>
          <a:xfrm rot="10800000">
            <a:off x="0" y="0"/>
            <a:ext cx="935850" cy="1086575"/>
          </a:xfrm>
          <a:custGeom>
            <a:rect b="b" l="l" r="r" t="t"/>
            <a:pathLst>
              <a:path extrusionOk="0" h="43463" w="37434">
                <a:moveTo>
                  <a:pt x="37433" y="0"/>
                </a:moveTo>
                <a:cubicBezTo>
                  <a:pt x="36695" y="1364"/>
                  <a:pt x="35790" y="2637"/>
                  <a:pt x="34652" y="3784"/>
                </a:cubicBezTo>
                <a:cubicBezTo>
                  <a:pt x="27007" y="11492"/>
                  <a:pt x="12715" y="9372"/>
                  <a:pt x="5732" y="17686"/>
                </a:cubicBezTo>
                <a:cubicBezTo>
                  <a:pt x="0" y="24509"/>
                  <a:pt x="2196" y="34478"/>
                  <a:pt x="1072" y="43462"/>
                </a:cubicBezTo>
                <a:lnTo>
                  <a:pt x="37433" y="43462"/>
                </a:lnTo>
                <a:lnTo>
                  <a:pt x="37433"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6"/>
          <p:cNvSpPr/>
          <p:nvPr/>
        </p:nvSpPr>
        <p:spPr>
          <a:xfrm rot="10800000">
            <a:off x="7367853" y="3036745"/>
            <a:ext cx="1820407" cy="2148675"/>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6"/>
          <p:cNvSpPr/>
          <p:nvPr/>
        </p:nvSpPr>
        <p:spPr>
          <a:xfrm rot="10800000">
            <a:off x="7264429" y="3974612"/>
            <a:ext cx="1923830" cy="117243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6"/>
          <p:cNvSpPr/>
          <p:nvPr/>
        </p:nvSpPr>
        <p:spPr>
          <a:xfrm rot="10800000">
            <a:off x="7991244" y="4682158"/>
            <a:ext cx="1197016" cy="46489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_1_1">
    <p:spTree>
      <p:nvGrpSpPr>
        <p:cNvPr id="619" name="Shape 619"/>
        <p:cNvGrpSpPr/>
        <p:nvPr/>
      </p:nvGrpSpPr>
      <p:grpSpPr>
        <a:xfrm>
          <a:off x="0" y="0"/>
          <a:ext cx="0" cy="0"/>
          <a:chOff x="0" y="0"/>
          <a:chExt cx="0" cy="0"/>
        </a:xfrm>
      </p:grpSpPr>
      <p:sp>
        <p:nvSpPr>
          <p:cNvPr id="620" name="Google Shape;620;p27"/>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21" name="Google Shape;621;p27"/>
          <p:cNvSpPr/>
          <p:nvPr/>
        </p:nvSpPr>
        <p:spPr>
          <a:xfrm>
            <a:off x="-43125" y="3350373"/>
            <a:ext cx="1642248" cy="1856016"/>
          </a:xfrm>
          <a:custGeom>
            <a:rect b="b" l="l" r="r" t="t"/>
            <a:pathLst>
              <a:path extrusionOk="0" h="99292" w="87856">
                <a:moveTo>
                  <a:pt x="0" y="0"/>
                </a:moveTo>
                <a:lnTo>
                  <a:pt x="0" y="99292"/>
                </a:lnTo>
                <a:lnTo>
                  <a:pt x="87856" y="99292"/>
                </a:lnTo>
                <a:cubicBezTo>
                  <a:pt x="87352" y="82469"/>
                  <a:pt x="78559" y="65681"/>
                  <a:pt x="57884" y="63016"/>
                </a:cubicBezTo>
                <a:cubicBezTo>
                  <a:pt x="35087" y="60076"/>
                  <a:pt x="33637" y="46127"/>
                  <a:pt x="26301" y="24187"/>
                </a:cubicBezTo>
                <a:cubicBezTo>
                  <a:pt x="19496" y="3835"/>
                  <a:pt x="5705" y="490"/>
                  <a:pt x="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7"/>
          <p:cNvSpPr/>
          <p:nvPr/>
        </p:nvSpPr>
        <p:spPr>
          <a:xfrm>
            <a:off x="-43125" y="3982743"/>
            <a:ext cx="1311012" cy="1242503"/>
          </a:xfrm>
          <a:custGeom>
            <a:rect b="b" l="l" r="r" t="t"/>
            <a:pathLst>
              <a:path extrusionOk="0" h="82285" w="86822">
                <a:moveTo>
                  <a:pt x="0" y="1"/>
                </a:moveTo>
                <a:lnTo>
                  <a:pt x="0" y="82285"/>
                </a:lnTo>
                <a:lnTo>
                  <a:pt x="86479" y="82285"/>
                </a:lnTo>
                <a:cubicBezTo>
                  <a:pt x="86821" y="61310"/>
                  <a:pt x="74132" y="39571"/>
                  <a:pt x="42397" y="36242"/>
                </a:cubicBezTo>
                <a:cubicBezTo>
                  <a:pt x="13454" y="33205"/>
                  <a:pt x="7919" y="20349"/>
                  <a:pt x="0"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_1_1_1">
    <p:spTree>
      <p:nvGrpSpPr>
        <p:cNvPr id="623" name="Shape 623"/>
        <p:cNvGrpSpPr/>
        <p:nvPr/>
      </p:nvGrpSpPr>
      <p:grpSpPr>
        <a:xfrm>
          <a:off x="0" y="0"/>
          <a:ext cx="0" cy="0"/>
          <a:chOff x="0" y="0"/>
          <a:chExt cx="0" cy="0"/>
        </a:xfrm>
      </p:grpSpPr>
      <p:sp>
        <p:nvSpPr>
          <p:cNvPr id="624" name="Google Shape;624;p28"/>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25" name="Google Shape;625;p28"/>
          <p:cNvSpPr/>
          <p:nvPr/>
        </p:nvSpPr>
        <p:spPr>
          <a:xfrm flipH="1" rot="10800000">
            <a:off x="7172650" y="0"/>
            <a:ext cx="1971350" cy="2441575"/>
          </a:xfrm>
          <a:custGeom>
            <a:rect b="b" l="l" r="r" t="t"/>
            <a:pathLst>
              <a:path extrusionOk="0" h="97663" w="78854">
                <a:moveTo>
                  <a:pt x="78852" y="1"/>
                </a:moveTo>
                <a:cubicBezTo>
                  <a:pt x="77232" y="1795"/>
                  <a:pt x="75891" y="3839"/>
                  <a:pt x="74943" y="6096"/>
                </a:cubicBezTo>
                <a:cubicBezTo>
                  <a:pt x="71104" y="15229"/>
                  <a:pt x="72794" y="26926"/>
                  <a:pt x="65817" y="33960"/>
                </a:cubicBezTo>
                <a:cubicBezTo>
                  <a:pt x="58172" y="41667"/>
                  <a:pt x="43881" y="39548"/>
                  <a:pt x="36898" y="47861"/>
                </a:cubicBezTo>
                <a:cubicBezTo>
                  <a:pt x="30199" y="55836"/>
                  <a:pt x="34332" y="68110"/>
                  <a:pt x="31333" y="78083"/>
                </a:cubicBezTo>
                <a:cubicBezTo>
                  <a:pt x="27611" y="90469"/>
                  <a:pt x="13511" y="96851"/>
                  <a:pt x="598" y="97557"/>
                </a:cubicBezTo>
                <a:cubicBezTo>
                  <a:pt x="405" y="97568"/>
                  <a:pt x="213" y="97569"/>
                  <a:pt x="21" y="97578"/>
                </a:cubicBezTo>
                <a:cubicBezTo>
                  <a:pt x="17" y="97592"/>
                  <a:pt x="11" y="97608"/>
                  <a:pt x="7" y="97622"/>
                </a:cubicBezTo>
                <a:cubicBezTo>
                  <a:pt x="5" y="97635"/>
                  <a:pt x="3" y="97649"/>
                  <a:pt x="0" y="97662"/>
                </a:cubicBezTo>
                <a:lnTo>
                  <a:pt x="78853" y="97662"/>
                </a:lnTo>
                <a:lnTo>
                  <a:pt x="78852"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8"/>
          <p:cNvSpPr/>
          <p:nvPr/>
        </p:nvSpPr>
        <p:spPr>
          <a:xfrm flipH="1" rot="10800000">
            <a:off x="8208150" y="0"/>
            <a:ext cx="935850" cy="1086575"/>
          </a:xfrm>
          <a:custGeom>
            <a:rect b="b" l="l" r="r" t="t"/>
            <a:pathLst>
              <a:path extrusionOk="0" h="43463" w="37434">
                <a:moveTo>
                  <a:pt x="37433" y="0"/>
                </a:moveTo>
                <a:cubicBezTo>
                  <a:pt x="36695" y="1364"/>
                  <a:pt x="35790" y="2637"/>
                  <a:pt x="34652" y="3784"/>
                </a:cubicBezTo>
                <a:cubicBezTo>
                  <a:pt x="27007" y="11492"/>
                  <a:pt x="12715" y="9372"/>
                  <a:pt x="5732" y="17686"/>
                </a:cubicBezTo>
                <a:cubicBezTo>
                  <a:pt x="0" y="24509"/>
                  <a:pt x="2196" y="34478"/>
                  <a:pt x="1072" y="43462"/>
                </a:cubicBezTo>
                <a:lnTo>
                  <a:pt x="37433" y="43462"/>
                </a:lnTo>
                <a:lnTo>
                  <a:pt x="37433"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2_1_1_1_1">
    <p:spTree>
      <p:nvGrpSpPr>
        <p:cNvPr id="627" name="Shape 627"/>
        <p:cNvGrpSpPr/>
        <p:nvPr/>
      </p:nvGrpSpPr>
      <p:grpSpPr>
        <a:xfrm>
          <a:off x="0" y="0"/>
          <a:ext cx="0" cy="0"/>
          <a:chOff x="0" y="0"/>
          <a:chExt cx="0" cy="0"/>
        </a:xfrm>
      </p:grpSpPr>
      <p:sp>
        <p:nvSpPr>
          <p:cNvPr id="628" name="Google Shape;628;p29"/>
          <p:cNvSpPr txBox="1"/>
          <p:nvPr>
            <p:ph type="title"/>
          </p:nvPr>
        </p:nvSpPr>
        <p:spPr>
          <a:xfrm>
            <a:off x="713225" y="445025"/>
            <a:ext cx="6716400" cy="104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29" name="Google Shape;629;p29"/>
          <p:cNvSpPr/>
          <p:nvPr/>
        </p:nvSpPr>
        <p:spPr>
          <a:xfrm rot="10800000">
            <a:off x="7367853" y="3036745"/>
            <a:ext cx="1820407" cy="2148675"/>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9"/>
          <p:cNvSpPr/>
          <p:nvPr/>
        </p:nvSpPr>
        <p:spPr>
          <a:xfrm rot="10800000">
            <a:off x="7264429" y="3974612"/>
            <a:ext cx="1923830" cy="117243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9"/>
          <p:cNvSpPr/>
          <p:nvPr/>
        </p:nvSpPr>
        <p:spPr>
          <a:xfrm rot="10800000">
            <a:off x="7991244" y="4682158"/>
            <a:ext cx="1197016" cy="46489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2_1_1_1_1_2">
    <p:spTree>
      <p:nvGrpSpPr>
        <p:cNvPr id="632" name="Shape 632"/>
        <p:cNvGrpSpPr/>
        <p:nvPr/>
      </p:nvGrpSpPr>
      <p:grpSpPr>
        <a:xfrm>
          <a:off x="0" y="0"/>
          <a:ext cx="0" cy="0"/>
          <a:chOff x="0" y="0"/>
          <a:chExt cx="0" cy="0"/>
        </a:xfrm>
      </p:grpSpPr>
      <p:sp>
        <p:nvSpPr>
          <p:cNvPr id="633" name="Google Shape;633;p30"/>
          <p:cNvSpPr txBox="1"/>
          <p:nvPr>
            <p:ph type="title"/>
          </p:nvPr>
        </p:nvSpPr>
        <p:spPr>
          <a:xfrm>
            <a:off x="713250" y="445125"/>
            <a:ext cx="77175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34" name="Google Shape;634;p30"/>
          <p:cNvSpPr/>
          <p:nvPr/>
        </p:nvSpPr>
        <p:spPr>
          <a:xfrm rot="10800000">
            <a:off x="7143314" y="2791488"/>
            <a:ext cx="2044468" cy="2413166"/>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0"/>
          <p:cNvSpPr/>
          <p:nvPr/>
        </p:nvSpPr>
        <p:spPr>
          <a:xfrm rot="10800000">
            <a:off x="7027161" y="3887877"/>
            <a:ext cx="2160621" cy="1316758"/>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0"/>
          <p:cNvSpPr/>
          <p:nvPr/>
        </p:nvSpPr>
        <p:spPr>
          <a:xfrm rot="10800000">
            <a:off x="7843434" y="4682518"/>
            <a:ext cx="1344348" cy="522117"/>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2_1_1_1_1_1">
    <p:spTree>
      <p:nvGrpSpPr>
        <p:cNvPr id="637" name="Shape 637"/>
        <p:cNvGrpSpPr/>
        <p:nvPr/>
      </p:nvGrpSpPr>
      <p:grpSpPr>
        <a:xfrm>
          <a:off x="0" y="0"/>
          <a:ext cx="0" cy="0"/>
          <a:chOff x="0" y="0"/>
          <a:chExt cx="0" cy="0"/>
        </a:xfrm>
      </p:grpSpPr>
      <p:sp>
        <p:nvSpPr>
          <p:cNvPr id="638" name="Google Shape;638;p31"/>
          <p:cNvSpPr/>
          <p:nvPr/>
        </p:nvSpPr>
        <p:spPr>
          <a:xfrm>
            <a:off x="1001175" y="-725375"/>
            <a:ext cx="7429601" cy="6459912"/>
          </a:xfrm>
          <a:custGeom>
            <a:rect b="b" l="l" r="r" t="t"/>
            <a:pathLst>
              <a:path extrusionOk="0" h="73676" w="84733">
                <a:moveTo>
                  <a:pt x="3905" y="27001"/>
                </a:moveTo>
                <a:cubicBezTo>
                  <a:pt x="1" y="38560"/>
                  <a:pt x="2872" y="52402"/>
                  <a:pt x="11796" y="60722"/>
                </a:cubicBezTo>
                <a:cubicBezTo>
                  <a:pt x="18317" y="66801"/>
                  <a:pt x="27230" y="69585"/>
                  <a:pt x="35986" y="71264"/>
                </a:cubicBezTo>
                <a:cubicBezTo>
                  <a:pt x="44732" y="72939"/>
                  <a:pt x="53880" y="73676"/>
                  <a:pt x="62463" y="71305"/>
                </a:cubicBezTo>
                <a:cubicBezTo>
                  <a:pt x="71048" y="68933"/>
                  <a:pt x="79019" y="63012"/>
                  <a:pt x="82023" y="54629"/>
                </a:cubicBezTo>
                <a:cubicBezTo>
                  <a:pt x="84733" y="47065"/>
                  <a:pt x="83083" y="38429"/>
                  <a:pt x="79096" y="31452"/>
                </a:cubicBezTo>
                <a:cubicBezTo>
                  <a:pt x="75110" y="24475"/>
                  <a:pt x="69007" y="18947"/>
                  <a:pt x="62559" y="14152"/>
                </a:cubicBezTo>
                <a:cubicBezTo>
                  <a:pt x="53150" y="7152"/>
                  <a:pt x="39947" y="0"/>
                  <a:pt x="27789" y="3328"/>
                </a:cubicBezTo>
                <a:cubicBezTo>
                  <a:pt x="17014" y="6277"/>
                  <a:pt x="7391" y="16672"/>
                  <a:pt x="3905" y="2700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1"/>
          <p:cNvSpPr txBox="1"/>
          <p:nvPr>
            <p:ph type="title"/>
          </p:nvPr>
        </p:nvSpPr>
        <p:spPr>
          <a:xfrm>
            <a:off x="2823788" y="581275"/>
            <a:ext cx="3552900" cy="1108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67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40" name="Google Shape;640;p31"/>
          <p:cNvSpPr txBox="1"/>
          <p:nvPr>
            <p:ph idx="1" type="subTitle"/>
          </p:nvPr>
        </p:nvSpPr>
        <p:spPr>
          <a:xfrm>
            <a:off x="3245550" y="2089675"/>
            <a:ext cx="2652900" cy="82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1" name="Google Shape;641;p31"/>
          <p:cNvSpPr txBox="1"/>
          <p:nvPr>
            <p:ph idx="2" type="subTitle"/>
          </p:nvPr>
        </p:nvSpPr>
        <p:spPr>
          <a:xfrm>
            <a:off x="2642550" y="4230500"/>
            <a:ext cx="3858900" cy="33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100">
                <a:solidFill>
                  <a:schemeClr val="lt1"/>
                </a:solidFill>
                <a:latin typeface="Archivo Light"/>
                <a:ea typeface="Archivo Light"/>
                <a:cs typeface="Archivo Light"/>
                <a:sym typeface="Archivo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2" name="Google Shape;642;p31"/>
          <p:cNvSpPr txBox="1"/>
          <p:nvPr>
            <p:ph idx="3" type="title"/>
          </p:nvPr>
        </p:nvSpPr>
        <p:spPr>
          <a:xfrm>
            <a:off x="2823788" y="1689475"/>
            <a:ext cx="3552900" cy="400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1800"/>
              <a:buNone/>
              <a:defRPr sz="20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643" name="Google Shape;643;p31"/>
          <p:cNvSpPr txBox="1"/>
          <p:nvPr/>
        </p:nvSpPr>
        <p:spPr>
          <a:xfrm>
            <a:off x="2517900" y="3707300"/>
            <a:ext cx="4416300" cy="5232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100">
                <a:solidFill>
                  <a:schemeClr val="lt1"/>
                </a:solidFill>
                <a:latin typeface="Archivo Light"/>
                <a:ea typeface="Archivo Light"/>
                <a:cs typeface="Archivo Light"/>
                <a:sym typeface="Archivo Light"/>
              </a:rPr>
              <a:t>CREDITS: This presentation template was created by </a:t>
            </a:r>
            <a:r>
              <a:rPr b="1" lang="en" sz="1100">
                <a:solidFill>
                  <a:schemeClr val="lt1"/>
                </a:solidFill>
                <a:uFill>
                  <a:noFill/>
                </a:uFill>
                <a:latin typeface="Barlow"/>
                <a:ea typeface="Barlow"/>
                <a:cs typeface="Barlow"/>
                <a:sym typeface="Barlow"/>
                <a:hlinkClick r:id="rId2">
                  <a:extLst>
                    <a:ext uri="{A12FA001-AC4F-418D-AE19-62706E023703}">
                      <ahyp:hlinkClr val="tx"/>
                    </a:ext>
                  </a:extLst>
                </a:hlinkClick>
              </a:rPr>
              <a:t>Slidesgo</a:t>
            </a:r>
            <a:r>
              <a:rPr lang="en" sz="1100">
                <a:solidFill>
                  <a:schemeClr val="lt1"/>
                </a:solidFill>
                <a:latin typeface="Archivo Light"/>
                <a:ea typeface="Archivo Light"/>
                <a:cs typeface="Archivo Light"/>
                <a:sym typeface="Archivo Light"/>
              </a:rPr>
              <a:t>, and includes icons by </a:t>
            </a:r>
            <a:r>
              <a:rPr b="1" lang="en" sz="1100">
                <a:solidFill>
                  <a:schemeClr val="lt1"/>
                </a:solidFill>
                <a:uFill>
                  <a:noFill/>
                </a:uFill>
                <a:latin typeface="Archivo"/>
                <a:ea typeface="Archivo"/>
                <a:cs typeface="Archivo"/>
                <a:sym typeface="Archivo"/>
                <a:hlinkClick r:id="rId3">
                  <a:extLst>
                    <a:ext uri="{A12FA001-AC4F-418D-AE19-62706E023703}">
                      <ahyp:hlinkClr val="tx"/>
                    </a:ext>
                  </a:extLst>
                </a:hlinkClick>
              </a:rPr>
              <a:t>Flaticon</a:t>
            </a:r>
            <a:r>
              <a:rPr lang="en" sz="1100">
                <a:solidFill>
                  <a:schemeClr val="lt1"/>
                </a:solidFill>
                <a:latin typeface="Archivo Light"/>
                <a:ea typeface="Archivo Light"/>
                <a:cs typeface="Archivo Light"/>
                <a:sym typeface="Archivo Light"/>
              </a:rPr>
              <a:t> and infographics &amp; images by </a:t>
            </a:r>
            <a:r>
              <a:rPr b="1" lang="en" sz="1100">
                <a:solidFill>
                  <a:schemeClr val="lt1"/>
                </a:solidFill>
                <a:uFill>
                  <a:noFill/>
                </a:uFill>
                <a:latin typeface="Archivo"/>
                <a:ea typeface="Archivo"/>
                <a:cs typeface="Archivo"/>
                <a:sym typeface="Archivo"/>
                <a:hlinkClick r:id="rId4">
                  <a:extLst>
                    <a:ext uri="{A12FA001-AC4F-418D-AE19-62706E023703}">
                      <ahyp:hlinkClr val="tx"/>
                    </a:ext>
                  </a:extLst>
                </a:hlinkClick>
              </a:rPr>
              <a:t>Freepik</a:t>
            </a:r>
            <a:endParaRPr b="1" sz="1100">
              <a:solidFill>
                <a:schemeClr val="lt1"/>
              </a:solidFill>
              <a:latin typeface="Archivo"/>
              <a:ea typeface="Archivo"/>
              <a:cs typeface="Archivo"/>
              <a:sym typeface="Archivo"/>
            </a:endParaRPr>
          </a:p>
        </p:txBody>
      </p:sp>
      <p:grpSp>
        <p:nvGrpSpPr>
          <p:cNvPr id="644" name="Google Shape;644;p31"/>
          <p:cNvGrpSpPr/>
          <p:nvPr/>
        </p:nvGrpSpPr>
        <p:grpSpPr>
          <a:xfrm>
            <a:off x="6256420" y="3578408"/>
            <a:ext cx="3011494" cy="1628002"/>
            <a:chOff x="3471496" y="4002724"/>
            <a:chExt cx="2179241" cy="1178175"/>
          </a:xfrm>
        </p:grpSpPr>
        <p:sp>
          <p:nvSpPr>
            <p:cNvPr id="645" name="Google Shape;645;p31"/>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31"/>
            <p:cNvGrpSpPr/>
            <p:nvPr/>
          </p:nvGrpSpPr>
          <p:grpSpPr>
            <a:xfrm>
              <a:off x="5131348" y="4002725"/>
              <a:ext cx="519390" cy="1178174"/>
              <a:chOff x="5599250" y="4194125"/>
              <a:chExt cx="418525" cy="949375"/>
            </a:xfrm>
          </p:grpSpPr>
          <p:sp>
            <p:nvSpPr>
              <p:cNvPr id="647" name="Google Shape;647;p31"/>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1"/>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 name="Google Shape;649;p31"/>
            <p:cNvGrpSpPr/>
            <p:nvPr/>
          </p:nvGrpSpPr>
          <p:grpSpPr>
            <a:xfrm>
              <a:off x="4067725" y="4002724"/>
              <a:ext cx="519358" cy="1178174"/>
              <a:chOff x="3914250" y="4165300"/>
              <a:chExt cx="418500" cy="949375"/>
            </a:xfrm>
          </p:grpSpPr>
          <p:sp>
            <p:nvSpPr>
              <p:cNvPr id="650" name="Google Shape;650;p31"/>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31"/>
            <p:cNvGrpSpPr/>
            <p:nvPr/>
          </p:nvGrpSpPr>
          <p:grpSpPr>
            <a:xfrm>
              <a:off x="3471496" y="4478818"/>
              <a:ext cx="706532" cy="702065"/>
              <a:chOff x="2957825" y="4553350"/>
              <a:chExt cx="569325" cy="565725"/>
            </a:xfrm>
          </p:grpSpPr>
          <p:sp>
            <p:nvSpPr>
              <p:cNvPr id="653" name="Google Shape;653;p31"/>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1"/>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31"/>
            <p:cNvGrpSpPr/>
            <p:nvPr/>
          </p:nvGrpSpPr>
          <p:grpSpPr>
            <a:xfrm>
              <a:off x="4704470" y="4478833"/>
              <a:ext cx="706501" cy="702065"/>
              <a:chOff x="4791175" y="4530525"/>
              <a:chExt cx="569300" cy="565725"/>
            </a:xfrm>
          </p:grpSpPr>
          <p:sp>
            <p:nvSpPr>
              <p:cNvPr id="658" name="Google Shape;658;p31"/>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1"/>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1"/>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31"/>
            <p:cNvGrpSpPr/>
            <p:nvPr/>
          </p:nvGrpSpPr>
          <p:grpSpPr>
            <a:xfrm>
              <a:off x="4461512" y="4981934"/>
              <a:ext cx="200266" cy="198963"/>
              <a:chOff x="4449850" y="4905150"/>
              <a:chExt cx="161375" cy="160325"/>
            </a:xfrm>
          </p:grpSpPr>
          <p:sp>
            <p:nvSpPr>
              <p:cNvPr id="663" name="Google Shape;663;p31"/>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1"/>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 name="Google Shape;665;p31"/>
          <p:cNvGrpSpPr/>
          <p:nvPr/>
        </p:nvGrpSpPr>
        <p:grpSpPr>
          <a:xfrm rot="10800000">
            <a:off x="-5" y="8"/>
            <a:ext cx="3011494" cy="1628002"/>
            <a:chOff x="3471496" y="4002724"/>
            <a:chExt cx="2179241" cy="1178175"/>
          </a:xfrm>
        </p:grpSpPr>
        <p:sp>
          <p:nvSpPr>
            <p:cNvPr id="666" name="Google Shape;666;p31"/>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 name="Google Shape;667;p31"/>
            <p:cNvGrpSpPr/>
            <p:nvPr/>
          </p:nvGrpSpPr>
          <p:grpSpPr>
            <a:xfrm>
              <a:off x="5131348" y="4002725"/>
              <a:ext cx="519390" cy="1178174"/>
              <a:chOff x="5599250" y="4194125"/>
              <a:chExt cx="418525" cy="949375"/>
            </a:xfrm>
          </p:grpSpPr>
          <p:sp>
            <p:nvSpPr>
              <p:cNvPr id="668" name="Google Shape;668;p31"/>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1"/>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31"/>
            <p:cNvGrpSpPr/>
            <p:nvPr/>
          </p:nvGrpSpPr>
          <p:grpSpPr>
            <a:xfrm>
              <a:off x="4067725" y="4002724"/>
              <a:ext cx="519358" cy="1178174"/>
              <a:chOff x="3914250" y="4165300"/>
              <a:chExt cx="418500" cy="949375"/>
            </a:xfrm>
          </p:grpSpPr>
          <p:sp>
            <p:nvSpPr>
              <p:cNvPr id="671" name="Google Shape;671;p31"/>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1"/>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31"/>
            <p:cNvGrpSpPr/>
            <p:nvPr/>
          </p:nvGrpSpPr>
          <p:grpSpPr>
            <a:xfrm>
              <a:off x="3471496" y="4478818"/>
              <a:ext cx="706532" cy="702065"/>
              <a:chOff x="2957825" y="4553350"/>
              <a:chExt cx="569325" cy="565725"/>
            </a:xfrm>
          </p:grpSpPr>
          <p:sp>
            <p:nvSpPr>
              <p:cNvPr id="674" name="Google Shape;674;p31"/>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1"/>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31"/>
            <p:cNvGrpSpPr/>
            <p:nvPr/>
          </p:nvGrpSpPr>
          <p:grpSpPr>
            <a:xfrm>
              <a:off x="4704470" y="4478833"/>
              <a:ext cx="706501" cy="702065"/>
              <a:chOff x="4791175" y="4530525"/>
              <a:chExt cx="569300" cy="565725"/>
            </a:xfrm>
          </p:grpSpPr>
          <p:sp>
            <p:nvSpPr>
              <p:cNvPr id="679" name="Google Shape;679;p31"/>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1"/>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31"/>
            <p:cNvGrpSpPr/>
            <p:nvPr/>
          </p:nvGrpSpPr>
          <p:grpSpPr>
            <a:xfrm>
              <a:off x="4461512" y="4981934"/>
              <a:ext cx="200266" cy="198963"/>
              <a:chOff x="4449850" y="4905150"/>
              <a:chExt cx="161375" cy="160325"/>
            </a:xfrm>
          </p:grpSpPr>
          <p:sp>
            <p:nvSpPr>
              <p:cNvPr id="684" name="Google Shape;684;p31"/>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_1_1_1_1_1_1">
    <p:spTree>
      <p:nvGrpSpPr>
        <p:cNvPr id="686" name="Shape 686"/>
        <p:cNvGrpSpPr/>
        <p:nvPr/>
      </p:nvGrpSpPr>
      <p:grpSpPr>
        <a:xfrm>
          <a:off x="0" y="0"/>
          <a:ext cx="0" cy="0"/>
          <a:chOff x="0" y="0"/>
          <a:chExt cx="0" cy="0"/>
        </a:xfrm>
      </p:grpSpPr>
      <p:sp>
        <p:nvSpPr>
          <p:cNvPr id="687" name="Google Shape;687;p32"/>
          <p:cNvSpPr/>
          <p:nvPr/>
        </p:nvSpPr>
        <p:spPr>
          <a:xfrm flipH="1">
            <a:off x="-521869" y="-704675"/>
            <a:ext cx="6303544" cy="6552854"/>
          </a:xfrm>
          <a:custGeom>
            <a:rect b="b" l="l" r="r" t="t"/>
            <a:pathLst>
              <a:path extrusionOk="0" h="106981" w="102915">
                <a:moveTo>
                  <a:pt x="48176" y="23563"/>
                </a:moveTo>
                <a:cubicBezTo>
                  <a:pt x="40629" y="30982"/>
                  <a:pt x="27211" y="27127"/>
                  <a:pt x="18351" y="32915"/>
                </a:cubicBezTo>
                <a:cubicBezTo>
                  <a:pt x="12190" y="36939"/>
                  <a:pt x="9654" y="44822"/>
                  <a:pt x="9452" y="52177"/>
                </a:cubicBezTo>
                <a:cubicBezTo>
                  <a:pt x="9250" y="59534"/>
                  <a:pt x="10925" y="66819"/>
                  <a:pt x="11136" y="74174"/>
                </a:cubicBezTo>
                <a:cubicBezTo>
                  <a:pt x="11346" y="81530"/>
                  <a:pt x="9782" y="89484"/>
                  <a:pt x="4380" y="94482"/>
                </a:cubicBezTo>
                <a:cubicBezTo>
                  <a:pt x="2853" y="95893"/>
                  <a:pt x="954" y="97197"/>
                  <a:pt x="505" y="99228"/>
                </a:cubicBezTo>
                <a:cubicBezTo>
                  <a:pt x="0" y="101505"/>
                  <a:pt x="1660" y="103817"/>
                  <a:pt x="3754" y="104845"/>
                </a:cubicBezTo>
                <a:cubicBezTo>
                  <a:pt x="5847" y="105875"/>
                  <a:pt x="8269" y="105926"/>
                  <a:pt x="10602" y="105955"/>
                </a:cubicBezTo>
                <a:lnTo>
                  <a:pt x="84849" y="106922"/>
                </a:lnTo>
                <a:cubicBezTo>
                  <a:pt x="89336" y="106980"/>
                  <a:pt x="94217" y="106911"/>
                  <a:pt x="97734" y="104123"/>
                </a:cubicBezTo>
                <a:cubicBezTo>
                  <a:pt x="102359" y="100458"/>
                  <a:pt x="102760" y="93706"/>
                  <a:pt x="102772" y="87805"/>
                </a:cubicBezTo>
                <a:cubicBezTo>
                  <a:pt x="102816" y="65067"/>
                  <a:pt x="102861" y="42329"/>
                  <a:pt x="102907" y="19591"/>
                </a:cubicBezTo>
                <a:cubicBezTo>
                  <a:pt x="102914" y="15283"/>
                  <a:pt x="102717" y="10461"/>
                  <a:pt x="99606" y="7482"/>
                </a:cubicBezTo>
                <a:cubicBezTo>
                  <a:pt x="97065" y="5048"/>
                  <a:pt x="93287" y="4561"/>
                  <a:pt x="89785" y="4227"/>
                </a:cubicBezTo>
                <a:cubicBezTo>
                  <a:pt x="76794" y="2986"/>
                  <a:pt x="61374" y="0"/>
                  <a:pt x="48448" y="1826"/>
                </a:cubicBezTo>
                <a:cubicBezTo>
                  <a:pt x="51562" y="8814"/>
                  <a:pt x="54737" y="17113"/>
                  <a:pt x="48176" y="23563"/>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_1_1_1_1_1_1_1">
    <p:spTree>
      <p:nvGrpSpPr>
        <p:cNvPr id="688" name="Shape 688"/>
        <p:cNvGrpSpPr/>
        <p:nvPr/>
      </p:nvGrpSpPr>
      <p:grpSpPr>
        <a:xfrm>
          <a:off x="0" y="0"/>
          <a:ext cx="0" cy="0"/>
          <a:chOff x="0" y="0"/>
          <a:chExt cx="0" cy="0"/>
        </a:xfrm>
      </p:grpSpPr>
      <p:sp>
        <p:nvSpPr>
          <p:cNvPr id="689" name="Google Shape;689;p33"/>
          <p:cNvSpPr/>
          <p:nvPr/>
        </p:nvSpPr>
        <p:spPr>
          <a:xfrm>
            <a:off x="3535900" y="-1930100"/>
            <a:ext cx="8427544" cy="7327815"/>
          </a:xfrm>
          <a:custGeom>
            <a:rect b="b" l="l" r="r" t="t"/>
            <a:pathLst>
              <a:path extrusionOk="0" h="73676" w="84733">
                <a:moveTo>
                  <a:pt x="3905" y="27001"/>
                </a:moveTo>
                <a:cubicBezTo>
                  <a:pt x="1" y="38560"/>
                  <a:pt x="2872" y="52402"/>
                  <a:pt x="11796" y="60722"/>
                </a:cubicBezTo>
                <a:cubicBezTo>
                  <a:pt x="18317" y="66801"/>
                  <a:pt x="27230" y="69585"/>
                  <a:pt x="35986" y="71264"/>
                </a:cubicBezTo>
                <a:cubicBezTo>
                  <a:pt x="44732" y="72939"/>
                  <a:pt x="53880" y="73676"/>
                  <a:pt x="62463" y="71305"/>
                </a:cubicBezTo>
                <a:cubicBezTo>
                  <a:pt x="71048" y="68933"/>
                  <a:pt x="79019" y="63012"/>
                  <a:pt x="82023" y="54629"/>
                </a:cubicBezTo>
                <a:cubicBezTo>
                  <a:pt x="84733" y="47065"/>
                  <a:pt x="83083" y="38429"/>
                  <a:pt x="79096" y="31452"/>
                </a:cubicBezTo>
                <a:cubicBezTo>
                  <a:pt x="75110" y="24475"/>
                  <a:pt x="69007" y="18947"/>
                  <a:pt x="62559" y="14152"/>
                </a:cubicBezTo>
                <a:cubicBezTo>
                  <a:pt x="53150" y="7152"/>
                  <a:pt x="39947" y="0"/>
                  <a:pt x="27789" y="3328"/>
                </a:cubicBezTo>
                <a:cubicBezTo>
                  <a:pt x="17014" y="6277"/>
                  <a:pt x="7391" y="16672"/>
                  <a:pt x="3905" y="2700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93" name="Shape 693"/>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94" name="Shape 694"/>
        <p:cNvGrpSpPr/>
        <p:nvPr/>
      </p:nvGrpSpPr>
      <p:grpSpPr>
        <a:xfrm>
          <a:off x="0" y="0"/>
          <a:ext cx="0" cy="0"/>
          <a:chOff x="0" y="0"/>
          <a:chExt cx="0" cy="0"/>
        </a:xfrm>
      </p:grpSpPr>
      <p:sp>
        <p:nvSpPr>
          <p:cNvPr id="695" name="Google Shape;695;p3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chemeClr val="lt1"/>
            </a:gs>
            <a:gs pos="100000">
              <a:schemeClr val="lt2"/>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1pPr>
            <a:lvl2pPr lvl="1">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2pPr>
            <a:lvl3pPr lvl="2">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3pPr>
            <a:lvl4pPr lvl="3">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4pPr>
            <a:lvl5pPr lvl="4">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5pPr>
            <a:lvl6pPr lvl="5">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6pPr>
            <a:lvl7pPr lvl="6">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7pPr>
            <a:lvl8pPr lvl="7">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8pPr>
            <a:lvl9pPr lvl="8">
              <a:spcBef>
                <a:spcPts val="0"/>
              </a:spcBef>
              <a:spcAft>
                <a:spcPts val="0"/>
              </a:spcAft>
              <a:buClr>
                <a:schemeClr val="accent1"/>
              </a:buClr>
              <a:buSzPts val="2800"/>
              <a:buFont typeface="Archivo"/>
              <a:buNone/>
              <a:defRPr b="1" sz="2800">
                <a:solidFill>
                  <a:schemeClr val="accent1"/>
                </a:solidFill>
                <a:latin typeface="Archivo"/>
                <a:ea typeface="Archivo"/>
                <a:cs typeface="Archivo"/>
                <a:sym typeface="Archivo"/>
              </a:defRPr>
            </a:lvl9pPr>
          </a:lstStyle>
          <a:p/>
        </p:txBody>
      </p:sp>
      <p:sp>
        <p:nvSpPr>
          <p:cNvPr id="7" name="Google Shape;7;p1"/>
          <p:cNvSpPr txBox="1"/>
          <p:nvPr>
            <p:ph idx="1" type="body"/>
          </p:nvPr>
        </p:nvSpPr>
        <p:spPr>
          <a:xfrm>
            <a:off x="713225" y="1685875"/>
            <a:ext cx="7717500" cy="27147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Archivo"/>
              <a:buChar char="●"/>
              <a:defRPr b="1" sz="1800">
                <a:solidFill>
                  <a:schemeClr val="dk1"/>
                </a:solidFill>
                <a:latin typeface="Archivo"/>
                <a:ea typeface="Archivo"/>
                <a:cs typeface="Archivo"/>
                <a:sym typeface="Archivo"/>
              </a:defRPr>
            </a:lvl1pPr>
            <a:lvl2pPr indent="-317500" lvl="1" marL="9144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2pPr>
            <a:lvl3pPr indent="-317500" lvl="2" marL="13716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3pPr>
            <a:lvl4pPr indent="-317500" lvl="3" marL="18288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4pPr>
            <a:lvl5pPr indent="-317500" lvl="4" marL="22860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5pPr>
            <a:lvl6pPr indent="-317500" lvl="5" marL="27432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6pPr>
            <a:lvl7pPr indent="-317500" lvl="6" marL="32004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7pPr>
            <a:lvl8pPr indent="-317500" lvl="7" marL="36576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8pPr>
            <a:lvl9pPr indent="-317500" lvl="8" marL="4114800">
              <a:lnSpc>
                <a:spcPct val="115000"/>
              </a:lnSpc>
              <a:spcBef>
                <a:spcPts val="0"/>
              </a:spcBef>
              <a:spcAft>
                <a:spcPts val="0"/>
              </a:spcAft>
              <a:buClr>
                <a:schemeClr val="dk1"/>
              </a:buClr>
              <a:buSzPts val="1400"/>
              <a:buFont typeface="Archivo Light"/>
              <a:buChar char="■"/>
              <a:defRPr>
                <a:solidFill>
                  <a:schemeClr val="dk1"/>
                </a:solidFill>
                <a:latin typeface="Archivo Light"/>
                <a:ea typeface="Archivo Light"/>
                <a:cs typeface="Archivo Light"/>
                <a:sym typeface="Archivo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90" name="Shape 690"/>
        <p:cNvGrpSpPr/>
        <p:nvPr/>
      </p:nvGrpSpPr>
      <p:grpSpPr>
        <a:xfrm>
          <a:off x="0" y="0"/>
          <a:ext cx="0" cy="0"/>
          <a:chOff x="0" y="0"/>
          <a:chExt cx="0" cy="0"/>
        </a:xfrm>
      </p:grpSpPr>
      <p:sp>
        <p:nvSpPr>
          <p:cNvPr id="691" name="Google Shape;691;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692" name="Google Shape;692;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55.xml"/><Relationship Id="rId4" Type="http://schemas.openxmlformats.org/officeDocument/2006/relationships/slide" Target="/ppt/slides/slide52.xml"/><Relationship Id="rId9" Type="http://schemas.openxmlformats.org/officeDocument/2006/relationships/slide" Target="/ppt/slides/slide57.xml"/><Relationship Id="rId5" Type="http://schemas.openxmlformats.org/officeDocument/2006/relationships/slide" Target="/ppt/slides/slide51.xml"/><Relationship Id="rId6" Type="http://schemas.openxmlformats.org/officeDocument/2006/relationships/slide" Target="/ppt/slides/slide51.xml"/><Relationship Id="rId7" Type="http://schemas.openxmlformats.org/officeDocument/2006/relationships/slide" Target="/ppt/slides/slide50.xml"/><Relationship Id="rId8" Type="http://schemas.openxmlformats.org/officeDocument/2006/relationships/slide" Target="/ppt/slides/slide55.xml"/><Relationship Id="rId11" Type="http://schemas.openxmlformats.org/officeDocument/2006/relationships/hyperlink" Target="http://bit.ly/2Tynxth" TargetMode="External"/><Relationship Id="rId10" Type="http://schemas.openxmlformats.org/officeDocument/2006/relationships/slide" Target="/ppt/slides/slide63.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vidfy.com/?utm_source=slidesgo_template&amp;utm_medium=referral-link&amp;utm_campaign=promo-slide&amp;utm_term=slidesgo&amp;utm_content=vidfy"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docs.google.com/spreadsheets/d/1_vWjVVAGGc5A2rCSkZ3DOZNfjhja0MZ02rI2dPmMCDc/copy" TargetMode="External"/><Relationship Id="rId4" Type="http://schemas.openxmlformats.org/officeDocument/2006/relationships/image" Target="../media/image4.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8.xml"/><Relationship Id="rId3" Type="http://schemas.openxmlformats.org/officeDocument/2006/relationships/hyperlink" Target="https://docs.google.com/spreadsheets/d/1_vWjVVAGGc5A2rCSkZ3DOZNfjhja0MZ02rI2dPmMCDc/copy#gid=1659122321"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_vWjVVAGGc5A2rCSkZ3DOZNfjhja0MZ02rI2dPmMCDc/copy#gid=869408697" TargetMode="External"/><Relationship Id="rId5" Type="http://schemas.openxmlformats.org/officeDocument/2006/relationships/image" Target="../media/image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4.xml"/><Relationship Id="rId3" Type="http://schemas.openxmlformats.org/officeDocument/2006/relationships/image" Target="../media/image3.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 Id="rId3" Type="http://schemas.openxmlformats.org/officeDocument/2006/relationships/image" Target="../media/image1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image" Target="../media/image14.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_vWjVVAGGc5A2rCSkZ3DOZNfjhja0MZ02rI2dPmMCDc/copy#gid=1821219271" TargetMode="External"/><Relationship Id="rId5" Type="http://schemas.openxmlformats.org/officeDocument/2006/relationships/image" Target="../media/image9.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 Id="rId3" Type="http://schemas.openxmlformats.org/officeDocument/2006/relationships/image" Target="../media/image10.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9.xml"/><Relationship Id="rId3" Type="http://schemas.openxmlformats.org/officeDocument/2006/relationships/image" Target="../media/image13.jpg"/><Relationship Id="rId4" Type="http://schemas.openxmlformats.org/officeDocument/2006/relationships/image" Target="../media/image12.jp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1.xml"/><Relationship Id="rId3" Type="http://schemas.openxmlformats.org/officeDocument/2006/relationships/hyperlink" Target="https://www.freepik.com/free-vector/teamwork-concept-landing-page_4730660.htm#&amp;position=27&amp;from_view=undefined/?utm_source=slidesgo_template&amp;utm_medium=referral-link&amp;utm_campaign=sg_resources&amp;utm_content=freepik" TargetMode="External"/><Relationship Id="rId4" Type="http://schemas.openxmlformats.org/officeDocument/2006/relationships/hyperlink" Target="https://www.freepik.com/free-vector/growing-landing-page_4360059.htm#&amp;position=25&amp;from_view=undefined/?utm_source=slidesgo_template&amp;utm_medium=referral-link&amp;utm_campaign=sg_resources&amp;utm_content=freepik" TargetMode="External"/><Relationship Id="rId5" Type="http://schemas.openxmlformats.org/officeDocument/2006/relationships/hyperlink" Target="https://www.freepik.com/free-vector/landing-page-template-business_5196366.htm#&amp;position=21&amp;from_view=undefined/?utm_source=slidesgo_template&amp;utm_medium=referral-link&amp;utm_campaign=sg_resources&amp;utm_content=freepik" TargetMode="External"/><Relationship Id="rId6" Type="http://schemas.openxmlformats.org/officeDocument/2006/relationships/hyperlink" Target="https://www.freepik.com/free-vector/teamwork-concept-landing-page_5155709.htm#page=2&amp;position=1&amp;from_view=undefined/?utm_source=slidesgo_template&amp;utm_medium=referral-link&amp;utm_campaign=sg_resources&amp;utm_content=freepik"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2.xml"/><Relationship Id="rId3" Type="http://schemas.openxmlformats.org/officeDocument/2006/relationships/hyperlink" Target="https://www.freepik.com/free-photo/colleagues-happy-work-together_7816220.htm#&amp;position=11&amp;from_view=undefined/?utm_source=slidesgo_template&amp;utm_medium=referral-link&amp;utm_campaign=sg_resources&amp;utm_content=freepik" TargetMode="External"/><Relationship Id="rId4" Type="http://schemas.openxmlformats.org/officeDocument/2006/relationships/hyperlink" Target="https://www.freepik.com/free-photo/front-view-colleagues-having-coffee-together_7816210.htm#&amp;position=9&amp;from_view=undefined/?utm_source=slidesgo_template&amp;utm_medium=referral-link&amp;utm_campaign=sg_resources&amp;utm_content=freepik" TargetMode="External"/><Relationship Id="rId9" Type="http://schemas.openxmlformats.org/officeDocument/2006/relationships/hyperlink" Target="https://www.freepik.com/free-vector/teamwork-concept-with-people-illustration_11524474.htm#&amp;position=15&amp;from_view=undefined/?utm_source=slidesgo_template&amp;utm_medium=referral-link&amp;utm_campaign=sg_resources&amp;utm_content=freepik" TargetMode="External"/><Relationship Id="rId5" Type="http://schemas.openxmlformats.org/officeDocument/2006/relationships/hyperlink" Target="https://www.freepik.com/free-photo/business-people-conference-room_13377831.htm#&amp;position=7&amp;from_view=undefined/?utm_source=slidesgo_template&amp;utm_medium=referral-link&amp;utm_campaign=sg_resources&amp;utm_content=freepik" TargetMode="External"/><Relationship Id="rId6" Type="http://schemas.openxmlformats.org/officeDocument/2006/relationships/hyperlink" Target="https://www.freepik.com/free-photo/business-people-conference-room-medium-shot_13377839.htm#&amp;position=5&amp;from_view=undefined/?utm_source=slidesgo_template&amp;utm_medium=referral-link&amp;utm_campaign=sg_resources&amp;utm_content=freepik" TargetMode="External"/><Relationship Id="rId7" Type="http://schemas.openxmlformats.org/officeDocument/2006/relationships/hyperlink" Target="https://www.freepik.com/free-photo/person-getting-ready-project-meeting_22548186.htm#&amp;position=1&amp;from_view=undefined/?utm_source=slidesgo_template&amp;utm_medium=referral-link&amp;utm_campaign=sg_resources&amp;utm_content=freepik" TargetMode="External"/><Relationship Id="rId8" Type="http://schemas.openxmlformats.org/officeDocument/2006/relationships/hyperlink" Target="https://www.freepik.com/free-vector/landing-page-template-business_5196366.htm#&amp;position=21&amp;from_view=undefined/?utm_source=slidesgo_template&amp;utm_medium=referral-link&amp;utm_campaign=sg_resources&amp;utm_content=freepik" TargetMode="External"/><Relationship Id="rId10" Type="http://schemas.openxmlformats.org/officeDocument/2006/relationships/hyperlink" Target="https://www.freepik.com/free-vector/teamwork-concept-with-people-illustration_11524475.htm#&amp;position=3&amp;from_view=undefined/?utm_source=slidesgo_template&amp;utm_medium=referral-link&amp;utm_campaign=sg_resources&amp;utm_content=freepik"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50.xml"/><Relationship Id="rId7" Type="http://schemas.openxmlformats.org/officeDocument/2006/relationships/slide" Target="/ppt/slides/slide5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slide" Target="/ppt/slides/slide5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5.xml"/><Relationship Id="rId3" Type="http://schemas.openxmlformats.org/officeDocument/2006/relationships/hyperlink" Target="https://fonts.google.com/specimen/Archivo" TargetMode="Externa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6.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5.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png"/><Relationship Id="rId14" Type="http://schemas.openxmlformats.org/officeDocument/2006/relationships/image" Target="../media/image7.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1.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7.xml"/><Relationship Id="rId3" Type="http://schemas.openxmlformats.org/officeDocument/2006/relationships/hyperlink" Target="https://bit.ly/2ZjL1pd" TargetMode="Externa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63.xml"/><Relationship Id="rId3" Type="http://schemas.openxmlformats.org/officeDocument/2006/relationships/hyperlink" Target="https://workspace.google.com/marketplace/app/icons_for_slides_docs/381578326502" TargetMode="Externa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0.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37"/>
          <p:cNvSpPr/>
          <p:nvPr/>
        </p:nvSpPr>
        <p:spPr>
          <a:xfrm>
            <a:off x="2779025" y="3081375"/>
            <a:ext cx="3990900" cy="523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7"/>
          <p:cNvSpPr txBox="1"/>
          <p:nvPr>
            <p:ph type="ctrTitle"/>
          </p:nvPr>
        </p:nvSpPr>
        <p:spPr>
          <a:xfrm>
            <a:off x="1741925" y="1181100"/>
            <a:ext cx="5963700" cy="165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D</a:t>
            </a:r>
            <a:r>
              <a:rPr lang="en">
                <a:solidFill>
                  <a:schemeClr val="dk1"/>
                </a:solidFill>
              </a:rPr>
              <a:t>igital Business </a:t>
            </a:r>
            <a:r>
              <a:rPr lang="en"/>
              <a:t>Consulting Toolkit</a:t>
            </a:r>
            <a:endParaRPr/>
          </a:p>
        </p:txBody>
      </p:sp>
      <p:sp>
        <p:nvSpPr>
          <p:cNvPr id="702" name="Google Shape;702;p37"/>
          <p:cNvSpPr txBox="1"/>
          <p:nvPr>
            <p:ph idx="1" type="subTitle"/>
          </p:nvPr>
        </p:nvSpPr>
        <p:spPr>
          <a:xfrm>
            <a:off x="2845025" y="3126825"/>
            <a:ext cx="3858900" cy="43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 name="Shape 706"/>
        <p:cNvGrpSpPr/>
        <p:nvPr/>
      </p:nvGrpSpPr>
      <p:grpSpPr>
        <a:xfrm>
          <a:off x="0" y="0"/>
          <a:ext cx="0" cy="0"/>
          <a:chOff x="0" y="0"/>
          <a:chExt cx="0" cy="0"/>
        </a:xfrm>
      </p:grpSpPr>
      <p:sp>
        <p:nvSpPr>
          <p:cNvPr id="707" name="Google Shape;707;p38"/>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a:t>
            </a:r>
            <a:r>
              <a:rPr lang="en">
                <a:solidFill>
                  <a:schemeClr val="dk1"/>
                </a:solidFill>
              </a:rPr>
              <a:t>ontents</a:t>
            </a:r>
            <a:r>
              <a:rPr lang="en">
                <a:solidFill>
                  <a:schemeClr val="accent1"/>
                </a:solidFill>
              </a:rPr>
              <a:t> </a:t>
            </a:r>
            <a:r>
              <a:rPr lang="en"/>
              <a:t>of this template</a:t>
            </a:r>
            <a:endParaRPr/>
          </a:p>
        </p:txBody>
      </p:sp>
      <p:graphicFrame>
        <p:nvGraphicFramePr>
          <p:cNvPr id="708" name="Google Shape;708;p38"/>
          <p:cNvGraphicFramePr/>
          <p:nvPr/>
        </p:nvGraphicFramePr>
        <p:xfrm>
          <a:off x="720000" y="1767225"/>
          <a:ext cx="3000000" cy="3000000"/>
        </p:xfrm>
        <a:graphic>
          <a:graphicData uri="http://schemas.openxmlformats.org/drawingml/2006/table">
            <a:tbl>
              <a:tblPr>
                <a:noFill/>
                <a:tableStyleId>{D6CBFD61-9CC1-4848-B8E2-E103B36D63B7}</a:tableStyleId>
              </a:tblPr>
              <a:tblGrid>
                <a:gridCol w="2619875"/>
                <a:gridCol w="5084125"/>
              </a:tblGrid>
              <a:tr h="350500">
                <a:tc>
                  <a:txBody>
                    <a:bodyPr/>
                    <a:lstStyle/>
                    <a:p>
                      <a:pPr indent="0" lvl="0" marL="0" rtl="0" algn="l">
                        <a:spcBef>
                          <a:spcPts val="0"/>
                        </a:spcBef>
                        <a:spcAft>
                          <a:spcPts val="0"/>
                        </a:spcAft>
                        <a:buNone/>
                      </a:pPr>
                      <a:r>
                        <a:rPr b="1" lang="en" sz="1100">
                          <a:solidFill>
                            <a:schemeClr val="accent1"/>
                          </a:solidFill>
                          <a:uFill>
                            <a:noFill/>
                          </a:uFill>
                          <a:latin typeface="Archivo"/>
                          <a:ea typeface="Archivo"/>
                          <a:cs typeface="Archivo"/>
                          <a:sym typeface="Archivo"/>
                          <a:hlinkClick action="ppaction://hlinksldjump" r:id="rId3">
                            <a:extLst>
                              <a:ext uri="{A12FA001-AC4F-418D-AE19-62706E023703}">
                                <ahyp:hlinkClr val="tx"/>
                              </a:ext>
                            </a:extLst>
                          </a:hlinkClick>
                        </a:rPr>
                        <a:t>Fonts</a:t>
                      </a:r>
                      <a:endParaRPr b="1" sz="11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c>
                  <a:txBody>
                    <a:bodyPr/>
                    <a:lstStyle/>
                    <a:p>
                      <a:pPr indent="0" lvl="0" marL="0" rtl="0" algn="l">
                        <a:spcBef>
                          <a:spcPts val="0"/>
                        </a:spcBef>
                        <a:spcAft>
                          <a:spcPts val="1600"/>
                        </a:spcAft>
                        <a:buNone/>
                      </a:pPr>
                      <a:r>
                        <a:rPr lang="en" sz="1000">
                          <a:solidFill>
                            <a:schemeClr val="dk1"/>
                          </a:solidFill>
                          <a:latin typeface="Archivo Light"/>
                          <a:ea typeface="Archivo Light"/>
                          <a:cs typeface="Archivo Light"/>
                          <a:sym typeface="Archivo Light"/>
                        </a:rPr>
                        <a:t>To view this template correctly in PowerPoint, download and install the fonts we used</a:t>
                      </a:r>
                      <a:endParaRPr sz="1000">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r>
              <a:tr h="350500">
                <a:tc>
                  <a:txBody>
                    <a:bodyPr/>
                    <a:lstStyle/>
                    <a:p>
                      <a:pPr indent="0" lvl="0" marL="0" rtl="0" algn="l">
                        <a:spcBef>
                          <a:spcPts val="0"/>
                        </a:spcBef>
                        <a:spcAft>
                          <a:spcPts val="0"/>
                        </a:spcAft>
                        <a:buNone/>
                      </a:pPr>
                      <a:r>
                        <a:rPr b="1" lang="en" sz="1100">
                          <a:solidFill>
                            <a:schemeClr val="accent1"/>
                          </a:solidFill>
                          <a:uFill>
                            <a:noFill/>
                          </a:uFill>
                          <a:latin typeface="Archivo"/>
                          <a:ea typeface="Archivo"/>
                          <a:cs typeface="Archivo"/>
                          <a:sym typeface="Archivo"/>
                          <a:hlinkClick action="ppaction://hlinksldjump" r:id="rId4">
                            <a:extLst>
                              <a:ext uri="{A12FA001-AC4F-418D-AE19-62706E023703}">
                                <ahyp:hlinkClr val="tx"/>
                              </a:ext>
                            </a:extLst>
                          </a:hlinkClick>
                        </a:rPr>
                        <a:t>Used</a:t>
                      </a:r>
                      <a:r>
                        <a:rPr b="1" lang="en" sz="1100">
                          <a:solidFill>
                            <a:schemeClr val="accent1"/>
                          </a:solidFill>
                          <a:latin typeface="Archivo"/>
                          <a:ea typeface="Archivo"/>
                          <a:cs typeface="Archivo"/>
                          <a:sym typeface="Archivo"/>
                        </a:rPr>
                        <a:t> and </a:t>
                      </a:r>
                      <a:r>
                        <a:rPr b="1" lang="en" sz="1100">
                          <a:solidFill>
                            <a:schemeClr val="accent1"/>
                          </a:solidFill>
                          <a:uFill>
                            <a:noFill/>
                          </a:uFill>
                          <a:latin typeface="Archivo"/>
                          <a:ea typeface="Archivo"/>
                          <a:cs typeface="Archivo"/>
                          <a:sym typeface="Archivo"/>
                          <a:hlinkClick action="ppaction://hlinksldjump" r:id="rId5">
                            <a:extLst>
                              <a:ext uri="{A12FA001-AC4F-418D-AE19-62706E023703}">
                                <ahyp:hlinkClr val="tx"/>
                              </a:ext>
                            </a:extLst>
                          </a:hlinkClick>
                        </a:rPr>
                        <a:t>alternative</a:t>
                      </a:r>
                      <a:r>
                        <a:rPr b="1" lang="en" sz="1100">
                          <a:solidFill>
                            <a:schemeClr val="accent1"/>
                          </a:solidFill>
                          <a:uFill>
                            <a:noFill/>
                          </a:uFill>
                          <a:latin typeface="Archivo"/>
                          <a:ea typeface="Archivo"/>
                          <a:cs typeface="Archivo"/>
                          <a:sym typeface="Archivo"/>
                          <a:hlinkClick action="ppaction://hlinksldjump" r:id="rId6">
                            <a:extLst>
                              <a:ext uri="{A12FA001-AC4F-418D-AE19-62706E023703}">
                                <ahyp:hlinkClr val="tx"/>
                              </a:ext>
                            </a:extLst>
                          </a:hlinkClick>
                        </a:rPr>
                        <a:t> resources</a:t>
                      </a:r>
                      <a:endParaRPr b="1" sz="11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c>
                  <a:txBody>
                    <a:bodyPr/>
                    <a:lstStyle/>
                    <a:p>
                      <a:pPr indent="0" lvl="0" marL="0" marR="0" rtl="0" algn="l">
                        <a:lnSpc>
                          <a:spcPct val="100000"/>
                        </a:lnSpc>
                        <a:spcBef>
                          <a:spcPts val="0"/>
                        </a:spcBef>
                        <a:spcAft>
                          <a:spcPts val="1600"/>
                        </a:spcAft>
                        <a:buNone/>
                      </a:pPr>
                      <a:r>
                        <a:rPr lang="en" sz="1000">
                          <a:solidFill>
                            <a:schemeClr val="dk1"/>
                          </a:solidFill>
                          <a:latin typeface="Archivo Light"/>
                          <a:ea typeface="Archivo Light"/>
                          <a:cs typeface="Archivo Light"/>
                          <a:sym typeface="Archivo Light"/>
                        </a:rPr>
                        <a:t>An assortment of graphic resources that are suitable for use in this presentation</a:t>
                      </a:r>
                      <a:endParaRPr sz="1000">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r>
              <a:tr h="350500">
                <a:tc>
                  <a:txBody>
                    <a:bodyPr/>
                    <a:lstStyle/>
                    <a:p>
                      <a:pPr indent="0" lvl="0" marL="0" rtl="0" algn="l">
                        <a:spcBef>
                          <a:spcPts val="0"/>
                        </a:spcBef>
                        <a:spcAft>
                          <a:spcPts val="0"/>
                        </a:spcAft>
                        <a:buNone/>
                      </a:pPr>
                      <a:r>
                        <a:rPr b="1" lang="en" sz="1100">
                          <a:solidFill>
                            <a:schemeClr val="accent1"/>
                          </a:solidFill>
                          <a:uFill>
                            <a:noFill/>
                          </a:uFill>
                          <a:latin typeface="Archivo"/>
                          <a:ea typeface="Archivo"/>
                          <a:cs typeface="Archivo"/>
                          <a:sym typeface="Archivo"/>
                          <a:hlinkClick action="ppaction://hlinksldjump" r:id="rId7">
                            <a:extLst>
                              <a:ext uri="{A12FA001-AC4F-418D-AE19-62706E023703}">
                                <ahyp:hlinkClr val="tx"/>
                              </a:ext>
                            </a:extLst>
                          </a:hlinkClick>
                        </a:rPr>
                        <a:t>Thanks slide</a:t>
                      </a:r>
                      <a:endParaRPr b="1" sz="11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c>
                  <a:txBody>
                    <a:bodyPr/>
                    <a:lstStyle/>
                    <a:p>
                      <a:pPr indent="0" lvl="0" marL="0" rtl="0" algn="l">
                        <a:spcBef>
                          <a:spcPts val="0"/>
                        </a:spcBef>
                        <a:spcAft>
                          <a:spcPts val="1600"/>
                        </a:spcAft>
                        <a:buNone/>
                      </a:pPr>
                      <a:r>
                        <a:rPr lang="en" sz="1000">
                          <a:solidFill>
                            <a:schemeClr val="dk1"/>
                          </a:solidFill>
                          <a:latin typeface="Archivo Light"/>
                          <a:ea typeface="Archivo Light"/>
                          <a:cs typeface="Archivo Light"/>
                          <a:sym typeface="Archivo Light"/>
                        </a:rPr>
                        <a:t>You must keep it so that proper credits for our design are given</a:t>
                      </a:r>
                      <a:endParaRPr sz="1000">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r>
              <a:tr h="350500">
                <a:tc>
                  <a:txBody>
                    <a:bodyPr/>
                    <a:lstStyle/>
                    <a:p>
                      <a:pPr indent="0" lvl="0" marL="0" rtl="0" algn="l">
                        <a:spcBef>
                          <a:spcPts val="0"/>
                        </a:spcBef>
                        <a:spcAft>
                          <a:spcPts val="0"/>
                        </a:spcAft>
                        <a:buNone/>
                      </a:pPr>
                      <a:r>
                        <a:rPr b="1" lang="en" sz="1100">
                          <a:solidFill>
                            <a:schemeClr val="accent1"/>
                          </a:solidFill>
                          <a:uFill>
                            <a:noFill/>
                          </a:uFill>
                          <a:latin typeface="Archivo"/>
                          <a:ea typeface="Archivo"/>
                          <a:cs typeface="Archivo"/>
                          <a:sym typeface="Archivo"/>
                          <a:hlinkClick action="ppaction://hlinksldjump" r:id="rId8">
                            <a:extLst>
                              <a:ext uri="{A12FA001-AC4F-418D-AE19-62706E023703}">
                                <ahyp:hlinkClr val="tx"/>
                              </a:ext>
                            </a:extLst>
                          </a:hlinkClick>
                        </a:rPr>
                        <a:t>Colors</a:t>
                      </a:r>
                      <a:endParaRPr b="1" sz="11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c>
                  <a:txBody>
                    <a:bodyPr/>
                    <a:lstStyle/>
                    <a:p>
                      <a:pPr indent="0" lvl="0" marL="0" rtl="0" algn="l">
                        <a:spcBef>
                          <a:spcPts val="0"/>
                        </a:spcBef>
                        <a:spcAft>
                          <a:spcPts val="1600"/>
                        </a:spcAft>
                        <a:buNone/>
                      </a:pPr>
                      <a:r>
                        <a:rPr lang="en" sz="1000">
                          <a:solidFill>
                            <a:schemeClr val="dk1"/>
                          </a:solidFill>
                          <a:latin typeface="Archivo Light"/>
                          <a:ea typeface="Archivo Light"/>
                          <a:cs typeface="Archivo Light"/>
                          <a:sym typeface="Archivo Light"/>
                        </a:rPr>
                        <a:t>All the colors used in this presentation</a:t>
                      </a:r>
                      <a:endParaRPr sz="1000">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r>
              <a:tr h="350500">
                <a:tc>
                  <a:txBody>
                    <a:bodyPr/>
                    <a:lstStyle/>
                    <a:p>
                      <a:pPr indent="0" lvl="0" marL="0" rtl="0" algn="l">
                        <a:spcBef>
                          <a:spcPts val="0"/>
                        </a:spcBef>
                        <a:spcAft>
                          <a:spcPts val="0"/>
                        </a:spcAft>
                        <a:buNone/>
                      </a:pPr>
                      <a:r>
                        <a:rPr b="1" lang="en" sz="1100">
                          <a:solidFill>
                            <a:schemeClr val="accent1"/>
                          </a:solidFill>
                          <a:uFill>
                            <a:noFill/>
                          </a:uFill>
                          <a:latin typeface="Archivo"/>
                          <a:ea typeface="Archivo"/>
                          <a:cs typeface="Archivo"/>
                          <a:sym typeface="Archivo"/>
                          <a:hlinkClick action="ppaction://hlinksldjump" r:id="rId9">
                            <a:extLst>
                              <a:ext uri="{A12FA001-AC4F-418D-AE19-62706E023703}">
                                <ahyp:hlinkClr val="tx"/>
                              </a:ext>
                            </a:extLst>
                          </a:hlinkClick>
                        </a:rPr>
                        <a:t>Infographic resources</a:t>
                      </a:r>
                      <a:endParaRPr b="1" sz="11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c>
                  <a:txBody>
                    <a:bodyPr/>
                    <a:lstStyle/>
                    <a:p>
                      <a:pPr indent="0" lvl="0" marL="0" rtl="0" algn="l">
                        <a:spcBef>
                          <a:spcPts val="0"/>
                        </a:spcBef>
                        <a:spcAft>
                          <a:spcPts val="0"/>
                        </a:spcAft>
                        <a:buNone/>
                      </a:pPr>
                      <a:r>
                        <a:rPr lang="en" sz="1000">
                          <a:solidFill>
                            <a:schemeClr val="dk1"/>
                          </a:solidFill>
                          <a:latin typeface="Archivo Light"/>
                          <a:ea typeface="Archivo Light"/>
                          <a:cs typeface="Archivo Light"/>
                          <a:sym typeface="Archivo Light"/>
                        </a:rPr>
                        <a:t>These can be used in the template, and their size and color can be edited</a:t>
                      </a:r>
                      <a:endParaRPr sz="1000">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r>
              <a:tr h="350500">
                <a:tc>
                  <a:txBody>
                    <a:bodyPr/>
                    <a:lstStyle/>
                    <a:p>
                      <a:pPr indent="0" lvl="0" marL="0" rtl="0" algn="l">
                        <a:spcBef>
                          <a:spcPts val="0"/>
                        </a:spcBef>
                        <a:spcAft>
                          <a:spcPts val="0"/>
                        </a:spcAft>
                        <a:buNone/>
                      </a:pPr>
                      <a:r>
                        <a:rPr b="1" lang="en" sz="1100">
                          <a:solidFill>
                            <a:schemeClr val="accent1"/>
                          </a:solidFill>
                          <a:uFill>
                            <a:noFill/>
                          </a:uFill>
                          <a:latin typeface="Archivo"/>
                          <a:ea typeface="Archivo"/>
                          <a:cs typeface="Archivo"/>
                          <a:sym typeface="Archivo"/>
                          <a:hlinkClick action="ppaction://hlinksldjump" r:id="rId10">
                            <a:extLst>
                              <a:ext uri="{A12FA001-AC4F-418D-AE19-62706E023703}">
                                <ahyp:hlinkClr val="tx"/>
                              </a:ext>
                            </a:extLst>
                          </a:hlinkClick>
                        </a:rPr>
                        <a:t>Customizable icons</a:t>
                      </a:r>
                      <a:endParaRPr b="1" sz="11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c>
                  <a:txBody>
                    <a:bodyPr/>
                    <a:lstStyle/>
                    <a:p>
                      <a:pPr indent="0" lvl="0" marL="0" rtl="0" algn="l">
                        <a:spcBef>
                          <a:spcPts val="0"/>
                        </a:spcBef>
                        <a:spcAft>
                          <a:spcPts val="1600"/>
                        </a:spcAft>
                        <a:buNone/>
                      </a:pPr>
                      <a:r>
                        <a:rPr lang="en" sz="1000">
                          <a:solidFill>
                            <a:schemeClr val="dk1"/>
                          </a:solidFill>
                          <a:latin typeface="Archivo Light"/>
                          <a:ea typeface="Archivo Light"/>
                          <a:cs typeface="Archivo Light"/>
                          <a:sym typeface="Archivo Light"/>
                        </a:rPr>
                        <a:t>They are sorted by theme so you can use them in all kinds of presentations</a:t>
                      </a:r>
                      <a:endParaRPr sz="1000">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46260"/>
                      </a:srgbClr>
                    </a:solidFill>
                  </a:tcPr>
                </a:tc>
              </a:tr>
            </a:tbl>
          </a:graphicData>
        </a:graphic>
      </p:graphicFrame>
      <p:sp>
        <p:nvSpPr>
          <p:cNvPr id="709" name="Google Shape;709;p38"/>
          <p:cNvSpPr txBox="1"/>
          <p:nvPr/>
        </p:nvSpPr>
        <p:spPr>
          <a:xfrm>
            <a:off x="720000" y="998975"/>
            <a:ext cx="77040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Archivo"/>
                <a:ea typeface="Archivo"/>
                <a:cs typeface="Archivo"/>
                <a:sym typeface="Archivo"/>
              </a:rPr>
              <a:t>This is a slide structure based on a c</a:t>
            </a:r>
            <a:r>
              <a:rPr b="1" lang="en">
                <a:solidFill>
                  <a:schemeClr val="dk1"/>
                </a:solidFill>
                <a:latin typeface="Archivo"/>
                <a:ea typeface="Archivo"/>
                <a:cs typeface="Archivo"/>
                <a:sym typeface="Archivo"/>
              </a:rPr>
              <a:t>onsulting toolkit</a:t>
            </a:r>
            <a:endParaRPr b="1">
              <a:solidFill>
                <a:schemeClr val="dk1"/>
              </a:solidFill>
              <a:latin typeface="Archivo"/>
              <a:ea typeface="Archivo"/>
              <a:cs typeface="Archivo"/>
              <a:sym typeface="Archivo"/>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You can delete this slide when you’re done editing the presentation</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p:txBody>
      </p:sp>
      <p:sp>
        <p:nvSpPr>
          <p:cNvPr id="710" name="Google Shape;710;p38"/>
          <p:cNvSpPr txBox="1"/>
          <p:nvPr/>
        </p:nvSpPr>
        <p:spPr>
          <a:xfrm>
            <a:off x="1183362" y="4147800"/>
            <a:ext cx="3290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rchivo Light"/>
                <a:ea typeface="Archivo Light"/>
                <a:cs typeface="Archivo Light"/>
                <a:sym typeface="Archivo Light"/>
              </a:rPr>
              <a:t>For more info:</a:t>
            </a:r>
            <a:br>
              <a:rPr lang="en" sz="1000">
                <a:solidFill>
                  <a:schemeClr val="dk1"/>
                </a:solidFill>
                <a:latin typeface="Archivo Light"/>
                <a:ea typeface="Archivo Light"/>
                <a:cs typeface="Archivo Light"/>
                <a:sym typeface="Archivo Light"/>
              </a:rPr>
            </a:br>
            <a:r>
              <a:rPr b="1" lang="en" sz="1000">
                <a:solidFill>
                  <a:schemeClr val="dk1"/>
                </a:solidFill>
                <a:uFill>
                  <a:noFill/>
                </a:uFill>
                <a:latin typeface="Archivo"/>
                <a:ea typeface="Archivo"/>
                <a:cs typeface="Archivo"/>
                <a:sym typeface="Archivo"/>
                <a:hlinkClick r:id="rId11">
                  <a:extLst>
                    <a:ext uri="{A12FA001-AC4F-418D-AE19-62706E023703}">
                      <ahyp:hlinkClr val="tx"/>
                    </a:ext>
                  </a:extLst>
                </a:hlinkClick>
              </a:rPr>
              <a:t>SLIDESGO </a:t>
            </a:r>
            <a:r>
              <a:rPr b="1" lang="en" sz="1000">
                <a:solidFill>
                  <a:schemeClr val="dk1"/>
                </a:solidFill>
                <a:latin typeface="Archivo"/>
                <a:ea typeface="Archivo"/>
                <a:cs typeface="Archivo"/>
                <a:sym typeface="Archivo"/>
              </a:rPr>
              <a:t>| </a:t>
            </a:r>
            <a:r>
              <a:rPr b="1" lang="en" sz="1000">
                <a:solidFill>
                  <a:schemeClr val="dk1"/>
                </a:solidFill>
                <a:uFill>
                  <a:noFill/>
                </a:uFill>
                <a:latin typeface="Archivo"/>
                <a:ea typeface="Archivo"/>
                <a:cs typeface="Archivo"/>
                <a:sym typeface="Archivo"/>
                <a:hlinkClick r:id="rId12">
                  <a:extLst>
                    <a:ext uri="{A12FA001-AC4F-418D-AE19-62706E023703}">
                      <ahyp:hlinkClr val="tx"/>
                    </a:ext>
                  </a:extLst>
                </a:hlinkClick>
              </a:rPr>
              <a:t>SLIDESGO SCHOOL</a:t>
            </a:r>
            <a:r>
              <a:rPr b="1" lang="en" sz="1000">
                <a:solidFill>
                  <a:schemeClr val="dk1"/>
                </a:solidFill>
                <a:latin typeface="Archivo"/>
                <a:ea typeface="Archivo"/>
                <a:cs typeface="Archivo"/>
                <a:sym typeface="Archivo"/>
              </a:rPr>
              <a:t> | </a:t>
            </a:r>
            <a:r>
              <a:rPr b="1" lang="en" sz="1000">
                <a:solidFill>
                  <a:schemeClr val="dk1"/>
                </a:solidFill>
                <a:uFill>
                  <a:noFill/>
                </a:uFill>
                <a:latin typeface="Archivo"/>
                <a:ea typeface="Archivo"/>
                <a:cs typeface="Archivo"/>
                <a:sym typeface="Archivo"/>
                <a:hlinkClick r:id="rId13">
                  <a:extLst>
                    <a:ext uri="{A12FA001-AC4F-418D-AE19-62706E023703}">
                      <ahyp:hlinkClr val="tx"/>
                    </a:ext>
                  </a:extLst>
                </a:hlinkClick>
              </a:rPr>
              <a:t>FAQS</a:t>
            </a:r>
            <a:endParaRPr b="1" sz="1000">
              <a:solidFill>
                <a:schemeClr val="dk1"/>
              </a:solidFill>
              <a:latin typeface="Archivo"/>
              <a:ea typeface="Archivo"/>
              <a:cs typeface="Archivo"/>
              <a:sym typeface="Archivo"/>
            </a:endParaRPr>
          </a:p>
        </p:txBody>
      </p:sp>
      <p:sp>
        <p:nvSpPr>
          <p:cNvPr id="711" name="Google Shape;711;p38"/>
          <p:cNvSpPr txBox="1"/>
          <p:nvPr/>
        </p:nvSpPr>
        <p:spPr>
          <a:xfrm>
            <a:off x="4670538" y="4147800"/>
            <a:ext cx="3290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rchivo Light"/>
                <a:ea typeface="Archivo Light"/>
                <a:cs typeface="Archivo Light"/>
                <a:sym typeface="Archivo Light"/>
              </a:rPr>
              <a:t>You can visit our sister </a:t>
            </a:r>
            <a:r>
              <a:rPr lang="en" sz="1000">
                <a:solidFill>
                  <a:schemeClr val="dk1"/>
                </a:solidFill>
                <a:latin typeface="Archivo Light"/>
                <a:ea typeface="Archivo Light"/>
                <a:cs typeface="Archivo Light"/>
                <a:sym typeface="Archivo Light"/>
              </a:rPr>
              <a:t>projects</a:t>
            </a:r>
            <a:r>
              <a:rPr lang="en" sz="1000">
                <a:solidFill>
                  <a:schemeClr val="dk1"/>
                </a:solidFill>
                <a:latin typeface="Archivo Light"/>
                <a:ea typeface="Archivo Light"/>
                <a:cs typeface="Archivo Light"/>
                <a:sym typeface="Archivo Light"/>
              </a:rPr>
              <a:t>:</a:t>
            </a:r>
            <a:br>
              <a:rPr lang="en" sz="1000">
                <a:solidFill>
                  <a:schemeClr val="dk1"/>
                </a:solidFill>
                <a:latin typeface="Archivo Light"/>
                <a:ea typeface="Archivo Light"/>
                <a:cs typeface="Archivo Light"/>
                <a:sym typeface="Archivo Light"/>
              </a:rPr>
            </a:br>
            <a:r>
              <a:rPr b="1" lang="en" sz="1000">
                <a:solidFill>
                  <a:schemeClr val="dk1"/>
                </a:solidFill>
                <a:uFill>
                  <a:noFill/>
                </a:uFill>
                <a:latin typeface="Archivo"/>
                <a:ea typeface="Archivo"/>
                <a:cs typeface="Archivo"/>
                <a:sym typeface="Archivo"/>
                <a:hlinkClick r:id="rId14">
                  <a:extLst>
                    <a:ext uri="{A12FA001-AC4F-418D-AE19-62706E023703}">
                      <ahyp:hlinkClr val="tx"/>
                    </a:ext>
                  </a:extLst>
                </a:hlinkClick>
              </a:rPr>
              <a:t>FREEPIK</a:t>
            </a:r>
            <a:r>
              <a:rPr b="1" lang="en" sz="1000">
                <a:solidFill>
                  <a:schemeClr val="dk1"/>
                </a:solidFill>
                <a:latin typeface="Archivo"/>
                <a:ea typeface="Archivo"/>
                <a:cs typeface="Archivo"/>
                <a:sym typeface="Archivo"/>
              </a:rPr>
              <a:t> | </a:t>
            </a:r>
            <a:r>
              <a:rPr b="1" lang="en" sz="1000">
                <a:solidFill>
                  <a:schemeClr val="dk1"/>
                </a:solidFill>
                <a:uFill>
                  <a:noFill/>
                </a:uFill>
                <a:latin typeface="Archivo"/>
                <a:ea typeface="Archivo"/>
                <a:cs typeface="Archivo"/>
                <a:sym typeface="Archivo"/>
                <a:hlinkClick r:id="rId15">
                  <a:extLst>
                    <a:ext uri="{A12FA001-AC4F-418D-AE19-62706E023703}">
                      <ahyp:hlinkClr val="tx"/>
                    </a:ext>
                  </a:extLst>
                </a:hlinkClick>
              </a:rPr>
              <a:t>FLATICON</a:t>
            </a:r>
            <a:r>
              <a:rPr b="1" lang="en" sz="1000">
                <a:solidFill>
                  <a:schemeClr val="dk1"/>
                </a:solidFill>
                <a:latin typeface="Archivo"/>
                <a:ea typeface="Archivo"/>
                <a:cs typeface="Archivo"/>
                <a:sym typeface="Archivo"/>
              </a:rPr>
              <a:t> | </a:t>
            </a:r>
            <a:r>
              <a:rPr b="1" lang="en" sz="1000">
                <a:solidFill>
                  <a:schemeClr val="dk1"/>
                </a:solidFill>
                <a:uFill>
                  <a:noFill/>
                </a:uFill>
                <a:latin typeface="Archivo"/>
                <a:ea typeface="Archivo"/>
                <a:cs typeface="Archivo"/>
                <a:sym typeface="Archivo"/>
                <a:hlinkClick r:id="rId16">
                  <a:extLst>
                    <a:ext uri="{A12FA001-AC4F-418D-AE19-62706E023703}">
                      <ahyp:hlinkClr val="tx"/>
                    </a:ext>
                  </a:extLst>
                </a:hlinkClick>
              </a:rPr>
              <a:t>STORYSET</a:t>
            </a:r>
            <a:r>
              <a:rPr b="1" lang="en" sz="1000">
                <a:solidFill>
                  <a:schemeClr val="dk1"/>
                </a:solidFill>
                <a:latin typeface="Archivo"/>
                <a:ea typeface="Archivo"/>
                <a:cs typeface="Archivo"/>
                <a:sym typeface="Archivo"/>
              </a:rPr>
              <a:t> | </a:t>
            </a:r>
            <a:r>
              <a:rPr b="1" lang="en" sz="1000">
                <a:solidFill>
                  <a:schemeClr val="dk1"/>
                </a:solidFill>
                <a:uFill>
                  <a:noFill/>
                </a:uFill>
                <a:latin typeface="Archivo"/>
                <a:ea typeface="Archivo"/>
                <a:cs typeface="Archivo"/>
                <a:sym typeface="Archivo"/>
                <a:hlinkClick r:id="rId17">
                  <a:extLst>
                    <a:ext uri="{A12FA001-AC4F-418D-AE19-62706E023703}">
                      <ahyp:hlinkClr val="tx"/>
                    </a:ext>
                  </a:extLst>
                </a:hlinkClick>
              </a:rPr>
              <a:t>WEPIK </a:t>
            </a:r>
            <a:r>
              <a:rPr b="1" lang="en" sz="1000">
                <a:solidFill>
                  <a:schemeClr val="dk1"/>
                </a:solidFill>
                <a:latin typeface="Archivo"/>
                <a:ea typeface="Archivo"/>
                <a:cs typeface="Archivo"/>
                <a:sym typeface="Archivo"/>
              </a:rPr>
              <a:t>| </a:t>
            </a:r>
            <a:r>
              <a:rPr b="1" lang="en" sz="1000">
                <a:solidFill>
                  <a:schemeClr val="dk1"/>
                </a:solidFill>
                <a:uFill>
                  <a:noFill/>
                </a:uFill>
                <a:latin typeface="Archivo"/>
                <a:ea typeface="Archivo"/>
                <a:cs typeface="Archivo"/>
                <a:sym typeface="Archivo"/>
                <a:hlinkClick r:id="rId18">
                  <a:extLst>
                    <a:ext uri="{A12FA001-AC4F-418D-AE19-62706E023703}">
                      <ahyp:hlinkClr val="tx"/>
                    </a:ext>
                  </a:extLst>
                </a:hlinkClick>
              </a:rPr>
              <a:t>VIDFY</a:t>
            </a:r>
            <a:endParaRPr b="1" sz="1000">
              <a:solidFill>
                <a:schemeClr val="dk1"/>
              </a:solidFill>
              <a:latin typeface="Archivo"/>
              <a:ea typeface="Archivo"/>
              <a:cs typeface="Archivo"/>
              <a:sym typeface="Archiv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 name="Shape 715"/>
        <p:cNvGrpSpPr/>
        <p:nvPr/>
      </p:nvGrpSpPr>
      <p:grpSpPr>
        <a:xfrm>
          <a:off x="0" y="0"/>
          <a:ext cx="0" cy="0"/>
          <a:chOff x="0" y="0"/>
          <a:chExt cx="0" cy="0"/>
        </a:xfrm>
      </p:grpSpPr>
      <p:sp>
        <p:nvSpPr>
          <p:cNvPr id="716" name="Google Shape;716;p39"/>
          <p:cNvSpPr/>
          <p:nvPr/>
        </p:nvSpPr>
        <p:spPr>
          <a:xfrm>
            <a:off x="4840125" y="3255500"/>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9"/>
          <p:cNvSpPr/>
          <p:nvPr/>
        </p:nvSpPr>
        <p:spPr>
          <a:xfrm>
            <a:off x="925350" y="3255500"/>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9"/>
          <p:cNvSpPr/>
          <p:nvPr/>
        </p:nvSpPr>
        <p:spPr>
          <a:xfrm>
            <a:off x="4840125" y="1485900"/>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9"/>
          <p:cNvSpPr/>
          <p:nvPr/>
        </p:nvSpPr>
        <p:spPr>
          <a:xfrm>
            <a:off x="925350" y="1485900"/>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9"/>
          <p:cNvSpPr txBox="1"/>
          <p:nvPr>
            <p:ph idx="1" type="subTitle"/>
          </p:nvPr>
        </p:nvSpPr>
        <p:spPr>
          <a:xfrm>
            <a:off x="1952850" y="1990900"/>
            <a:ext cx="2058600" cy="58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21" name="Google Shape;721;p39"/>
          <p:cNvSpPr txBox="1"/>
          <p:nvPr>
            <p:ph idx="2" type="subTitle"/>
          </p:nvPr>
        </p:nvSpPr>
        <p:spPr>
          <a:xfrm>
            <a:off x="5867625" y="1990900"/>
            <a:ext cx="2058600" cy="58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722" name="Google Shape;722;p39"/>
          <p:cNvSpPr txBox="1"/>
          <p:nvPr>
            <p:ph idx="3" type="title"/>
          </p:nvPr>
        </p:nvSpPr>
        <p:spPr>
          <a:xfrm>
            <a:off x="925350" y="1636350"/>
            <a:ext cx="951300" cy="65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23" name="Google Shape;723;p39"/>
          <p:cNvSpPr txBox="1"/>
          <p:nvPr>
            <p:ph idx="4" type="title"/>
          </p:nvPr>
        </p:nvSpPr>
        <p:spPr>
          <a:xfrm>
            <a:off x="4840125" y="1636350"/>
            <a:ext cx="951300" cy="65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24" name="Google Shape;724;p39"/>
          <p:cNvSpPr txBox="1"/>
          <p:nvPr>
            <p:ph idx="5" type="title"/>
          </p:nvPr>
        </p:nvSpPr>
        <p:spPr>
          <a:xfrm>
            <a:off x="1952850" y="1343025"/>
            <a:ext cx="2058600" cy="7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
            </a:r>
            <a:r>
              <a:rPr lang="en"/>
              <a:t>roject &amp; strategy</a:t>
            </a:r>
            <a:endParaRPr/>
          </a:p>
        </p:txBody>
      </p:sp>
      <p:sp>
        <p:nvSpPr>
          <p:cNvPr id="725" name="Google Shape;725;p39"/>
          <p:cNvSpPr txBox="1"/>
          <p:nvPr>
            <p:ph idx="6" type="title"/>
          </p:nvPr>
        </p:nvSpPr>
        <p:spPr>
          <a:xfrm>
            <a:off x="5867625" y="1342950"/>
            <a:ext cx="2058600" cy="7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t>
            </a:r>
            <a:r>
              <a:rPr lang="en"/>
              <a:t>onsulting proposal</a:t>
            </a:r>
            <a:endParaRPr/>
          </a:p>
        </p:txBody>
      </p:sp>
      <p:sp>
        <p:nvSpPr>
          <p:cNvPr id="726" name="Google Shape;726;p39"/>
          <p:cNvSpPr txBox="1"/>
          <p:nvPr>
            <p:ph idx="7" type="subTitle"/>
          </p:nvPr>
        </p:nvSpPr>
        <p:spPr>
          <a:xfrm>
            <a:off x="1952850" y="3753500"/>
            <a:ext cx="2058600" cy="58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727" name="Google Shape;727;p39"/>
          <p:cNvSpPr txBox="1"/>
          <p:nvPr>
            <p:ph idx="8" type="subTitle"/>
          </p:nvPr>
        </p:nvSpPr>
        <p:spPr>
          <a:xfrm>
            <a:off x="5867625" y="3753500"/>
            <a:ext cx="2058600" cy="58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728" name="Google Shape;728;p39"/>
          <p:cNvSpPr txBox="1"/>
          <p:nvPr>
            <p:ph idx="9" type="title"/>
          </p:nvPr>
        </p:nvSpPr>
        <p:spPr>
          <a:xfrm>
            <a:off x="925350" y="3405950"/>
            <a:ext cx="951300" cy="65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29" name="Google Shape;729;p39"/>
          <p:cNvSpPr txBox="1"/>
          <p:nvPr>
            <p:ph idx="13" type="title"/>
          </p:nvPr>
        </p:nvSpPr>
        <p:spPr>
          <a:xfrm>
            <a:off x="4840125" y="3405950"/>
            <a:ext cx="951300" cy="65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30" name="Google Shape;730;p39"/>
          <p:cNvSpPr txBox="1"/>
          <p:nvPr>
            <p:ph idx="14" type="title"/>
          </p:nvPr>
        </p:nvSpPr>
        <p:spPr>
          <a:xfrm>
            <a:off x="1952850" y="3105075"/>
            <a:ext cx="2058600" cy="7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t>
            </a:r>
            <a:r>
              <a:rPr lang="en"/>
              <a:t>hange management</a:t>
            </a:r>
            <a:endParaRPr/>
          </a:p>
        </p:txBody>
      </p:sp>
      <p:sp>
        <p:nvSpPr>
          <p:cNvPr id="731" name="Google Shape;731;p39"/>
          <p:cNvSpPr txBox="1"/>
          <p:nvPr>
            <p:ph idx="15" type="title"/>
          </p:nvPr>
        </p:nvSpPr>
        <p:spPr>
          <a:xfrm>
            <a:off x="5867625" y="3105075"/>
            <a:ext cx="2058600" cy="7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a:t>
            </a:r>
            <a:r>
              <a:rPr lang="en"/>
              <a:t>mplementing changes</a:t>
            </a:r>
            <a:endParaRPr/>
          </a:p>
        </p:txBody>
      </p:sp>
      <p:sp>
        <p:nvSpPr>
          <p:cNvPr id="732" name="Google Shape;732;p3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Table</a:t>
            </a:r>
            <a:r>
              <a:rPr lang="en">
                <a:solidFill>
                  <a:schemeClr val="accent1"/>
                </a:solidFill>
              </a:rPr>
              <a:t> </a:t>
            </a:r>
            <a:r>
              <a:rPr lang="en"/>
              <a:t>of contents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 name="Shape 736"/>
        <p:cNvGrpSpPr/>
        <p:nvPr/>
      </p:nvGrpSpPr>
      <p:grpSpPr>
        <a:xfrm>
          <a:off x="0" y="0"/>
          <a:ext cx="0" cy="0"/>
          <a:chOff x="0" y="0"/>
          <a:chExt cx="0" cy="0"/>
        </a:xfrm>
      </p:grpSpPr>
      <p:sp>
        <p:nvSpPr>
          <p:cNvPr id="737" name="Google Shape;737;p40"/>
          <p:cNvSpPr txBox="1"/>
          <p:nvPr>
            <p:ph type="title"/>
          </p:nvPr>
        </p:nvSpPr>
        <p:spPr>
          <a:xfrm>
            <a:off x="713225" y="2476500"/>
            <a:ext cx="30681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Someone</a:t>
            </a:r>
            <a:r>
              <a:rPr lang="en"/>
              <a:t> Famous</a:t>
            </a:r>
            <a:endParaRPr/>
          </a:p>
        </p:txBody>
      </p:sp>
      <p:sp>
        <p:nvSpPr>
          <p:cNvPr id="738" name="Google Shape;738;p40"/>
          <p:cNvSpPr txBox="1"/>
          <p:nvPr>
            <p:ph idx="1" type="subTitle"/>
          </p:nvPr>
        </p:nvSpPr>
        <p:spPr>
          <a:xfrm>
            <a:off x="713225" y="1597575"/>
            <a:ext cx="6122400" cy="84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739" name="Google Shape;739;p40"/>
          <p:cNvGrpSpPr/>
          <p:nvPr/>
        </p:nvGrpSpPr>
        <p:grpSpPr>
          <a:xfrm>
            <a:off x="4402942" y="2777959"/>
            <a:ext cx="4224312" cy="2413175"/>
            <a:chOff x="1108475" y="1725425"/>
            <a:chExt cx="5532825" cy="3160675"/>
          </a:xfrm>
        </p:grpSpPr>
        <p:sp>
          <p:nvSpPr>
            <p:cNvPr id="740" name="Google Shape;740;p40"/>
            <p:cNvSpPr/>
            <p:nvPr/>
          </p:nvSpPr>
          <p:spPr>
            <a:xfrm>
              <a:off x="2594750" y="2719675"/>
              <a:ext cx="1165375" cy="2114550"/>
            </a:xfrm>
            <a:custGeom>
              <a:rect b="b" l="l" r="r" t="t"/>
              <a:pathLst>
                <a:path extrusionOk="0" h="84582" w="46615">
                  <a:moveTo>
                    <a:pt x="4940" y="68152"/>
                  </a:moveTo>
                  <a:cubicBezTo>
                    <a:pt x="6163" y="73315"/>
                    <a:pt x="7961" y="79113"/>
                    <a:pt x="9826" y="84581"/>
                  </a:cubicBezTo>
                  <a:lnTo>
                    <a:pt x="40765" y="84581"/>
                  </a:lnTo>
                  <a:cubicBezTo>
                    <a:pt x="41462" y="82332"/>
                    <a:pt x="42155" y="79918"/>
                    <a:pt x="42814" y="77353"/>
                  </a:cubicBezTo>
                  <a:cubicBezTo>
                    <a:pt x="46615" y="62549"/>
                    <a:pt x="42615" y="49746"/>
                    <a:pt x="39013" y="43944"/>
                  </a:cubicBezTo>
                  <a:cubicBezTo>
                    <a:pt x="35412" y="38143"/>
                    <a:pt x="32311" y="31240"/>
                    <a:pt x="37805" y="22779"/>
                  </a:cubicBezTo>
                  <a:cubicBezTo>
                    <a:pt x="43297" y="14318"/>
                    <a:pt x="43815" y="7734"/>
                    <a:pt x="43815" y="7734"/>
                  </a:cubicBezTo>
                  <a:cubicBezTo>
                    <a:pt x="43014" y="4533"/>
                    <a:pt x="40513" y="3432"/>
                    <a:pt x="34018" y="334"/>
                  </a:cubicBezTo>
                  <a:cubicBezTo>
                    <a:pt x="34018" y="334"/>
                    <a:pt x="33631" y="205"/>
                    <a:pt x="33029" y="1"/>
                  </a:cubicBezTo>
                  <a:cubicBezTo>
                    <a:pt x="31654" y="5586"/>
                    <a:pt x="28751" y="10030"/>
                    <a:pt x="23608" y="10935"/>
                  </a:cubicBezTo>
                  <a:cubicBezTo>
                    <a:pt x="16909" y="12115"/>
                    <a:pt x="10861" y="8028"/>
                    <a:pt x="7802" y="854"/>
                  </a:cubicBezTo>
                  <a:cubicBezTo>
                    <a:pt x="4852" y="1724"/>
                    <a:pt x="1567" y="2652"/>
                    <a:pt x="1" y="3534"/>
                  </a:cubicBezTo>
                  <a:cubicBezTo>
                    <a:pt x="1" y="3534"/>
                    <a:pt x="8204" y="21339"/>
                    <a:pt x="9768" y="31406"/>
                  </a:cubicBezTo>
                  <a:cubicBezTo>
                    <a:pt x="11331" y="41473"/>
                    <a:pt x="1202" y="52346"/>
                    <a:pt x="4940" y="68152"/>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0"/>
            <p:cNvSpPr/>
            <p:nvPr/>
          </p:nvSpPr>
          <p:spPr>
            <a:xfrm>
              <a:off x="2789775" y="2435350"/>
              <a:ext cx="630725" cy="587200"/>
            </a:xfrm>
            <a:custGeom>
              <a:rect b="b" l="l" r="r" t="t"/>
              <a:pathLst>
                <a:path extrusionOk="0" h="23488" w="25229">
                  <a:moveTo>
                    <a:pt x="15807" y="22308"/>
                  </a:moveTo>
                  <a:cubicBezTo>
                    <a:pt x="20949" y="21402"/>
                    <a:pt x="23853" y="16959"/>
                    <a:pt x="25228" y="11372"/>
                  </a:cubicBezTo>
                  <a:cubicBezTo>
                    <a:pt x="23076" y="10644"/>
                    <a:pt x="18014" y="8907"/>
                    <a:pt x="16607" y="8203"/>
                  </a:cubicBezTo>
                  <a:cubicBezTo>
                    <a:pt x="14807" y="7303"/>
                    <a:pt x="15308" y="1"/>
                    <a:pt x="15308" y="1"/>
                  </a:cubicBezTo>
                  <a:lnTo>
                    <a:pt x="5800" y="2714"/>
                  </a:lnTo>
                  <a:lnTo>
                    <a:pt x="5800" y="9804"/>
                  </a:lnTo>
                  <a:cubicBezTo>
                    <a:pt x="5800" y="10469"/>
                    <a:pt x="3083" y="11315"/>
                    <a:pt x="1" y="12227"/>
                  </a:cubicBezTo>
                  <a:cubicBezTo>
                    <a:pt x="3060" y="19401"/>
                    <a:pt x="9108" y="23488"/>
                    <a:pt x="15807" y="22308"/>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0"/>
            <p:cNvSpPr/>
            <p:nvPr/>
          </p:nvSpPr>
          <p:spPr>
            <a:xfrm>
              <a:off x="2934750" y="2438325"/>
              <a:ext cx="485750" cy="557375"/>
            </a:xfrm>
            <a:custGeom>
              <a:rect b="b" l="l" r="r" t="t"/>
              <a:pathLst>
                <a:path extrusionOk="0" h="22295" w="19430">
                  <a:moveTo>
                    <a:pt x="9509" y="0"/>
                  </a:moveTo>
                  <a:lnTo>
                    <a:pt x="1" y="2713"/>
                  </a:lnTo>
                  <a:lnTo>
                    <a:pt x="1" y="8738"/>
                  </a:lnTo>
                  <a:cubicBezTo>
                    <a:pt x="4019" y="10909"/>
                    <a:pt x="8526" y="14936"/>
                    <a:pt x="10057" y="22295"/>
                  </a:cubicBezTo>
                  <a:cubicBezTo>
                    <a:pt x="15168" y="21369"/>
                    <a:pt x="18058" y="16940"/>
                    <a:pt x="19429" y="11372"/>
                  </a:cubicBezTo>
                  <a:cubicBezTo>
                    <a:pt x="17277" y="10644"/>
                    <a:pt x="12215" y="8905"/>
                    <a:pt x="10808" y="8202"/>
                  </a:cubicBezTo>
                  <a:cubicBezTo>
                    <a:pt x="9008" y="7302"/>
                    <a:pt x="9509" y="0"/>
                    <a:pt x="9509" y="0"/>
                  </a:cubicBezTo>
                  <a:close/>
                </a:path>
              </a:pathLst>
            </a:custGeom>
            <a:solidFill>
              <a:srgbClr val="CB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0"/>
            <p:cNvSpPr/>
            <p:nvPr/>
          </p:nvSpPr>
          <p:spPr>
            <a:xfrm>
              <a:off x="2642275" y="3463150"/>
              <a:ext cx="711025" cy="320125"/>
            </a:xfrm>
            <a:custGeom>
              <a:rect b="b" l="l" r="r" t="t"/>
              <a:pathLst>
                <a:path extrusionOk="0" h="12805" w="28441">
                  <a:moveTo>
                    <a:pt x="27071" y="3178"/>
                  </a:moveTo>
                  <a:cubicBezTo>
                    <a:pt x="22828" y="4476"/>
                    <a:pt x="18825" y="5902"/>
                    <a:pt x="16705" y="5902"/>
                  </a:cubicBezTo>
                  <a:cubicBezTo>
                    <a:pt x="12505" y="5902"/>
                    <a:pt x="6303" y="1"/>
                    <a:pt x="3369" y="3609"/>
                  </a:cubicBezTo>
                  <a:cubicBezTo>
                    <a:pt x="437" y="7218"/>
                    <a:pt x="1" y="9604"/>
                    <a:pt x="2297" y="11205"/>
                  </a:cubicBezTo>
                  <a:cubicBezTo>
                    <a:pt x="4593" y="12805"/>
                    <a:pt x="11905" y="10605"/>
                    <a:pt x="15404" y="11305"/>
                  </a:cubicBezTo>
                  <a:cubicBezTo>
                    <a:pt x="16968" y="11617"/>
                    <a:pt x="22296" y="11889"/>
                    <a:pt x="27959" y="11802"/>
                  </a:cubicBezTo>
                  <a:cubicBezTo>
                    <a:pt x="28440" y="9550"/>
                    <a:pt x="28371" y="5436"/>
                    <a:pt x="27071" y="3178"/>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0"/>
            <p:cNvSpPr/>
            <p:nvPr/>
          </p:nvSpPr>
          <p:spPr>
            <a:xfrm>
              <a:off x="3466625" y="2814400"/>
              <a:ext cx="343525" cy="878875"/>
            </a:xfrm>
            <a:custGeom>
              <a:rect b="b" l="l" r="r" t="t"/>
              <a:pathLst>
                <a:path extrusionOk="0" h="35155" w="13741">
                  <a:moveTo>
                    <a:pt x="9104" y="3945"/>
                  </a:moveTo>
                  <a:cubicBezTo>
                    <a:pt x="8117" y="0"/>
                    <a:pt x="0" y="7246"/>
                    <a:pt x="2001" y="13848"/>
                  </a:cubicBezTo>
                  <a:cubicBezTo>
                    <a:pt x="3718" y="19509"/>
                    <a:pt x="3094" y="27116"/>
                    <a:pt x="3094" y="27116"/>
                  </a:cubicBezTo>
                  <a:lnTo>
                    <a:pt x="11040" y="35154"/>
                  </a:lnTo>
                  <a:cubicBezTo>
                    <a:pt x="13741" y="31852"/>
                    <a:pt x="9903" y="7146"/>
                    <a:pt x="9104" y="3945"/>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0"/>
            <p:cNvSpPr/>
            <p:nvPr/>
          </p:nvSpPr>
          <p:spPr>
            <a:xfrm>
              <a:off x="3319050" y="3481950"/>
              <a:ext cx="513600" cy="276250"/>
            </a:xfrm>
            <a:custGeom>
              <a:rect b="b" l="l" r="r" t="t"/>
              <a:pathLst>
                <a:path extrusionOk="0" h="11050" w="20544">
                  <a:moveTo>
                    <a:pt x="11642" y="449"/>
                  </a:moveTo>
                  <a:cubicBezTo>
                    <a:pt x="8569" y="1"/>
                    <a:pt x="4169" y="1152"/>
                    <a:pt x="0" y="2426"/>
                  </a:cubicBezTo>
                  <a:cubicBezTo>
                    <a:pt x="1300" y="4684"/>
                    <a:pt x="1369" y="8798"/>
                    <a:pt x="889" y="11050"/>
                  </a:cubicBezTo>
                  <a:cubicBezTo>
                    <a:pt x="7912" y="10941"/>
                    <a:pt x="15448" y="10279"/>
                    <a:pt x="16943" y="8452"/>
                  </a:cubicBezTo>
                  <a:cubicBezTo>
                    <a:pt x="16943" y="8452"/>
                    <a:pt x="20544" y="1750"/>
                    <a:pt x="11642" y="449"/>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0"/>
            <p:cNvSpPr/>
            <p:nvPr/>
          </p:nvSpPr>
          <p:spPr>
            <a:xfrm>
              <a:off x="2838175" y="2123600"/>
              <a:ext cx="278200" cy="443550"/>
            </a:xfrm>
            <a:custGeom>
              <a:rect b="b" l="l" r="r" t="t"/>
              <a:pathLst>
                <a:path extrusionOk="0" h="17742" w="11128">
                  <a:moveTo>
                    <a:pt x="1670" y="1554"/>
                  </a:moveTo>
                  <a:cubicBezTo>
                    <a:pt x="1" y="4799"/>
                    <a:pt x="187" y="15831"/>
                    <a:pt x="4822" y="16851"/>
                  </a:cubicBezTo>
                  <a:cubicBezTo>
                    <a:pt x="8871" y="17742"/>
                    <a:pt x="11128" y="13792"/>
                    <a:pt x="11128" y="13792"/>
                  </a:cubicBezTo>
                  <a:lnTo>
                    <a:pt x="11128" y="6473"/>
                  </a:lnTo>
                  <a:cubicBezTo>
                    <a:pt x="11128" y="6473"/>
                    <a:pt x="8844" y="5284"/>
                    <a:pt x="8532" y="2481"/>
                  </a:cubicBezTo>
                  <a:cubicBezTo>
                    <a:pt x="8282" y="238"/>
                    <a:pt x="6954" y="0"/>
                    <a:pt x="6954" y="0"/>
                  </a:cubicBezTo>
                  <a:cubicBezTo>
                    <a:pt x="6954" y="0"/>
                    <a:pt x="4173" y="1646"/>
                    <a:pt x="1670" y="1554"/>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0"/>
            <p:cNvSpPr/>
            <p:nvPr/>
          </p:nvSpPr>
          <p:spPr>
            <a:xfrm>
              <a:off x="2514775" y="2732425"/>
              <a:ext cx="385100" cy="772400"/>
            </a:xfrm>
            <a:custGeom>
              <a:rect b="b" l="l" r="r" t="t"/>
              <a:pathLst>
                <a:path extrusionOk="0" h="30896" w="15404">
                  <a:moveTo>
                    <a:pt x="7397" y="30896"/>
                  </a:moveTo>
                  <a:cubicBezTo>
                    <a:pt x="5305" y="26681"/>
                    <a:pt x="3913" y="21369"/>
                    <a:pt x="2688" y="18370"/>
                  </a:cubicBezTo>
                  <a:cubicBezTo>
                    <a:pt x="376" y="12712"/>
                    <a:pt x="0" y="4824"/>
                    <a:pt x="3200" y="3022"/>
                  </a:cubicBezTo>
                  <a:cubicBezTo>
                    <a:pt x="9103" y="1"/>
                    <a:pt x="11602" y="10393"/>
                    <a:pt x="12004" y="13410"/>
                  </a:cubicBezTo>
                  <a:cubicBezTo>
                    <a:pt x="12403" y="16426"/>
                    <a:pt x="13204" y="23477"/>
                    <a:pt x="15404" y="26004"/>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0"/>
            <p:cNvSpPr/>
            <p:nvPr/>
          </p:nvSpPr>
          <p:spPr>
            <a:xfrm>
              <a:off x="2838925" y="2004200"/>
              <a:ext cx="614650" cy="834825"/>
            </a:xfrm>
            <a:custGeom>
              <a:rect b="b" l="l" r="r" t="t"/>
              <a:pathLst>
                <a:path extrusionOk="0" h="33393" w="24586">
                  <a:moveTo>
                    <a:pt x="8777" y="1"/>
                  </a:moveTo>
                  <a:cubicBezTo>
                    <a:pt x="4301" y="1"/>
                    <a:pt x="1" y="3341"/>
                    <a:pt x="1" y="9105"/>
                  </a:cubicBezTo>
                  <a:lnTo>
                    <a:pt x="1" y="28879"/>
                  </a:lnTo>
                  <a:cubicBezTo>
                    <a:pt x="2185" y="28197"/>
                    <a:pt x="3834" y="27568"/>
                    <a:pt x="3834" y="27050"/>
                  </a:cubicBezTo>
                  <a:lnTo>
                    <a:pt x="3834" y="21242"/>
                  </a:lnTo>
                  <a:cubicBezTo>
                    <a:pt x="152" y="18899"/>
                    <a:pt x="77" y="9370"/>
                    <a:pt x="1640" y="6330"/>
                  </a:cubicBezTo>
                  <a:lnTo>
                    <a:pt x="1640" y="6330"/>
                  </a:lnTo>
                  <a:cubicBezTo>
                    <a:pt x="1708" y="6332"/>
                    <a:pt x="1776" y="6334"/>
                    <a:pt x="1844" y="6334"/>
                  </a:cubicBezTo>
                  <a:cubicBezTo>
                    <a:pt x="4292" y="6334"/>
                    <a:pt x="6924" y="4776"/>
                    <a:pt x="6924" y="4776"/>
                  </a:cubicBezTo>
                  <a:cubicBezTo>
                    <a:pt x="6924" y="4776"/>
                    <a:pt x="8250" y="5014"/>
                    <a:pt x="8502" y="7257"/>
                  </a:cubicBezTo>
                  <a:cubicBezTo>
                    <a:pt x="8813" y="10060"/>
                    <a:pt x="11098" y="11251"/>
                    <a:pt x="11098" y="11251"/>
                  </a:cubicBezTo>
                  <a:lnTo>
                    <a:pt x="11098" y="18568"/>
                  </a:lnTo>
                  <a:cubicBezTo>
                    <a:pt x="11098" y="25439"/>
                    <a:pt x="12751" y="32952"/>
                    <a:pt x="16667" y="33368"/>
                  </a:cubicBezTo>
                  <a:cubicBezTo>
                    <a:pt x="16820" y="33385"/>
                    <a:pt x="16967" y="33392"/>
                    <a:pt x="17109" y="33392"/>
                  </a:cubicBezTo>
                  <a:cubicBezTo>
                    <a:pt x="20524" y="33392"/>
                    <a:pt x="21318" y="28936"/>
                    <a:pt x="23976" y="28936"/>
                  </a:cubicBezTo>
                  <a:cubicBezTo>
                    <a:pt x="24065" y="28936"/>
                    <a:pt x="24157" y="28941"/>
                    <a:pt x="24251" y="28952"/>
                  </a:cubicBezTo>
                  <a:cubicBezTo>
                    <a:pt x="24251" y="28952"/>
                    <a:pt x="24585" y="26035"/>
                    <a:pt x="20585" y="23535"/>
                  </a:cubicBezTo>
                  <a:cubicBezTo>
                    <a:pt x="16584" y="21035"/>
                    <a:pt x="21043" y="7244"/>
                    <a:pt x="14335" y="1938"/>
                  </a:cubicBezTo>
                  <a:cubicBezTo>
                    <a:pt x="12670" y="622"/>
                    <a:pt x="10707" y="1"/>
                    <a:pt x="8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0"/>
            <p:cNvSpPr/>
            <p:nvPr/>
          </p:nvSpPr>
          <p:spPr>
            <a:xfrm>
              <a:off x="2699700" y="3255525"/>
              <a:ext cx="370300" cy="414650"/>
            </a:xfrm>
            <a:custGeom>
              <a:rect b="b" l="l" r="r" t="t"/>
              <a:pathLst>
                <a:path extrusionOk="0" h="16586" w="14812">
                  <a:moveTo>
                    <a:pt x="5721" y="1"/>
                  </a:moveTo>
                  <a:cubicBezTo>
                    <a:pt x="3536" y="2987"/>
                    <a:pt x="114" y="5598"/>
                    <a:pt x="0" y="9975"/>
                  </a:cubicBezTo>
                  <a:cubicBezTo>
                    <a:pt x="1859" y="13711"/>
                    <a:pt x="4269" y="16585"/>
                    <a:pt x="7607" y="16208"/>
                  </a:cubicBezTo>
                  <a:cubicBezTo>
                    <a:pt x="12528" y="15654"/>
                    <a:pt x="14230" y="9864"/>
                    <a:pt x="14811" y="4563"/>
                  </a:cubicBezTo>
                  <a:cubicBezTo>
                    <a:pt x="11526" y="4816"/>
                    <a:pt x="7339" y="2215"/>
                    <a:pt x="5721"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0"/>
            <p:cNvSpPr/>
            <p:nvPr/>
          </p:nvSpPr>
          <p:spPr>
            <a:xfrm>
              <a:off x="2842725" y="2570975"/>
              <a:ext cx="289575" cy="805000"/>
            </a:xfrm>
            <a:custGeom>
              <a:rect b="b" l="l" r="r" t="t"/>
              <a:pathLst>
                <a:path extrusionOk="0" h="32200" w="11583">
                  <a:moveTo>
                    <a:pt x="7430" y="428"/>
                  </a:moveTo>
                  <a:cubicBezTo>
                    <a:pt x="6492" y="855"/>
                    <a:pt x="3165" y="3754"/>
                    <a:pt x="3165" y="4479"/>
                  </a:cubicBezTo>
                  <a:cubicBezTo>
                    <a:pt x="3165" y="5204"/>
                    <a:pt x="4657" y="10664"/>
                    <a:pt x="4657" y="12327"/>
                  </a:cubicBezTo>
                  <a:cubicBezTo>
                    <a:pt x="4657" y="13990"/>
                    <a:pt x="3134" y="21238"/>
                    <a:pt x="1131" y="25527"/>
                  </a:cubicBezTo>
                  <a:cubicBezTo>
                    <a:pt x="830" y="26173"/>
                    <a:pt x="438" y="26784"/>
                    <a:pt x="0" y="27383"/>
                  </a:cubicBezTo>
                  <a:cubicBezTo>
                    <a:pt x="1618" y="29597"/>
                    <a:pt x="5805" y="32199"/>
                    <a:pt x="9092" y="31945"/>
                  </a:cubicBezTo>
                  <a:cubicBezTo>
                    <a:pt x="9349" y="29595"/>
                    <a:pt x="9387" y="27344"/>
                    <a:pt x="9387" y="25685"/>
                  </a:cubicBezTo>
                  <a:cubicBezTo>
                    <a:pt x="9387" y="25685"/>
                    <a:pt x="9723" y="13561"/>
                    <a:pt x="10275" y="12698"/>
                  </a:cubicBezTo>
                  <a:cubicBezTo>
                    <a:pt x="10775" y="11912"/>
                    <a:pt x="10772" y="10615"/>
                    <a:pt x="10772" y="9510"/>
                  </a:cubicBezTo>
                  <a:lnTo>
                    <a:pt x="10772" y="7264"/>
                  </a:lnTo>
                  <a:cubicBezTo>
                    <a:pt x="10772" y="7264"/>
                    <a:pt x="11535" y="7215"/>
                    <a:pt x="11579" y="5902"/>
                  </a:cubicBezTo>
                  <a:cubicBezTo>
                    <a:pt x="11581" y="5862"/>
                    <a:pt x="11581" y="5823"/>
                    <a:pt x="11581" y="5782"/>
                  </a:cubicBezTo>
                  <a:cubicBezTo>
                    <a:pt x="11582" y="4351"/>
                    <a:pt x="8368" y="0"/>
                    <a:pt x="7430" y="428"/>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0"/>
            <p:cNvSpPr/>
            <p:nvPr/>
          </p:nvSpPr>
          <p:spPr>
            <a:xfrm>
              <a:off x="5041375" y="2715725"/>
              <a:ext cx="295275" cy="893775"/>
            </a:xfrm>
            <a:custGeom>
              <a:rect b="b" l="l" r="r" t="t"/>
              <a:pathLst>
                <a:path extrusionOk="0" h="35751" w="11811">
                  <a:moveTo>
                    <a:pt x="0" y="1"/>
                  </a:moveTo>
                  <a:lnTo>
                    <a:pt x="0" y="35390"/>
                  </a:lnTo>
                  <a:cubicBezTo>
                    <a:pt x="0" y="35390"/>
                    <a:pt x="11811" y="35750"/>
                    <a:pt x="11451" y="35390"/>
                  </a:cubicBezTo>
                  <a:cubicBezTo>
                    <a:pt x="11091" y="35030"/>
                    <a:pt x="11451" y="18948"/>
                    <a:pt x="11451" y="18948"/>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0"/>
            <p:cNvSpPr/>
            <p:nvPr/>
          </p:nvSpPr>
          <p:spPr>
            <a:xfrm>
              <a:off x="5405725" y="3638200"/>
              <a:ext cx="652850" cy="1190650"/>
            </a:xfrm>
            <a:custGeom>
              <a:rect b="b" l="l" r="r" t="t"/>
              <a:pathLst>
                <a:path extrusionOk="0" h="47626" w="26114">
                  <a:moveTo>
                    <a:pt x="8765" y="2265"/>
                  </a:moveTo>
                  <a:cubicBezTo>
                    <a:pt x="9742" y="8890"/>
                    <a:pt x="9131" y="16437"/>
                    <a:pt x="8765" y="19289"/>
                  </a:cubicBezTo>
                  <a:cubicBezTo>
                    <a:pt x="8400" y="22141"/>
                    <a:pt x="0" y="47625"/>
                    <a:pt x="0" y="47625"/>
                  </a:cubicBezTo>
                  <a:lnTo>
                    <a:pt x="20476" y="47625"/>
                  </a:lnTo>
                  <a:lnTo>
                    <a:pt x="26114" y="20626"/>
                  </a:lnTo>
                  <a:lnTo>
                    <a:pt x="18632" y="1"/>
                  </a:lnTo>
                  <a:close/>
                </a:path>
              </a:pathLst>
            </a:custGeom>
            <a:solidFill>
              <a:srgbClr val="1C39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0"/>
            <p:cNvSpPr/>
            <p:nvPr/>
          </p:nvSpPr>
          <p:spPr>
            <a:xfrm>
              <a:off x="5363875" y="3638200"/>
              <a:ext cx="694700" cy="1196025"/>
            </a:xfrm>
            <a:custGeom>
              <a:rect b="b" l="l" r="r" t="t"/>
              <a:pathLst>
                <a:path extrusionOk="0" h="47841" w="27788">
                  <a:moveTo>
                    <a:pt x="10439" y="2265"/>
                  </a:moveTo>
                  <a:cubicBezTo>
                    <a:pt x="11416" y="8890"/>
                    <a:pt x="10805" y="16437"/>
                    <a:pt x="10439" y="19289"/>
                  </a:cubicBezTo>
                  <a:cubicBezTo>
                    <a:pt x="10074" y="22141"/>
                    <a:pt x="1" y="47840"/>
                    <a:pt x="1" y="47840"/>
                  </a:cubicBezTo>
                  <a:lnTo>
                    <a:pt x="22150" y="47840"/>
                  </a:lnTo>
                  <a:lnTo>
                    <a:pt x="27788" y="20626"/>
                  </a:lnTo>
                  <a:lnTo>
                    <a:pt x="20306" y="1"/>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0"/>
            <p:cNvSpPr/>
            <p:nvPr/>
          </p:nvSpPr>
          <p:spPr>
            <a:xfrm>
              <a:off x="5704700" y="3519250"/>
              <a:ext cx="936600" cy="1314975"/>
            </a:xfrm>
            <a:custGeom>
              <a:rect b="b" l="l" r="r" t="t"/>
              <a:pathLst>
                <a:path extrusionOk="0" h="52599" w="37464">
                  <a:moveTo>
                    <a:pt x="20931" y="1"/>
                  </a:moveTo>
                  <a:cubicBezTo>
                    <a:pt x="23947" y="9455"/>
                    <a:pt x="37463" y="12513"/>
                    <a:pt x="33735" y="27782"/>
                  </a:cubicBezTo>
                  <a:cubicBezTo>
                    <a:pt x="31042" y="38804"/>
                    <a:pt x="25553" y="52598"/>
                    <a:pt x="25553" y="52598"/>
                  </a:cubicBezTo>
                  <a:lnTo>
                    <a:pt x="1" y="52598"/>
                  </a:lnTo>
                  <a:cubicBezTo>
                    <a:pt x="1" y="52598"/>
                    <a:pt x="8015" y="28566"/>
                    <a:pt x="8015" y="25384"/>
                  </a:cubicBezTo>
                  <a:cubicBezTo>
                    <a:pt x="8015" y="22202"/>
                    <a:pt x="2982" y="5847"/>
                    <a:pt x="2982" y="5847"/>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0"/>
            <p:cNvSpPr/>
            <p:nvPr/>
          </p:nvSpPr>
          <p:spPr>
            <a:xfrm>
              <a:off x="5000400" y="2515625"/>
              <a:ext cx="1241825" cy="1254350"/>
            </a:xfrm>
            <a:custGeom>
              <a:rect b="b" l="l" r="r" t="t"/>
              <a:pathLst>
                <a:path extrusionOk="0" h="50174" w="49673">
                  <a:moveTo>
                    <a:pt x="5770" y="0"/>
                  </a:moveTo>
                  <a:cubicBezTo>
                    <a:pt x="2754" y="1437"/>
                    <a:pt x="0" y="7839"/>
                    <a:pt x="2754" y="13851"/>
                  </a:cubicBezTo>
                  <a:cubicBezTo>
                    <a:pt x="5510" y="19861"/>
                    <a:pt x="5901" y="18786"/>
                    <a:pt x="6947" y="23505"/>
                  </a:cubicBezTo>
                  <a:cubicBezTo>
                    <a:pt x="7992" y="28225"/>
                    <a:pt x="7582" y="30837"/>
                    <a:pt x="16215" y="36716"/>
                  </a:cubicBezTo>
                  <a:cubicBezTo>
                    <a:pt x="24848" y="42597"/>
                    <a:pt x="24586" y="44163"/>
                    <a:pt x="24979" y="47168"/>
                  </a:cubicBezTo>
                  <a:cubicBezTo>
                    <a:pt x="25371" y="50174"/>
                    <a:pt x="49673" y="49521"/>
                    <a:pt x="49283" y="38284"/>
                  </a:cubicBezTo>
                  <a:cubicBezTo>
                    <a:pt x="48891" y="27047"/>
                    <a:pt x="49510" y="14071"/>
                    <a:pt x="42275" y="7950"/>
                  </a:cubicBezTo>
                  <a:cubicBezTo>
                    <a:pt x="35039" y="1829"/>
                    <a:pt x="5770" y="0"/>
                    <a:pt x="577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0"/>
            <p:cNvSpPr/>
            <p:nvPr/>
          </p:nvSpPr>
          <p:spPr>
            <a:xfrm>
              <a:off x="5069250" y="2167775"/>
              <a:ext cx="306175" cy="843250"/>
            </a:xfrm>
            <a:custGeom>
              <a:rect b="b" l="l" r="r" t="t"/>
              <a:pathLst>
                <a:path extrusionOk="0" h="33730" w="12247">
                  <a:moveTo>
                    <a:pt x="0" y="0"/>
                  </a:moveTo>
                  <a:lnTo>
                    <a:pt x="0" y="33730"/>
                  </a:lnTo>
                  <a:cubicBezTo>
                    <a:pt x="0" y="33730"/>
                    <a:pt x="12247" y="27159"/>
                    <a:pt x="12138" y="20730"/>
                  </a:cubicBezTo>
                  <a:cubicBezTo>
                    <a:pt x="12027" y="14301"/>
                    <a:pt x="6601" y="0"/>
                    <a:pt x="66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0"/>
            <p:cNvSpPr/>
            <p:nvPr/>
          </p:nvSpPr>
          <p:spPr>
            <a:xfrm>
              <a:off x="5284275" y="2496425"/>
              <a:ext cx="243000" cy="640375"/>
            </a:xfrm>
            <a:custGeom>
              <a:rect b="b" l="l" r="r" t="t"/>
              <a:pathLst>
                <a:path extrusionOk="0" h="25615" w="9720">
                  <a:moveTo>
                    <a:pt x="1" y="7093"/>
                  </a:moveTo>
                  <a:cubicBezTo>
                    <a:pt x="1" y="7093"/>
                    <a:pt x="1631" y="9733"/>
                    <a:pt x="2183" y="10867"/>
                  </a:cubicBezTo>
                  <a:cubicBezTo>
                    <a:pt x="2736" y="12002"/>
                    <a:pt x="284" y="17018"/>
                    <a:pt x="1092" y="21316"/>
                  </a:cubicBezTo>
                  <a:cubicBezTo>
                    <a:pt x="1901" y="25615"/>
                    <a:pt x="7221" y="24884"/>
                    <a:pt x="8410" y="21316"/>
                  </a:cubicBezTo>
                  <a:cubicBezTo>
                    <a:pt x="8767" y="20243"/>
                    <a:pt x="9719" y="12615"/>
                    <a:pt x="9719" y="12615"/>
                  </a:cubicBezTo>
                  <a:lnTo>
                    <a:pt x="9719" y="1"/>
                  </a:ln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0"/>
            <p:cNvSpPr/>
            <p:nvPr/>
          </p:nvSpPr>
          <p:spPr>
            <a:xfrm>
              <a:off x="5284250" y="2496425"/>
              <a:ext cx="243025" cy="606550"/>
            </a:xfrm>
            <a:custGeom>
              <a:rect b="b" l="l" r="r" t="t"/>
              <a:pathLst>
                <a:path extrusionOk="0" h="24262" w="9721">
                  <a:moveTo>
                    <a:pt x="9720" y="1"/>
                  </a:moveTo>
                  <a:lnTo>
                    <a:pt x="0" y="7093"/>
                  </a:lnTo>
                  <a:cubicBezTo>
                    <a:pt x="0" y="7093"/>
                    <a:pt x="1632" y="9733"/>
                    <a:pt x="2184" y="10867"/>
                  </a:cubicBezTo>
                  <a:cubicBezTo>
                    <a:pt x="2547" y="10461"/>
                    <a:pt x="2910" y="10279"/>
                    <a:pt x="3265" y="10279"/>
                  </a:cubicBezTo>
                  <a:cubicBezTo>
                    <a:pt x="6274" y="10279"/>
                    <a:pt x="8594" y="23423"/>
                    <a:pt x="3547" y="24165"/>
                  </a:cubicBezTo>
                  <a:cubicBezTo>
                    <a:pt x="3560" y="24168"/>
                    <a:pt x="3574" y="24168"/>
                    <a:pt x="3588" y="24173"/>
                  </a:cubicBezTo>
                  <a:lnTo>
                    <a:pt x="4395" y="24261"/>
                  </a:lnTo>
                  <a:cubicBezTo>
                    <a:pt x="6041" y="24260"/>
                    <a:pt x="7789" y="23181"/>
                    <a:pt x="8409" y="21316"/>
                  </a:cubicBezTo>
                  <a:cubicBezTo>
                    <a:pt x="8768" y="20243"/>
                    <a:pt x="9720" y="12615"/>
                    <a:pt x="9720" y="12615"/>
                  </a:cubicBezTo>
                  <a:lnTo>
                    <a:pt x="9720" y="1"/>
                  </a:lnTo>
                  <a:close/>
                </a:path>
              </a:pathLst>
            </a:custGeom>
            <a:solidFill>
              <a:srgbClr val="CB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0"/>
            <p:cNvSpPr/>
            <p:nvPr/>
          </p:nvSpPr>
          <p:spPr>
            <a:xfrm>
              <a:off x="5063150" y="1862700"/>
              <a:ext cx="596500" cy="836250"/>
            </a:xfrm>
            <a:custGeom>
              <a:rect b="b" l="l" r="r" t="t"/>
              <a:pathLst>
                <a:path extrusionOk="0" h="33450" w="23860">
                  <a:moveTo>
                    <a:pt x="1673" y="11241"/>
                  </a:moveTo>
                  <a:cubicBezTo>
                    <a:pt x="1" y="21618"/>
                    <a:pt x="1841" y="31185"/>
                    <a:pt x="6845" y="32317"/>
                  </a:cubicBezTo>
                  <a:cubicBezTo>
                    <a:pt x="11851" y="33449"/>
                    <a:pt x="19022" y="27977"/>
                    <a:pt x="19022" y="23150"/>
                  </a:cubicBezTo>
                  <a:cubicBezTo>
                    <a:pt x="19022" y="18322"/>
                    <a:pt x="23859" y="5744"/>
                    <a:pt x="18356" y="2872"/>
                  </a:cubicBezTo>
                  <a:cubicBezTo>
                    <a:pt x="12851" y="1"/>
                    <a:pt x="2741" y="4628"/>
                    <a:pt x="1673" y="11241"/>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0"/>
            <p:cNvSpPr/>
            <p:nvPr/>
          </p:nvSpPr>
          <p:spPr>
            <a:xfrm>
              <a:off x="5051275" y="1877050"/>
              <a:ext cx="1014225" cy="1088375"/>
            </a:xfrm>
            <a:custGeom>
              <a:rect b="b" l="l" r="r" t="t"/>
              <a:pathLst>
                <a:path extrusionOk="0" h="43535" w="40569">
                  <a:moveTo>
                    <a:pt x="12930" y="0"/>
                  </a:moveTo>
                  <a:cubicBezTo>
                    <a:pt x="10549" y="0"/>
                    <a:pt x="6972" y="2123"/>
                    <a:pt x="4089" y="4523"/>
                  </a:cubicBezTo>
                  <a:cubicBezTo>
                    <a:pt x="667" y="7375"/>
                    <a:pt x="1" y="13188"/>
                    <a:pt x="1419" y="13188"/>
                  </a:cubicBezTo>
                  <a:cubicBezTo>
                    <a:pt x="1539" y="13188"/>
                    <a:pt x="1675" y="13146"/>
                    <a:pt x="1825" y="13057"/>
                  </a:cubicBezTo>
                  <a:cubicBezTo>
                    <a:pt x="3742" y="11917"/>
                    <a:pt x="6355" y="9721"/>
                    <a:pt x="6355" y="9721"/>
                  </a:cubicBezTo>
                  <a:cubicBezTo>
                    <a:pt x="6905" y="16251"/>
                    <a:pt x="17607" y="17616"/>
                    <a:pt x="17607" y="17616"/>
                  </a:cubicBezTo>
                  <a:lnTo>
                    <a:pt x="17646" y="43535"/>
                  </a:lnTo>
                  <a:cubicBezTo>
                    <a:pt x="22384" y="43535"/>
                    <a:pt x="25782" y="32651"/>
                    <a:pt x="28479" y="32651"/>
                  </a:cubicBezTo>
                  <a:cubicBezTo>
                    <a:pt x="31177" y="32651"/>
                    <a:pt x="34002" y="30426"/>
                    <a:pt x="34002" y="30426"/>
                  </a:cubicBezTo>
                  <a:cubicBezTo>
                    <a:pt x="38195" y="31895"/>
                    <a:pt x="40240" y="33493"/>
                    <a:pt x="40240" y="33493"/>
                  </a:cubicBezTo>
                  <a:cubicBezTo>
                    <a:pt x="40240" y="33493"/>
                    <a:pt x="40568" y="32026"/>
                    <a:pt x="39581" y="27486"/>
                  </a:cubicBezTo>
                  <a:cubicBezTo>
                    <a:pt x="38956" y="24611"/>
                    <a:pt x="36090" y="24084"/>
                    <a:pt x="34071" y="24084"/>
                  </a:cubicBezTo>
                  <a:cubicBezTo>
                    <a:pt x="32901" y="24084"/>
                    <a:pt x="32015" y="24261"/>
                    <a:pt x="32015" y="24261"/>
                  </a:cubicBezTo>
                  <a:cubicBezTo>
                    <a:pt x="32936" y="21300"/>
                    <a:pt x="30962" y="20313"/>
                    <a:pt x="29778" y="18734"/>
                  </a:cubicBezTo>
                  <a:cubicBezTo>
                    <a:pt x="28593" y="17156"/>
                    <a:pt x="28329" y="11498"/>
                    <a:pt x="24580" y="5181"/>
                  </a:cubicBezTo>
                  <a:cubicBezTo>
                    <a:pt x="22147" y="1084"/>
                    <a:pt x="18690" y="364"/>
                    <a:pt x="16562" y="364"/>
                  </a:cubicBezTo>
                  <a:cubicBezTo>
                    <a:pt x="15409" y="364"/>
                    <a:pt x="14646" y="575"/>
                    <a:pt x="14646" y="575"/>
                  </a:cubicBezTo>
                  <a:cubicBezTo>
                    <a:pt x="14204" y="177"/>
                    <a:pt x="13617" y="0"/>
                    <a:pt x="129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0"/>
            <p:cNvSpPr/>
            <p:nvPr/>
          </p:nvSpPr>
          <p:spPr>
            <a:xfrm>
              <a:off x="3130600" y="3498500"/>
              <a:ext cx="725025" cy="1310725"/>
            </a:xfrm>
            <a:custGeom>
              <a:rect b="b" l="l" r="r" t="t"/>
              <a:pathLst>
                <a:path extrusionOk="0" h="52429" w="29001">
                  <a:moveTo>
                    <a:pt x="23140" y="0"/>
                  </a:moveTo>
                  <a:cubicBezTo>
                    <a:pt x="10709" y="12945"/>
                    <a:pt x="1" y="52429"/>
                    <a:pt x="1" y="52429"/>
                  </a:cubicBezTo>
                  <a:lnTo>
                    <a:pt x="17847" y="52429"/>
                  </a:lnTo>
                  <a:lnTo>
                    <a:pt x="29001" y="26214"/>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0"/>
            <p:cNvSpPr/>
            <p:nvPr/>
          </p:nvSpPr>
          <p:spPr>
            <a:xfrm>
              <a:off x="3664175" y="3234975"/>
              <a:ext cx="1663475" cy="1531425"/>
            </a:xfrm>
            <a:custGeom>
              <a:rect b="b" l="l" r="r" t="t"/>
              <a:pathLst>
                <a:path extrusionOk="0" h="61257" w="66539">
                  <a:moveTo>
                    <a:pt x="66539" y="12679"/>
                  </a:moveTo>
                  <a:cubicBezTo>
                    <a:pt x="63938" y="9725"/>
                    <a:pt x="50084" y="0"/>
                    <a:pt x="32422" y="1057"/>
                  </a:cubicBezTo>
                  <a:cubicBezTo>
                    <a:pt x="16849" y="1988"/>
                    <a:pt x="4253" y="6800"/>
                    <a:pt x="1797" y="10541"/>
                  </a:cubicBezTo>
                  <a:cubicBezTo>
                    <a:pt x="0" y="13278"/>
                    <a:pt x="3936" y="31751"/>
                    <a:pt x="6672" y="39105"/>
                  </a:cubicBezTo>
                  <a:cubicBezTo>
                    <a:pt x="9411" y="46461"/>
                    <a:pt x="10606" y="54330"/>
                    <a:pt x="10606" y="61000"/>
                  </a:cubicBezTo>
                  <a:cubicBezTo>
                    <a:pt x="10606" y="61000"/>
                    <a:pt x="54652" y="60743"/>
                    <a:pt x="54908" y="61000"/>
                  </a:cubicBezTo>
                  <a:cubicBezTo>
                    <a:pt x="55166" y="61256"/>
                    <a:pt x="60382" y="44751"/>
                    <a:pt x="61065" y="36541"/>
                  </a:cubicBezTo>
                  <a:cubicBezTo>
                    <a:pt x="61749" y="28331"/>
                    <a:pt x="60211" y="19265"/>
                    <a:pt x="66539" y="12679"/>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0"/>
            <p:cNvSpPr/>
            <p:nvPr/>
          </p:nvSpPr>
          <p:spPr>
            <a:xfrm>
              <a:off x="4299800" y="2878200"/>
              <a:ext cx="437475" cy="643575"/>
            </a:xfrm>
            <a:custGeom>
              <a:rect b="b" l="l" r="r" t="t"/>
              <a:pathLst>
                <a:path extrusionOk="0" h="25743" w="17499">
                  <a:moveTo>
                    <a:pt x="17279" y="0"/>
                  </a:moveTo>
                  <a:cubicBezTo>
                    <a:pt x="17279" y="0"/>
                    <a:pt x="17499" y="13689"/>
                    <a:pt x="17279" y="17775"/>
                  </a:cubicBezTo>
                  <a:cubicBezTo>
                    <a:pt x="17060" y="21862"/>
                    <a:pt x="10726" y="25539"/>
                    <a:pt x="8378" y="25641"/>
                  </a:cubicBezTo>
                  <a:cubicBezTo>
                    <a:pt x="6028" y="25742"/>
                    <a:pt x="818" y="22270"/>
                    <a:pt x="0" y="16447"/>
                  </a:cubicBezTo>
                  <a:lnTo>
                    <a:pt x="0" y="4087"/>
                  </a:ln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0"/>
            <p:cNvSpPr/>
            <p:nvPr/>
          </p:nvSpPr>
          <p:spPr>
            <a:xfrm>
              <a:off x="4299800" y="2878200"/>
              <a:ext cx="434100" cy="455575"/>
            </a:xfrm>
            <a:custGeom>
              <a:rect b="b" l="l" r="r" t="t"/>
              <a:pathLst>
                <a:path extrusionOk="0" h="18223" w="17364">
                  <a:moveTo>
                    <a:pt x="17279" y="0"/>
                  </a:moveTo>
                  <a:lnTo>
                    <a:pt x="0" y="4087"/>
                  </a:lnTo>
                  <a:lnTo>
                    <a:pt x="0" y="14222"/>
                  </a:lnTo>
                  <a:cubicBezTo>
                    <a:pt x="630" y="16995"/>
                    <a:pt x="2816" y="18223"/>
                    <a:pt x="5265" y="18223"/>
                  </a:cubicBezTo>
                  <a:cubicBezTo>
                    <a:pt x="8411" y="18223"/>
                    <a:pt x="11992" y="16198"/>
                    <a:pt x="13271" y="12822"/>
                  </a:cubicBezTo>
                  <a:cubicBezTo>
                    <a:pt x="14574" y="9381"/>
                    <a:pt x="15689" y="8359"/>
                    <a:pt x="17363" y="7438"/>
                  </a:cubicBezTo>
                  <a:cubicBezTo>
                    <a:pt x="17336" y="3470"/>
                    <a:pt x="17279" y="0"/>
                    <a:pt x="17279" y="0"/>
                  </a:cubicBezTo>
                  <a:close/>
                </a:path>
              </a:pathLst>
            </a:custGeom>
            <a:solidFill>
              <a:srgbClr val="CB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0"/>
            <p:cNvSpPr/>
            <p:nvPr/>
          </p:nvSpPr>
          <p:spPr>
            <a:xfrm>
              <a:off x="4171550" y="2440775"/>
              <a:ext cx="555900" cy="797925"/>
            </a:xfrm>
            <a:custGeom>
              <a:rect b="b" l="l" r="r" t="t"/>
              <a:pathLst>
                <a:path extrusionOk="0" h="31917" w="22236">
                  <a:moveTo>
                    <a:pt x="549" y="12179"/>
                  </a:moveTo>
                  <a:cubicBezTo>
                    <a:pt x="1198" y="22208"/>
                    <a:pt x="5286" y="31917"/>
                    <a:pt x="11763" y="30893"/>
                  </a:cubicBezTo>
                  <a:cubicBezTo>
                    <a:pt x="19796" y="29624"/>
                    <a:pt x="22236" y="17440"/>
                    <a:pt x="21918" y="10800"/>
                  </a:cubicBezTo>
                  <a:cubicBezTo>
                    <a:pt x="21601" y="4160"/>
                    <a:pt x="17817" y="10"/>
                    <a:pt x="12058" y="3"/>
                  </a:cubicBezTo>
                  <a:cubicBezTo>
                    <a:pt x="6578" y="0"/>
                    <a:pt x="1" y="3687"/>
                    <a:pt x="549" y="12179"/>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0"/>
            <p:cNvSpPr/>
            <p:nvPr/>
          </p:nvSpPr>
          <p:spPr>
            <a:xfrm>
              <a:off x="4686175" y="2729200"/>
              <a:ext cx="91250" cy="187500"/>
            </a:xfrm>
            <a:custGeom>
              <a:rect b="b" l="l" r="r" t="t"/>
              <a:pathLst>
                <a:path extrusionOk="0" h="7500" w="3650">
                  <a:moveTo>
                    <a:pt x="3220" y="3983"/>
                  </a:moveTo>
                  <a:cubicBezTo>
                    <a:pt x="2791" y="5982"/>
                    <a:pt x="1818" y="7500"/>
                    <a:pt x="1047" y="7372"/>
                  </a:cubicBezTo>
                  <a:cubicBezTo>
                    <a:pt x="277" y="7243"/>
                    <a:pt x="0" y="5518"/>
                    <a:pt x="430" y="3517"/>
                  </a:cubicBezTo>
                  <a:cubicBezTo>
                    <a:pt x="859" y="1518"/>
                    <a:pt x="1832" y="0"/>
                    <a:pt x="2603" y="130"/>
                  </a:cubicBezTo>
                  <a:cubicBezTo>
                    <a:pt x="3374" y="258"/>
                    <a:pt x="3650" y="1984"/>
                    <a:pt x="3220" y="3983"/>
                  </a:cubicBezTo>
                  <a:close/>
                </a:path>
              </a:pathLst>
            </a:custGeom>
            <a:solidFill>
              <a:srgbClr val="C1BC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0"/>
            <p:cNvSpPr/>
            <p:nvPr/>
          </p:nvSpPr>
          <p:spPr>
            <a:xfrm>
              <a:off x="4155800" y="2397625"/>
              <a:ext cx="635925" cy="440775"/>
            </a:xfrm>
            <a:custGeom>
              <a:rect b="b" l="l" r="r" t="t"/>
              <a:pathLst>
                <a:path extrusionOk="0" h="17631" w="25437">
                  <a:moveTo>
                    <a:pt x="12170" y="1"/>
                  </a:moveTo>
                  <a:cubicBezTo>
                    <a:pt x="11898" y="1"/>
                    <a:pt x="11614" y="7"/>
                    <a:pt x="11316" y="19"/>
                  </a:cubicBezTo>
                  <a:cubicBezTo>
                    <a:pt x="4391" y="306"/>
                    <a:pt x="2695" y="3878"/>
                    <a:pt x="2750" y="5207"/>
                  </a:cubicBezTo>
                  <a:cubicBezTo>
                    <a:pt x="2805" y="6536"/>
                    <a:pt x="181" y="6645"/>
                    <a:pt x="91" y="9756"/>
                  </a:cubicBezTo>
                  <a:cubicBezTo>
                    <a:pt x="1" y="12866"/>
                    <a:pt x="86" y="13601"/>
                    <a:pt x="1310" y="15474"/>
                  </a:cubicBezTo>
                  <a:cubicBezTo>
                    <a:pt x="1310" y="15474"/>
                    <a:pt x="1219" y="11976"/>
                    <a:pt x="2408" y="11976"/>
                  </a:cubicBezTo>
                  <a:cubicBezTo>
                    <a:pt x="2414" y="11976"/>
                    <a:pt x="2420" y="11976"/>
                    <a:pt x="2426" y="11976"/>
                  </a:cubicBezTo>
                  <a:cubicBezTo>
                    <a:pt x="2491" y="11978"/>
                    <a:pt x="2554" y="11979"/>
                    <a:pt x="2615" y="11979"/>
                  </a:cubicBezTo>
                  <a:cubicBezTo>
                    <a:pt x="4555" y="11979"/>
                    <a:pt x="5237" y="11070"/>
                    <a:pt x="5237" y="11070"/>
                  </a:cubicBezTo>
                  <a:cubicBezTo>
                    <a:pt x="6898" y="12558"/>
                    <a:pt x="8754" y="12970"/>
                    <a:pt x="10493" y="12970"/>
                  </a:cubicBezTo>
                  <a:cubicBezTo>
                    <a:pt x="12644" y="12970"/>
                    <a:pt x="14614" y="12340"/>
                    <a:pt x="15809" y="12340"/>
                  </a:cubicBezTo>
                  <a:cubicBezTo>
                    <a:pt x="16494" y="12340"/>
                    <a:pt x="16925" y="12547"/>
                    <a:pt x="16990" y="13197"/>
                  </a:cubicBezTo>
                  <a:cubicBezTo>
                    <a:pt x="17176" y="15083"/>
                    <a:pt x="17782" y="15325"/>
                    <a:pt x="18408" y="15325"/>
                  </a:cubicBezTo>
                  <a:cubicBezTo>
                    <a:pt x="18624" y="15325"/>
                    <a:pt x="18843" y="15296"/>
                    <a:pt x="19047" y="15296"/>
                  </a:cubicBezTo>
                  <a:cubicBezTo>
                    <a:pt x="19441" y="15296"/>
                    <a:pt x="19784" y="15403"/>
                    <a:pt x="19955" y="16033"/>
                  </a:cubicBezTo>
                  <a:cubicBezTo>
                    <a:pt x="20135" y="16698"/>
                    <a:pt x="20377" y="17170"/>
                    <a:pt x="20588" y="17491"/>
                  </a:cubicBezTo>
                  <a:cubicBezTo>
                    <a:pt x="20652" y="17587"/>
                    <a:pt x="20755" y="17630"/>
                    <a:pt x="20859" y="17630"/>
                  </a:cubicBezTo>
                  <a:cubicBezTo>
                    <a:pt x="21010" y="17630"/>
                    <a:pt x="21162" y="17537"/>
                    <a:pt x="21193" y="17377"/>
                  </a:cubicBezTo>
                  <a:cubicBezTo>
                    <a:pt x="21934" y="13573"/>
                    <a:pt x="23816" y="13393"/>
                    <a:pt x="23816" y="13393"/>
                  </a:cubicBezTo>
                  <a:cubicBezTo>
                    <a:pt x="25437" y="5519"/>
                    <a:pt x="22112" y="3319"/>
                    <a:pt x="19968" y="3113"/>
                  </a:cubicBezTo>
                  <a:cubicBezTo>
                    <a:pt x="17916" y="2915"/>
                    <a:pt x="18209" y="1"/>
                    <a:pt x="12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0"/>
            <p:cNvSpPr/>
            <p:nvPr/>
          </p:nvSpPr>
          <p:spPr>
            <a:xfrm>
              <a:off x="4140675" y="3278750"/>
              <a:ext cx="349150" cy="417050"/>
            </a:xfrm>
            <a:custGeom>
              <a:rect b="b" l="l" r="r" t="t"/>
              <a:pathLst>
                <a:path extrusionOk="0" h="16682" w="13966">
                  <a:moveTo>
                    <a:pt x="6360" y="1"/>
                  </a:moveTo>
                  <a:cubicBezTo>
                    <a:pt x="4323" y="283"/>
                    <a:pt x="2370" y="631"/>
                    <a:pt x="514" y="1024"/>
                  </a:cubicBezTo>
                  <a:cubicBezTo>
                    <a:pt x="1" y="3923"/>
                    <a:pt x="2177" y="13313"/>
                    <a:pt x="6362" y="16519"/>
                  </a:cubicBezTo>
                  <a:cubicBezTo>
                    <a:pt x="6362" y="16519"/>
                    <a:pt x="6489" y="16681"/>
                    <a:pt x="6736" y="16681"/>
                  </a:cubicBezTo>
                  <a:cubicBezTo>
                    <a:pt x="7011" y="16681"/>
                    <a:pt x="7435" y="16479"/>
                    <a:pt x="7996" y="15622"/>
                  </a:cubicBezTo>
                  <a:cubicBezTo>
                    <a:pt x="9012" y="14071"/>
                    <a:pt x="12369" y="9511"/>
                    <a:pt x="13774" y="9511"/>
                  </a:cubicBezTo>
                  <a:cubicBezTo>
                    <a:pt x="13842" y="9511"/>
                    <a:pt x="13907" y="9522"/>
                    <a:pt x="13966" y="9545"/>
                  </a:cubicBezTo>
                  <a:lnTo>
                    <a:pt x="13961" y="9537"/>
                  </a:lnTo>
                  <a:cubicBezTo>
                    <a:pt x="11398" y="9003"/>
                    <a:pt x="7098" y="5674"/>
                    <a:pt x="6360" y="425"/>
                  </a:cubicBezTo>
                  <a:lnTo>
                    <a:pt x="6360" y="1"/>
                  </a:lnTo>
                  <a:close/>
                </a:path>
              </a:pathLst>
            </a:custGeom>
            <a:solidFill>
              <a:srgbClr val="385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0"/>
            <p:cNvSpPr/>
            <p:nvPr/>
          </p:nvSpPr>
          <p:spPr>
            <a:xfrm>
              <a:off x="4536625" y="3275600"/>
              <a:ext cx="344525" cy="431725"/>
            </a:xfrm>
            <a:custGeom>
              <a:rect b="b" l="l" r="r" t="t"/>
              <a:pathLst>
                <a:path extrusionOk="0" h="17269" w="13781">
                  <a:moveTo>
                    <a:pt x="55" y="9512"/>
                  </a:moveTo>
                  <a:cubicBezTo>
                    <a:pt x="36" y="9516"/>
                    <a:pt x="18" y="9522"/>
                    <a:pt x="0" y="9529"/>
                  </a:cubicBezTo>
                  <a:cubicBezTo>
                    <a:pt x="19" y="9523"/>
                    <a:pt x="37" y="9518"/>
                    <a:pt x="55" y="9512"/>
                  </a:cubicBezTo>
                  <a:close/>
                  <a:moveTo>
                    <a:pt x="7865" y="0"/>
                  </a:moveTo>
                  <a:cubicBezTo>
                    <a:pt x="7849" y="738"/>
                    <a:pt x="7828" y="1384"/>
                    <a:pt x="7803" y="1879"/>
                  </a:cubicBezTo>
                  <a:cubicBezTo>
                    <a:pt x="7613" y="5410"/>
                    <a:pt x="2859" y="8634"/>
                    <a:pt x="55" y="9512"/>
                  </a:cubicBezTo>
                  <a:lnTo>
                    <a:pt x="55" y="9512"/>
                  </a:lnTo>
                  <a:cubicBezTo>
                    <a:pt x="91" y="9504"/>
                    <a:pt x="128" y="9500"/>
                    <a:pt x="168" y="9500"/>
                  </a:cubicBezTo>
                  <a:cubicBezTo>
                    <a:pt x="1688" y="9500"/>
                    <a:pt x="6207" y="15454"/>
                    <a:pt x="7017" y="16807"/>
                  </a:cubicBezTo>
                  <a:cubicBezTo>
                    <a:pt x="7203" y="17120"/>
                    <a:pt x="7425" y="17269"/>
                    <a:pt x="7673" y="17269"/>
                  </a:cubicBezTo>
                  <a:cubicBezTo>
                    <a:pt x="8543" y="17269"/>
                    <a:pt x="9744" y="15438"/>
                    <a:pt x="10939" y="12386"/>
                  </a:cubicBezTo>
                  <a:cubicBezTo>
                    <a:pt x="12056" y="9535"/>
                    <a:pt x="13780" y="4624"/>
                    <a:pt x="13057" y="1156"/>
                  </a:cubicBezTo>
                  <a:cubicBezTo>
                    <a:pt x="11348" y="679"/>
                    <a:pt x="9615" y="292"/>
                    <a:pt x="7865" y="0"/>
                  </a:cubicBezTo>
                  <a:close/>
                </a:path>
              </a:pathLst>
            </a:custGeom>
            <a:solidFill>
              <a:srgbClr val="385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0"/>
            <p:cNvSpPr/>
            <p:nvPr/>
          </p:nvSpPr>
          <p:spPr>
            <a:xfrm>
              <a:off x="4155975" y="3214950"/>
              <a:ext cx="333975" cy="464625"/>
            </a:xfrm>
            <a:custGeom>
              <a:rect b="b" l="l" r="r" t="t"/>
              <a:pathLst>
                <a:path extrusionOk="0" h="18585" w="13359">
                  <a:moveTo>
                    <a:pt x="5753" y="2977"/>
                  </a:moveTo>
                  <a:lnTo>
                    <a:pt x="5753" y="1"/>
                  </a:lnTo>
                  <a:cubicBezTo>
                    <a:pt x="3171" y="1136"/>
                    <a:pt x="779" y="2093"/>
                    <a:pt x="515" y="3571"/>
                  </a:cubicBezTo>
                  <a:cubicBezTo>
                    <a:pt x="0" y="6467"/>
                    <a:pt x="2325" y="14884"/>
                    <a:pt x="5753" y="17855"/>
                  </a:cubicBezTo>
                  <a:cubicBezTo>
                    <a:pt x="5753" y="17855"/>
                    <a:pt x="6323" y="18584"/>
                    <a:pt x="7389" y="16958"/>
                  </a:cubicBezTo>
                  <a:cubicBezTo>
                    <a:pt x="8453" y="15333"/>
                    <a:pt x="12097" y="11609"/>
                    <a:pt x="13358" y="12097"/>
                  </a:cubicBezTo>
                  <a:lnTo>
                    <a:pt x="13354" y="12089"/>
                  </a:lnTo>
                  <a:cubicBezTo>
                    <a:pt x="10791" y="11557"/>
                    <a:pt x="6491" y="8226"/>
                    <a:pt x="5753" y="297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0"/>
            <p:cNvSpPr/>
            <p:nvPr/>
          </p:nvSpPr>
          <p:spPr>
            <a:xfrm>
              <a:off x="4536750" y="3189400"/>
              <a:ext cx="332075" cy="511175"/>
            </a:xfrm>
            <a:custGeom>
              <a:rect b="b" l="l" r="r" t="t"/>
              <a:pathLst>
                <a:path extrusionOk="0" h="20447" w="13283">
                  <a:moveTo>
                    <a:pt x="12117" y="3494"/>
                  </a:moveTo>
                  <a:cubicBezTo>
                    <a:pt x="11403" y="1877"/>
                    <a:pt x="9085" y="563"/>
                    <a:pt x="7898" y="1"/>
                  </a:cubicBezTo>
                  <a:cubicBezTo>
                    <a:pt x="7891" y="2199"/>
                    <a:pt x="7865" y="4157"/>
                    <a:pt x="7801" y="5327"/>
                  </a:cubicBezTo>
                  <a:cubicBezTo>
                    <a:pt x="7610" y="8881"/>
                    <a:pt x="2797" y="12124"/>
                    <a:pt x="0" y="12977"/>
                  </a:cubicBezTo>
                  <a:lnTo>
                    <a:pt x="0" y="12977"/>
                  </a:lnTo>
                  <a:cubicBezTo>
                    <a:pt x="1320" y="12464"/>
                    <a:pt x="6175" y="17632"/>
                    <a:pt x="7015" y="19039"/>
                  </a:cubicBezTo>
                  <a:cubicBezTo>
                    <a:pt x="7857" y="20446"/>
                    <a:pt x="8897" y="18807"/>
                    <a:pt x="10604" y="14952"/>
                  </a:cubicBezTo>
                  <a:cubicBezTo>
                    <a:pt x="12341" y="11028"/>
                    <a:pt x="13283" y="6131"/>
                    <a:pt x="12117" y="349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0"/>
            <p:cNvSpPr/>
            <p:nvPr/>
          </p:nvSpPr>
          <p:spPr>
            <a:xfrm>
              <a:off x="5038050" y="3551950"/>
              <a:ext cx="503425" cy="1002925"/>
            </a:xfrm>
            <a:custGeom>
              <a:rect b="b" l="l" r="r" t="t"/>
              <a:pathLst>
                <a:path extrusionOk="0" h="40117" w="20137">
                  <a:moveTo>
                    <a:pt x="20137" y="40116"/>
                  </a:moveTo>
                  <a:cubicBezTo>
                    <a:pt x="20137" y="28765"/>
                    <a:pt x="16830" y="6015"/>
                    <a:pt x="11584" y="0"/>
                  </a:cubicBezTo>
                  <a:cubicBezTo>
                    <a:pt x="11584" y="0"/>
                    <a:pt x="3374" y="4392"/>
                    <a:pt x="776" y="18311"/>
                  </a:cubicBezTo>
                  <a:cubicBezTo>
                    <a:pt x="1" y="22470"/>
                    <a:pt x="1321" y="34352"/>
                    <a:pt x="1663" y="39369"/>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0"/>
            <p:cNvSpPr/>
            <p:nvPr/>
          </p:nvSpPr>
          <p:spPr>
            <a:xfrm>
              <a:off x="4736425" y="4350775"/>
              <a:ext cx="818950" cy="483450"/>
            </a:xfrm>
            <a:custGeom>
              <a:rect b="b" l="l" r="r" t="t"/>
              <a:pathLst>
                <a:path extrusionOk="0" h="19338" w="32758">
                  <a:moveTo>
                    <a:pt x="185" y="19337"/>
                  </a:moveTo>
                  <a:lnTo>
                    <a:pt x="25099" y="19337"/>
                  </a:lnTo>
                  <a:cubicBezTo>
                    <a:pt x="28789" y="19337"/>
                    <a:pt x="32758" y="16324"/>
                    <a:pt x="32200" y="8163"/>
                  </a:cubicBezTo>
                  <a:cubicBezTo>
                    <a:pt x="31644" y="0"/>
                    <a:pt x="18289" y="1145"/>
                    <a:pt x="13727" y="7416"/>
                  </a:cubicBezTo>
                  <a:lnTo>
                    <a:pt x="1" y="9513"/>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0"/>
            <p:cNvSpPr/>
            <p:nvPr/>
          </p:nvSpPr>
          <p:spPr>
            <a:xfrm>
              <a:off x="4036300" y="4552300"/>
              <a:ext cx="825900" cy="281925"/>
            </a:xfrm>
            <a:custGeom>
              <a:rect b="b" l="l" r="r" t="t"/>
              <a:pathLst>
                <a:path extrusionOk="0" h="11277" w="33036">
                  <a:moveTo>
                    <a:pt x="15638" y="10777"/>
                  </a:moveTo>
                  <a:lnTo>
                    <a:pt x="16816" y="9672"/>
                  </a:lnTo>
                  <a:lnTo>
                    <a:pt x="20399" y="10941"/>
                  </a:lnTo>
                  <a:cubicBezTo>
                    <a:pt x="21021" y="11163"/>
                    <a:pt x="21676" y="11275"/>
                    <a:pt x="22336" y="11275"/>
                  </a:cubicBezTo>
                  <a:lnTo>
                    <a:pt x="29449" y="11275"/>
                  </a:lnTo>
                  <a:cubicBezTo>
                    <a:pt x="29449" y="11275"/>
                    <a:pt x="32814" y="10555"/>
                    <a:pt x="32925" y="6583"/>
                  </a:cubicBezTo>
                  <a:cubicBezTo>
                    <a:pt x="33035" y="2611"/>
                    <a:pt x="29615" y="1452"/>
                    <a:pt x="28124" y="1452"/>
                  </a:cubicBezTo>
                  <a:lnTo>
                    <a:pt x="20328" y="1452"/>
                  </a:lnTo>
                  <a:cubicBezTo>
                    <a:pt x="19936" y="1452"/>
                    <a:pt x="19548" y="1411"/>
                    <a:pt x="19164" y="1332"/>
                  </a:cubicBezTo>
                  <a:lnTo>
                    <a:pt x="13619" y="173"/>
                  </a:lnTo>
                  <a:cubicBezTo>
                    <a:pt x="12800" y="1"/>
                    <a:pt x="11947" y="137"/>
                    <a:pt x="11221" y="554"/>
                  </a:cubicBezTo>
                  <a:lnTo>
                    <a:pt x="8077" y="2360"/>
                  </a:lnTo>
                  <a:cubicBezTo>
                    <a:pt x="7469" y="2709"/>
                    <a:pt x="6910" y="3139"/>
                    <a:pt x="6414" y="3635"/>
                  </a:cubicBezTo>
                  <a:lnTo>
                    <a:pt x="711" y="9350"/>
                  </a:lnTo>
                  <a:cubicBezTo>
                    <a:pt x="1" y="10060"/>
                    <a:pt x="506" y="11276"/>
                    <a:pt x="1510" y="11276"/>
                  </a:cubicBezTo>
                  <a:lnTo>
                    <a:pt x="14376" y="11276"/>
                  </a:lnTo>
                  <a:cubicBezTo>
                    <a:pt x="14845" y="11276"/>
                    <a:pt x="15295" y="11098"/>
                    <a:pt x="15638" y="10777"/>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0"/>
            <p:cNvSpPr/>
            <p:nvPr/>
          </p:nvSpPr>
          <p:spPr>
            <a:xfrm>
              <a:off x="5074650" y="2672900"/>
              <a:ext cx="1105475" cy="1408775"/>
            </a:xfrm>
            <a:custGeom>
              <a:rect b="b" l="l" r="r" t="t"/>
              <a:pathLst>
                <a:path extrusionOk="0" h="56351" w="44219">
                  <a:moveTo>
                    <a:pt x="40175" y="3086"/>
                  </a:moveTo>
                  <a:cubicBezTo>
                    <a:pt x="34834" y="1"/>
                    <a:pt x="25474" y="8781"/>
                    <a:pt x="27488" y="19158"/>
                  </a:cubicBezTo>
                  <a:cubicBezTo>
                    <a:pt x="29501" y="29536"/>
                    <a:pt x="18104" y="42412"/>
                    <a:pt x="18104" y="42412"/>
                  </a:cubicBezTo>
                  <a:cubicBezTo>
                    <a:pt x="18104" y="42412"/>
                    <a:pt x="5186" y="47600"/>
                    <a:pt x="0" y="48582"/>
                  </a:cubicBezTo>
                  <a:cubicBezTo>
                    <a:pt x="1245" y="50349"/>
                    <a:pt x="2663" y="52972"/>
                    <a:pt x="3307" y="56350"/>
                  </a:cubicBezTo>
                  <a:cubicBezTo>
                    <a:pt x="11791" y="55652"/>
                    <a:pt x="23961" y="53926"/>
                    <a:pt x="28882" y="49827"/>
                  </a:cubicBezTo>
                  <a:cubicBezTo>
                    <a:pt x="36317" y="43631"/>
                    <a:pt x="44214" y="20784"/>
                    <a:pt x="44216" y="13526"/>
                  </a:cubicBezTo>
                  <a:cubicBezTo>
                    <a:pt x="44219" y="5078"/>
                    <a:pt x="40175" y="3086"/>
                    <a:pt x="40175" y="3086"/>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0"/>
            <p:cNvSpPr/>
            <p:nvPr/>
          </p:nvSpPr>
          <p:spPr>
            <a:xfrm>
              <a:off x="4294225" y="3887450"/>
              <a:ext cx="863125" cy="333175"/>
            </a:xfrm>
            <a:custGeom>
              <a:rect b="b" l="l" r="r" t="t"/>
              <a:pathLst>
                <a:path extrusionOk="0" h="13327" w="34525">
                  <a:moveTo>
                    <a:pt x="29867" y="161"/>
                  </a:moveTo>
                  <a:lnTo>
                    <a:pt x="13166" y="161"/>
                  </a:lnTo>
                  <a:cubicBezTo>
                    <a:pt x="13166" y="161"/>
                    <a:pt x="1238" y="4201"/>
                    <a:pt x="929" y="4891"/>
                  </a:cubicBezTo>
                  <a:cubicBezTo>
                    <a:pt x="619" y="5581"/>
                    <a:pt x="0" y="9690"/>
                    <a:pt x="929" y="10656"/>
                  </a:cubicBezTo>
                  <a:cubicBezTo>
                    <a:pt x="1859" y="11623"/>
                    <a:pt x="7899" y="13327"/>
                    <a:pt x="9449" y="13017"/>
                  </a:cubicBezTo>
                  <a:cubicBezTo>
                    <a:pt x="10998" y="12706"/>
                    <a:pt x="23078" y="8215"/>
                    <a:pt x="25867" y="8215"/>
                  </a:cubicBezTo>
                  <a:cubicBezTo>
                    <a:pt x="26810" y="8215"/>
                    <a:pt x="30186" y="8125"/>
                    <a:pt x="34524" y="7768"/>
                  </a:cubicBezTo>
                  <a:cubicBezTo>
                    <a:pt x="33880" y="4390"/>
                    <a:pt x="32462" y="1767"/>
                    <a:pt x="31217" y="0"/>
                  </a:cubicBezTo>
                  <a:cubicBezTo>
                    <a:pt x="30676" y="103"/>
                    <a:pt x="30216" y="161"/>
                    <a:pt x="29867" y="161"/>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0"/>
            <p:cNvSpPr/>
            <p:nvPr/>
          </p:nvSpPr>
          <p:spPr>
            <a:xfrm>
              <a:off x="2365100" y="3389875"/>
              <a:ext cx="318675" cy="306950"/>
            </a:xfrm>
            <a:custGeom>
              <a:rect b="b" l="l" r="r" t="t"/>
              <a:pathLst>
                <a:path extrusionOk="0" h="12278" w="12747">
                  <a:moveTo>
                    <a:pt x="1" y="8967"/>
                  </a:moveTo>
                  <a:cubicBezTo>
                    <a:pt x="1" y="8967"/>
                    <a:pt x="4185" y="12277"/>
                    <a:pt x="8467" y="8967"/>
                  </a:cubicBezTo>
                  <a:cubicBezTo>
                    <a:pt x="12746" y="5656"/>
                    <a:pt x="9798" y="1"/>
                    <a:pt x="9798" y="1"/>
                  </a:cubicBezTo>
                  <a:lnTo>
                    <a:pt x="1" y="522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0"/>
            <p:cNvSpPr/>
            <p:nvPr/>
          </p:nvSpPr>
          <p:spPr>
            <a:xfrm>
              <a:off x="2314775" y="2838350"/>
              <a:ext cx="201275" cy="619025"/>
            </a:xfrm>
            <a:custGeom>
              <a:rect b="b" l="l" r="r" t="t"/>
              <a:pathLst>
                <a:path extrusionOk="0" h="24761" w="8051">
                  <a:moveTo>
                    <a:pt x="8051" y="1"/>
                  </a:moveTo>
                  <a:lnTo>
                    <a:pt x="8051" y="24761"/>
                  </a:lnTo>
                  <a:lnTo>
                    <a:pt x="0" y="24761"/>
                  </a:lnTo>
                  <a:lnTo>
                    <a:pt x="0" y="1356"/>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0"/>
            <p:cNvSpPr/>
            <p:nvPr/>
          </p:nvSpPr>
          <p:spPr>
            <a:xfrm>
              <a:off x="1988425" y="3944575"/>
              <a:ext cx="473100" cy="889650"/>
            </a:xfrm>
            <a:custGeom>
              <a:rect b="b" l="l" r="r" t="t"/>
              <a:pathLst>
                <a:path extrusionOk="0" h="35586" w="18924">
                  <a:moveTo>
                    <a:pt x="7979" y="17272"/>
                  </a:moveTo>
                  <a:cubicBezTo>
                    <a:pt x="7205" y="21403"/>
                    <a:pt x="2802" y="27206"/>
                    <a:pt x="1" y="35585"/>
                  </a:cubicBezTo>
                  <a:lnTo>
                    <a:pt x="16002" y="35585"/>
                  </a:lnTo>
                  <a:cubicBezTo>
                    <a:pt x="17537" y="25520"/>
                    <a:pt x="18924" y="12010"/>
                    <a:pt x="16735" y="0"/>
                  </a:cubicBezTo>
                  <a:lnTo>
                    <a:pt x="7508" y="0"/>
                  </a:lnTo>
                  <a:cubicBezTo>
                    <a:pt x="8361" y="4048"/>
                    <a:pt x="8708" y="13385"/>
                    <a:pt x="7979" y="17272"/>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0"/>
            <p:cNvSpPr/>
            <p:nvPr/>
          </p:nvSpPr>
          <p:spPr>
            <a:xfrm>
              <a:off x="1804250" y="3944575"/>
              <a:ext cx="401900" cy="889650"/>
            </a:xfrm>
            <a:custGeom>
              <a:rect b="b" l="l" r="r" t="t"/>
              <a:pathLst>
                <a:path extrusionOk="0" h="35586" w="16076">
                  <a:moveTo>
                    <a:pt x="1" y="16376"/>
                  </a:moveTo>
                  <a:cubicBezTo>
                    <a:pt x="1" y="16376"/>
                    <a:pt x="1853" y="25366"/>
                    <a:pt x="3118" y="35585"/>
                  </a:cubicBezTo>
                  <a:lnTo>
                    <a:pt x="7368" y="35585"/>
                  </a:lnTo>
                  <a:cubicBezTo>
                    <a:pt x="10169" y="27206"/>
                    <a:pt x="14572" y="21403"/>
                    <a:pt x="15346" y="17272"/>
                  </a:cubicBezTo>
                  <a:cubicBezTo>
                    <a:pt x="16075" y="13385"/>
                    <a:pt x="15728" y="4048"/>
                    <a:pt x="14875" y="0"/>
                  </a:cubicBezTo>
                  <a:lnTo>
                    <a:pt x="383" y="0"/>
                  </a:lnTo>
                  <a:close/>
                </a:path>
              </a:pathLst>
            </a:custGeom>
            <a:solidFill>
              <a:srgbClr val="1C39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0"/>
            <p:cNvSpPr/>
            <p:nvPr/>
          </p:nvSpPr>
          <p:spPr>
            <a:xfrm>
              <a:off x="1472000" y="3912600"/>
              <a:ext cx="734150" cy="921625"/>
            </a:xfrm>
            <a:custGeom>
              <a:rect b="b" l="l" r="r" t="t"/>
              <a:pathLst>
                <a:path extrusionOk="0" h="36865" w="29366">
                  <a:moveTo>
                    <a:pt x="28165" y="1279"/>
                  </a:moveTo>
                  <a:cubicBezTo>
                    <a:pt x="28056" y="760"/>
                    <a:pt x="27939" y="322"/>
                    <a:pt x="27815" y="0"/>
                  </a:cubicBezTo>
                  <a:lnTo>
                    <a:pt x="1" y="0"/>
                  </a:lnTo>
                  <a:cubicBezTo>
                    <a:pt x="384" y="13387"/>
                    <a:pt x="1439" y="26710"/>
                    <a:pt x="2074" y="36864"/>
                  </a:cubicBezTo>
                  <a:lnTo>
                    <a:pt x="20659" y="36864"/>
                  </a:lnTo>
                  <a:cubicBezTo>
                    <a:pt x="23459" y="28485"/>
                    <a:pt x="27863" y="22682"/>
                    <a:pt x="28637" y="18551"/>
                  </a:cubicBezTo>
                  <a:cubicBezTo>
                    <a:pt x="29365" y="14664"/>
                    <a:pt x="29018" y="5327"/>
                    <a:pt x="28165" y="1279"/>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0"/>
            <p:cNvSpPr/>
            <p:nvPr/>
          </p:nvSpPr>
          <p:spPr>
            <a:xfrm>
              <a:off x="1169600" y="2177125"/>
              <a:ext cx="1393475" cy="1986775"/>
            </a:xfrm>
            <a:custGeom>
              <a:rect b="b" l="l" r="r" t="t"/>
              <a:pathLst>
                <a:path extrusionOk="0" h="79471" w="55739">
                  <a:moveTo>
                    <a:pt x="31055" y="4414"/>
                  </a:moveTo>
                  <a:cubicBezTo>
                    <a:pt x="14603" y="0"/>
                    <a:pt x="3490" y="7345"/>
                    <a:pt x="1666" y="17892"/>
                  </a:cubicBezTo>
                  <a:cubicBezTo>
                    <a:pt x="0" y="27525"/>
                    <a:pt x="12095" y="57356"/>
                    <a:pt x="12095" y="69419"/>
                  </a:cubicBezTo>
                  <a:cubicBezTo>
                    <a:pt x="12095" y="69419"/>
                    <a:pt x="31596" y="79471"/>
                    <a:pt x="49487" y="70698"/>
                  </a:cubicBezTo>
                  <a:cubicBezTo>
                    <a:pt x="49487" y="70698"/>
                    <a:pt x="46804" y="57904"/>
                    <a:pt x="49487" y="46573"/>
                  </a:cubicBezTo>
                  <a:cubicBezTo>
                    <a:pt x="52171" y="35241"/>
                    <a:pt x="55739" y="28749"/>
                    <a:pt x="52708" y="20620"/>
                  </a:cubicBezTo>
                  <a:cubicBezTo>
                    <a:pt x="50060" y="13518"/>
                    <a:pt x="38750" y="6480"/>
                    <a:pt x="31055" y="4414"/>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0"/>
            <p:cNvSpPr/>
            <p:nvPr/>
          </p:nvSpPr>
          <p:spPr>
            <a:xfrm>
              <a:off x="1813450" y="1987225"/>
              <a:ext cx="445075" cy="604225"/>
            </a:xfrm>
            <a:custGeom>
              <a:rect b="b" l="l" r="r" t="t"/>
              <a:pathLst>
                <a:path extrusionOk="0" h="24169" w="17803">
                  <a:moveTo>
                    <a:pt x="11450" y="1115"/>
                  </a:moveTo>
                  <a:cubicBezTo>
                    <a:pt x="11450" y="1115"/>
                    <a:pt x="5240" y="8924"/>
                    <a:pt x="2621" y="11413"/>
                  </a:cubicBezTo>
                  <a:cubicBezTo>
                    <a:pt x="1" y="13902"/>
                    <a:pt x="4835" y="18993"/>
                    <a:pt x="8503" y="21155"/>
                  </a:cubicBezTo>
                  <a:cubicBezTo>
                    <a:pt x="10926" y="22583"/>
                    <a:pt x="16034" y="24168"/>
                    <a:pt x="14528" y="19715"/>
                  </a:cubicBezTo>
                  <a:cubicBezTo>
                    <a:pt x="14528" y="19715"/>
                    <a:pt x="13676" y="17226"/>
                    <a:pt x="17803" y="13689"/>
                  </a:cubicBezTo>
                  <a:cubicBezTo>
                    <a:pt x="17803" y="13689"/>
                    <a:pt x="13218" y="1"/>
                    <a:pt x="11450" y="1115"/>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0"/>
            <p:cNvSpPr/>
            <p:nvPr/>
          </p:nvSpPr>
          <p:spPr>
            <a:xfrm>
              <a:off x="2037425" y="2078375"/>
              <a:ext cx="221100" cy="401700"/>
            </a:xfrm>
            <a:custGeom>
              <a:rect b="b" l="l" r="r" t="t"/>
              <a:pathLst>
                <a:path extrusionOk="0" h="16068" w="8844">
                  <a:moveTo>
                    <a:pt x="4803" y="1"/>
                  </a:moveTo>
                  <a:lnTo>
                    <a:pt x="2780" y="955"/>
                  </a:lnTo>
                  <a:cubicBezTo>
                    <a:pt x="424" y="5789"/>
                    <a:pt x="0" y="14897"/>
                    <a:pt x="5569" y="16067"/>
                  </a:cubicBezTo>
                  <a:lnTo>
                    <a:pt x="5569" y="16067"/>
                  </a:lnTo>
                  <a:cubicBezTo>
                    <a:pt x="5567" y="16066"/>
                    <a:pt x="4720" y="13578"/>
                    <a:pt x="8844" y="10043"/>
                  </a:cubicBezTo>
                  <a:cubicBezTo>
                    <a:pt x="8844" y="10043"/>
                    <a:pt x="6717" y="3699"/>
                    <a:pt x="4803" y="1"/>
                  </a:cubicBezTo>
                  <a:close/>
                  <a:moveTo>
                    <a:pt x="5569" y="16067"/>
                  </a:moveTo>
                  <a:cubicBezTo>
                    <a:pt x="5569" y="16067"/>
                    <a:pt x="5569" y="16067"/>
                    <a:pt x="5569" y="16067"/>
                  </a:cubicBezTo>
                  <a:cubicBezTo>
                    <a:pt x="5569" y="16067"/>
                    <a:pt x="5569" y="16067"/>
                    <a:pt x="5569" y="16067"/>
                  </a:cubicBezTo>
                  <a:cubicBezTo>
                    <a:pt x="5569" y="16067"/>
                    <a:pt x="5569" y="16067"/>
                    <a:pt x="5569" y="16067"/>
                  </a:cubicBezTo>
                  <a:close/>
                </a:path>
              </a:pathLst>
            </a:custGeom>
            <a:solidFill>
              <a:srgbClr val="CB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0"/>
            <p:cNvSpPr/>
            <p:nvPr/>
          </p:nvSpPr>
          <p:spPr>
            <a:xfrm>
              <a:off x="2062775" y="1834125"/>
              <a:ext cx="510375" cy="585200"/>
            </a:xfrm>
            <a:custGeom>
              <a:rect b="b" l="l" r="r" t="t"/>
              <a:pathLst>
                <a:path extrusionOk="0" h="23408" w="20415">
                  <a:moveTo>
                    <a:pt x="3925" y="5832"/>
                  </a:moveTo>
                  <a:cubicBezTo>
                    <a:pt x="4450" y="2856"/>
                    <a:pt x="1789" y="2631"/>
                    <a:pt x="954" y="5117"/>
                  </a:cubicBezTo>
                  <a:cubicBezTo>
                    <a:pt x="0" y="7956"/>
                    <a:pt x="1052" y="9924"/>
                    <a:pt x="2145" y="9269"/>
                  </a:cubicBezTo>
                  <a:cubicBezTo>
                    <a:pt x="2145" y="9269"/>
                    <a:pt x="24" y="15682"/>
                    <a:pt x="2693" y="19544"/>
                  </a:cubicBezTo>
                  <a:cubicBezTo>
                    <a:pt x="5363" y="23407"/>
                    <a:pt x="8771" y="21921"/>
                    <a:pt x="13030" y="17727"/>
                  </a:cubicBezTo>
                  <a:cubicBezTo>
                    <a:pt x="16694" y="14118"/>
                    <a:pt x="19078" y="9712"/>
                    <a:pt x="19448" y="8015"/>
                  </a:cubicBezTo>
                  <a:cubicBezTo>
                    <a:pt x="20414" y="3584"/>
                    <a:pt x="15814" y="1"/>
                    <a:pt x="11497" y="234"/>
                  </a:cubicBezTo>
                  <a:cubicBezTo>
                    <a:pt x="6214" y="517"/>
                    <a:pt x="3925" y="5832"/>
                    <a:pt x="3925" y="5832"/>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2123775" y="1725425"/>
              <a:ext cx="564925" cy="391900"/>
            </a:xfrm>
            <a:custGeom>
              <a:rect b="b" l="l" r="r" t="t"/>
              <a:pathLst>
                <a:path extrusionOk="0" h="15676" w="22597">
                  <a:moveTo>
                    <a:pt x="9033" y="1"/>
                  </a:moveTo>
                  <a:cubicBezTo>
                    <a:pt x="6230" y="1"/>
                    <a:pt x="1561" y="1922"/>
                    <a:pt x="0" y="7807"/>
                  </a:cubicBezTo>
                  <a:cubicBezTo>
                    <a:pt x="0" y="7807"/>
                    <a:pt x="0" y="7807"/>
                    <a:pt x="0" y="7807"/>
                  </a:cubicBezTo>
                  <a:cubicBezTo>
                    <a:pt x="2" y="7807"/>
                    <a:pt x="76" y="7792"/>
                    <a:pt x="191" y="7792"/>
                  </a:cubicBezTo>
                  <a:cubicBezTo>
                    <a:pt x="637" y="7792"/>
                    <a:pt x="1690" y="8015"/>
                    <a:pt x="1485" y="10180"/>
                  </a:cubicBezTo>
                  <a:cubicBezTo>
                    <a:pt x="1344" y="11648"/>
                    <a:pt x="1523" y="12839"/>
                    <a:pt x="2189" y="12839"/>
                  </a:cubicBezTo>
                  <a:cubicBezTo>
                    <a:pt x="2319" y="12839"/>
                    <a:pt x="2467" y="12794"/>
                    <a:pt x="2636" y="12696"/>
                  </a:cubicBezTo>
                  <a:cubicBezTo>
                    <a:pt x="3399" y="12254"/>
                    <a:pt x="4936" y="10206"/>
                    <a:pt x="6585" y="10206"/>
                  </a:cubicBezTo>
                  <a:cubicBezTo>
                    <a:pt x="7164" y="10206"/>
                    <a:pt x="7757" y="10458"/>
                    <a:pt x="8335" y="11122"/>
                  </a:cubicBezTo>
                  <a:cubicBezTo>
                    <a:pt x="10385" y="13474"/>
                    <a:pt x="12079" y="15676"/>
                    <a:pt x="15426" y="15676"/>
                  </a:cubicBezTo>
                  <a:cubicBezTo>
                    <a:pt x="15710" y="15676"/>
                    <a:pt x="16005" y="15660"/>
                    <a:pt x="16313" y="15627"/>
                  </a:cubicBezTo>
                  <a:cubicBezTo>
                    <a:pt x="21414" y="15084"/>
                    <a:pt x="22597" y="8180"/>
                    <a:pt x="18104" y="6943"/>
                  </a:cubicBezTo>
                  <a:cubicBezTo>
                    <a:pt x="18104" y="6943"/>
                    <a:pt x="20057" y="4571"/>
                    <a:pt x="16583" y="3469"/>
                  </a:cubicBezTo>
                  <a:cubicBezTo>
                    <a:pt x="13404" y="2460"/>
                    <a:pt x="13276" y="3085"/>
                    <a:pt x="11051" y="589"/>
                  </a:cubicBezTo>
                  <a:cubicBezTo>
                    <a:pt x="10726" y="223"/>
                    <a:pt x="9987" y="1"/>
                    <a:pt x="9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1108475" y="2334775"/>
              <a:ext cx="628525" cy="1260225"/>
            </a:xfrm>
            <a:custGeom>
              <a:rect b="b" l="l" r="r" t="t"/>
              <a:pathLst>
                <a:path extrusionOk="0" h="50409" w="25141">
                  <a:moveTo>
                    <a:pt x="16869" y="36722"/>
                  </a:moveTo>
                  <a:cubicBezTo>
                    <a:pt x="17033" y="33290"/>
                    <a:pt x="19154" y="24390"/>
                    <a:pt x="22148" y="18704"/>
                  </a:cubicBezTo>
                  <a:cubicBezTo>
                    <a:pt x="25141" y="13017"/>
                    <a:pt x="23672" y="5704"/>
                    <a:pt x="19604" y="2843"/>
                  </a:cubicBezTo>
                  <a:cubicBezTo>
                    <a:pt x="15563" y="0"/>
                    <a:pt x="9899" y="504"/>
                    <a:pt x="7216" y="4463"/>
                  </a:cubicBezTo>
                  <a:cubicBezTo>
                    <a:pt x="0" y="15113"/>
                    <a:pt x="2096" y="39054"/>
                    <a:pt x="5987" y="47135"/>
                  </a:cubicBezTo>
                  <a:cubicBezTo>
                    <a:pt x="6759" y="48740"/>
                    <a:pt x="8621" y="49782"/>
                    <a:pt x="11148" y="50409"/>
                  </a:cubicBezTo>
                  <a:cubicBezTo>
                    <a:pt x="5671" y="47907"/>
                    <a:pt x="11164" y="35418"/>
                    <a:pt x="16869" y="36722"/>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0"/>
            <p:cNvSpPr/>
            <p:nvPr/>
          </p:nvSpPr>
          <p:spPr>
            <a:xfrm>
              <a:off x="2050225" y="3149650"/>
              <a:ext cx="801925" cy="478750"/>
            </a:xfrm>
            <a:custGeom>
              <a:rect b="b" l="l" r="r" t="t"/>
              <a:pathLst>
                <a:path extrusionOk="0" h="19150" w="32077">
                  <a:moveTo>
                    <a:pt x="417" y="13880"/>
                  </a:moveTo>
                  <a:lnTo>
                    <a:pt x="11226" y="801"/>
                  </a:lnTo>
                  <a:cubicBezTo>
                    <a:pt x="11692" y="238"/>
                    <a:pt x="12446" y="1"/>
                    <a:pt x="13151" y="195"/>
                  </a:cubicBezTo>
                  <a:lnTo>
                    <a:pt x="31489" y="5248"/>
                  </a:lnTo>
                  <a:cubicBezTo>
                    <a:pt x="31940" y="5373"/>
                    <a:pt x="32076" y="5946"/>
                    <a:pt x="31729" y="6260"/>
                  </a:cubicBezTo>
                  <a:lnTo>
                    <a:pt x="17859" y="18782"/>
                  </a:lnTo>
                  <a:cubicBezTo>
                    <a:pt x="17565" y="19045"/>
                    <a:pt x="17159" y="19150"/>
                    <a:pt x="16774" y="19060"/>
                  </a:cubicBezTo>
                  <a:lnTo>
                    <a:pt x="895" y="15304"/>
                  </a:lnTo>
                  <a:cubicBezTo>
                    <a:pt x="258" y="15153"/>
                    <a:pt x="0" y="14385"/>
                    <a:pt x="417" y="1388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0"/>
            <p:cNvSpPr/>
            <p:nvPr/>
          </p:nvSpPr>
          <p:spPr>
            <a:xfrm>
              <a:off x="1250250" y="3220200"/>
              <a:ext cx="1140775" cy="431925"/>
            </a:xfrm>
            <a:custGeom>
              <a:rect b="b" l="l" r="r" t="t"/>
              <a:pathLst>
                <a:path extrusionOk="0" h="17277" w="45631">
                  <a:moveTo>
                    <a:pt x="45387" y="5883"/>
                  </a:moveTo>
                  <a:cubicBezTo>
                    <a:pt x="44759" y="4086"/>
                    <a:pt x="42963" y="2740"/>
                    <a:pt x="41916" y="2440"/>
                  </a:cubicBezTo>
                  <a:cubicBezTo>
                    <a:pt x="41155" y="2224"/>
                    <a:pt x="35499" y="2322"/>
                    <a:pt x="32460" y="2391"/>
                  </a:cubicBezTo>
                  <a:cubicBezTo>
                    <a:pt x="31281" y="2417"/>
                    <a:pt x="30129" y="2759"/>
                    <a:pt x="29128" y="3386"/>
                  </a:cubicBezTo>
                  <a:cubicBezTo>
                    <a:pt x="28171" y="3988"/>
                    <a:pt x="26977" y="4653"/>
                    <a:pt x="26385" y="4653"/>
                  </a:cubicBezTo>
                  <a:lnTo>
                    <a:pt x="16834" y="4653"/>
                  </a:lnTo>
                  <a:cubicBezTo>
                    <a:pt x="16834" y="4653"/>
                    <a:pt x="14191" y="2650"/>
                    <a:pt x="11198" y="1305"/>
                  </a:cubicBezTo>
                  <a:cubicBezTo>
                    <a:pt x="5493" y="1"/>
                    <a:pt x="0" y="12490"/>
                    <a:pt x="5477" y="14992"/>
                  </a:cubicBezTo>
                  <a:cubicBezTo>
                    <a:pt x="14687" y="17277"/>
                    <a:pt x="32864" y="13942"/>
                    <a:pt x="40506" y="11331"/>
                  </a:cubicBezTo>
                  <a:cubicBezTo>
                    <a:pt x="42197" y="10753"/>
                    <a:pt x="43701" y="9695"/>
                    <a:pt x="44718" y="8225"/>
                  </a:cubicBezTo>
                  <a:cubicBezTo>
                    <a:pt x="45261" y="7437"/>
                    <a:pt x="45631" y="6581"/>
                    <a:pt x="45387" y="5883"/>
                  </a:cubicBezTo>
                  <a:close/>
                </a:path>
              </a:pathLst>
            </a:custGeom>
            <a:solidFill>
              <a:srgbClr val="F8C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0"/>
            <p:cNvSpPr/>
            <p:nvPr/>
          </p:nvSpPr>
          <p:spPr>
            <a:xfrm>
              <a:off x="3975075" y="4787175"/>
              <a:ext cx="753125" cy="98925"/>
            </a:xfrm>
            <a:custGeom>
              <a:rect b="b" l="l" r="r" t="t"/>
              <a:pathLst>
                <a:path extrusionOk="0" h="3957" w="30125">
                  <a:moveTo>
                    <a:pt x="1240" y="3956"/>
                  </a:moveTo>
                  <a:lnTo>
                    <a:pt x="27408" y="3956"/>
                  </a:lnTo>
                  <a:cubicBezTo>
                    <a:pt x="28909" y="3956"/>
                    <a:pt x="30125" y="2740"/>
                    <a:pt x="30125" y="1240"/>
                  </a:cubicBezTo>
                  <a:lnTo>
                    <a:pt x="30125" y="1240"/>
                  </a:lnTo>
                  <a:cubicBezTo>
                    <a:pt x="30125" y="556"/>
                    <a:pt x="29570" y="0"/>
                    <a:pt x="28885" y="0"/>
                  </a:cubicBezTo>
                  <a:lnTo>
                    <a:pt x="1240" y="0"/>
                  </a:lnTo>
                  <a:cubicBezTo>
                    <a:pt x="555" y="0"/>
                    <a:pt x="0" y="556"/>
                    <a:pt x="0" y="1240"/>
                  </a:cubicBezTo>
                  <a:lnTo>
                    <a:pt x="0" y="2718"/>
                  </a:lnTo>
                  <a:cubicBezTo>
                    <a:pt x="0" y="3402"/>
                    <a:pt x="555" y="3956"/>
                    <a:pt x="1240" y="3956"/>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p:nvPr/>
          </p:nvSpPr>
          <p:spPr>
            <a:xfrm>
              <a:off x="2466750" y="3810850"/>
              <a:ext cx="1838875" cy="1075250"/>
            </a:xfrm>
            <a:custGeom>
              <a:rect b="b" l="l" r="r" t="t"/>
              <a:pathLst>
                <a:path extrusionOk="0" h="43010" w="73555">
                  <a:moveTo>
                    <a:pt x="15256" y="43009"/>
                  </a:moveTo>
                  <a:lnTo>
                    <a:pt x="69916" y="43009"/>
                  </a:lnTo>
                  <a:cubicBezTo>
                    <a:pt x="72024" y="43009"/>
                    <a:pt x="73554" y="41004"/>
                    <a:pt x="72995" y="38970"/>
                  </a:cubicBezTo>
                  <a:lnTo>
                    <a:pt x="63348" y="3851"/>
                  </a:lnTo>
                  <a:cubicBezTo>
                    <a:pt x="62723" y="1577"/>
                    <a:pt x="60655" y="1"/>
                    <a:pt x="58298" y="1"/>
                  </a:cubicBezTo>
                  <a:lnTo>
                    <a:pt x="3639" y="1"/>
                  </a:lnTo>
                  <a:cubicBezTo>
                    <a:pt x="1530" y="1"/>
                    <a:pt x="1" y="2008"/>
                    <a:pt x="560" y="4042"/>
                  </a:cubicBezTo>
                  <a:lnTo>
                    <a:pt x="10207" y="39161"/>
                  </a:lnTo>
                  <a:cubicBezTo>
                    <a:pt x="10833" y="41433"/>
                    <a:pt x="12898" y="43009"/>
                    <a:pt x="15256" y="43009"/>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41"/>
          <p:cNvSpPr/>
          <p:nvPr/>
        </p:nvSpPr>
        <p:spPr>
          <a:xfrm>
            <a:off x="2285700" y="3156538"/>
            <a:ext cx="4572600" cy="523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1"/>
          <p:cNvSpPr/>
          <p:nvPr/>
        </p:nvSpPr>
        <p:spPr>
          <a:xfrm>
            <a:off x="4096350" y="1463163"/>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1"/>
          <p:cNvSpPr txBox="1"/>
          <p:nvPr>
            <p:ph type="title"/>
          </p:nvPr>
        </p:nvSpPr>
        <p:spPr>
          <a:xfrm>
            <a:off x="2543250" y="2537925"/>
            <a:ext cx="4057500" cy="57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Project &amp;</a:t>
            </a:r>
            <a:r>
              <a:rPr lang="en"/>
              <a:t> strategy</a:t>
            </a:r>
            <a:endParaRPr/>
          </a:p>
        </p:txBody>
      </p:sp>
      <p:sp>
        <p:nvSpPr>
          <p:cNvPr id="799" name="Google Shape;799;p41"/>
          <p:cNvSpPr txBox="1"/>
          <p:nvPr>
            <p:ph idx="1" type="subTitle"/>
          </p:nvPr>
        </p:nvSpPr>
        <p:spPr>
          <a:xfrm>
            <a:off x="2543250" y="3211450"/>
            <a:ext cx="4057500" cy="41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800" name="Google Shape;800;p41"/>
          <p:cNvSpPr txBox="1"/>
          <p:nvPr>
            <p:ph idx="2" type="title"/>
          </p:nvPr>
        </p:nvSpPr>
        <p:spPr>
          <a:xfrm>
            <a:off x="4017450" y="1613613"/>
            <a:ext cx="1109100" cy="65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 name="Shape 804"/>
        <p:cNvGrpSpPr/>
        <p:nvPr/>
      </p:nvGrpSpPr>
      <p:grpSpPr>
        <a:xfrm>
          <a:off x="0" y="0"/>
          <a:ext cx="0" cy="0"/>
          <a:chOff x="0" y="0"/>
          <a:chExt cx="0" cy="0"/>
        </a:xfrm>
      </p:grpSpPr>
      <p:sp>
        <p:nvSpPr>
          <p:cNvPr id="805" name="Google Shape;805;p42"/>
          <p:cNvSpPr txBox="1"/>
          <p:nvPr>
            <p:ph type="title"/>
          </p:nvPr>
        </p:nvSpPr>
        <p:spPr>
          <a:xfrm>
            <a:off x="2657400" y="1579175"/>
            <a:ext cx="3829200" cy="98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P</a:t>
            </a:r>
            <a:r>
              <a:rPr lang="en">
                <a:solidFill>
                  <a:schemeClr val="dk1"/>
                </a:solidFill>
              </a:rPr>
              <a:t>roject &amp;</a:t>
            </a:r>
            <a:r>
              <a:rPr lang="en">
                <a:solidFill>
                  <a:schemeClr val="accent1"/>
                </a:solidFill>
              </a:rPr>
              <a:t> </a:t>
            </a:r>
            <a:endParaRPr>
              <a:solidFill>
                <a:schemeClr val="accent1"/>
              </a:solidFill>
            </a:endParaRPr>
          </a:p>
          <a:p>
            <a:pPr indent="0" lvl="0" marL="0" rtl="0" algn="ctr">
              <a:spcBef>
                <a:spcPts val="0"/>
              </a:spcBef>
              <a:spcAft>
                <a:spcPts val="0"/>
              </a:spcAft>
              <a:buNone/>
            </a:pPr>
            <a:r>
              <a:rPr lang="en"/>
              <a:t>strategy definition</a:t>
            </a:r>
            <a:endParaRPr/>
          </a:p>
        </p:txBody>
      </p:sp>
      <p:sp>
        <p:nvSpPr>
          <p:cNvPr id="806" name="Google Shape;806;p42"/>
          <p:cNvSpPr txBox="1"/>
          <p:nvPr>
            <p:ph idx="1" type="body"/>
          </p:nvPr>
        </p:nvSpPr>
        <p:spPr>
          <a:xfrm>
            <a:off x="2657400" y="2567975"/>
            <a:ext cx="3829200" cy="1070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give a brief description of the topic you want to talk about here. For example, if you want to talk about Mercury, you can say that it’s the smallest planet in the entire Solar System</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 name="Shape 810"/>
        <p:cNvGrpSpPr/>
        <p:nvPr/>
      </p:nvGrpSpPr>
      <p:grpSpPr>
        <a:xfrm>
          <a:off x="0" y="0"/>
          <a:ext cx="0" cy="0"/>
          <a:chOff x="0" y="0"/>
          <a:chExt cx="0" cy="0"/>
        </a:xfrm>
      </p:grpSpPr>
      <p:sp>
        <p:nvSpPr>
          <p:cNvPr id="811" name="Google Shape;811;p43"/>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trategic planning</a:t>
            </a:r>
            <a:r>
              <a:rPr lang="en">
                <a:solidFill>
                  <a:schemeClr val="accent1"/>
                </a:solidFill>
              </a:rPr>
              <a:t> </a:t>
            </a:r>
            <a:r>
              <a:rPr lang="en"/>
              <a:t>project plan</a:t>
            </a:r>
            <a:endParaRPr/>
          </a:p>
        </p:txBody>
      </p:sp>
      <p:graphicFrame>
        <p:nvGraphicFramePr>
          <p:cNvPr id="812" name="Google Shape;812;p43"/>
          <p:cNvGraphicFramePr/>
          <p:nvPr/>
        </p:nvGraphicFramePr>
        <p:xfrm>
          <a:off x="713225" y="1122580"/>
          <a:ext cx="3000000" cy="3000000"/>
        </p:xfrm>
        <a:graphic>
          <a:graphicData uri="http://schemas.openxmlformats.org/drawingml/2006/table">
            <a:tbl>
              <a:tblPr>
                <a:noFill/>
                <a:tableStyleId>{D6CBFD61-9CC1-4848-B8E2-E103B36D63B7}</a:tableStyleId>
              </a:tblPr>
              <a:tblGrid>
                <a:gridCol w="2268375"/>
                <a:gridCol w="751525"/>
                <a:gridCol w="382850"/>
                <a:gridCol w="382850"/>
                <a:gridCol w="382850"/>
                <a:gridCol w="382850"/>
                <a:gridCol w="382850"/>
                <a:gridCol w="382850"/>
                <a:gridCol w="382850"/>
                <a:gridCol w="382850"/>
                <a:gridCol w="382850"/>
                <a:gridCol w="420950"/>
                <a:gridCol w="405975"/>
                <a:gridCol w="425025"/>
              </a:tblGrid>
              <a:tr h="400000">
                <a:tc>
                  <a:txBody>
                    <a:bodyPr/>
                    <a:lstStyle/>
                    <a:p>
                      <a:pPr indent="0" lvl="0" marL="0" rtl="0" algn="l">
                        <a:spcBef>
                          <a:spcPts val="0"/>
                        </a:spcBef>
                        <a:spcAft>
                          <a:spcPts val="0"/>
                        </a:spcAft>
                        <a:buNone/>
                      </a:pPr>
                      <a:r>
                        <a:rPr b="1" lang="en" sz="1500">
                          <a:solidFill>
                            <a:schemeClr val="lt1"/>
                          </a:solidFill>
                          <a:latin typeface="Archivo"/>
                          <a:ea typeface="Archivo"/>
                          <a:cs typeface="Archivo"/>
                          <a:sym typeface="Archivo"/>
                        </a:rPr>
                        <a:t>Step</a:t>
                      </a:r>
                      <a:endParaRPr b="1" sz="15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1500">
                          <a:solidFill>
                            <a:schemeClr val="lt1"/>
                          </a:solidFill>
                          <a:latin typeface="Archivo"/>
                          <a:ea typeface="Archivo"/>
                          <a:cs typeface="Archivo"/>
                          <a:sym typeface="Archivo"/>
                        </a:rPr>
                        <a:t>Week</a:t>
                      </a:r>
                      <a:endParaRPr b="1" sz="15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1</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2</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3</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4</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5</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6</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7</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8</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9</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10</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11</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lt1"/>
                          </a:solidFill>
                          <a:latin typeface="Archivo"/>
                          <a:ea typeface="Archivo"/>
                          <a:cs typeface="Archivo"/>
                          <a:sym typeface="Archivo"/>
                        </a:rPr>
                        <a:t>12</a:t>
                      </a:r>
                      <a:endParaRPr b="1">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r h="358100">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1. Kick</a:t>
                      </a:r>
                      <a:r>
                        <a:rPr b="1" lang="en" sz="1200">
                          <a:solidFill>
                            <a:schemeClr val="accent1"/>
                          </a:solidFill>
                          <a:latin typeface="Archivo"/>
                          <a:ea typeface="Archivo"/>
                          <a:cs typeface="Archivo"/>
                          <a:sym typeface="Archivo"/>
                        </a:rPr>
                        <a:t>-</a:t>
                      </a:r>
                      <a:r>
                        <a:rPr b="1" lang="en" sz="1200">
                          <a:solidFill>
                            <a:schemeClr val="accent1"/>
                          </a:solidFill>
                          <a:latin typeface="Archivo"/>
                          <a:ea typeface="Archivo"/>
                          <a:cs typeface="Archivo"/>
                          <a:sym typeface="Archivo"/>
                        </a:rPr>
                        <a:t>off</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358100">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2. Business insights</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385175">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3. Mission and vision</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385175">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4. Key strategic objectives</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385175">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5. Strategy map</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385175">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6. Balanced scorecard</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385175">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7. Strategic objectives</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385175">
                <a:tc>
                  <a:txBody>
                    <a:bodyPr/>
                    <a:lstStyle/>
                    <a:p>
                      <a:pPr indent="0" lvl="0" marL="0" rtl="0" algn="l">
                        <a:spcBef>
                          <a:spcPts val="0"/>
                        </a:spcBef>
                        <a:spcAft>
                          <a:spcPts val="0"/>
                        </a:spcAft>
                        <a:buNone/>
                      </a:pPr>
                      <a:r>
                        <a:rPr b="1" lang="en" sz="1200">
                          <a:solidFill>
                            <a:schemeClr val="accent1"/>
                          </a:solidFill>
                          <a:latin typeface="Archivo"/>
                          <a:ea typeface="Archivo"/>
                          <a:cs typeface="Archivo"/>
                          <a:sym typeface="Archivo"/>
                        </a:rPr>
                        <a:t>8. First report</a:t>
                      </a:r>
                      <a:endParaRPr b="1" sz="1200">
                        <a:solidFill>
                          <a:schemeClr val="accen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bl>
          </a:graphicData>
        </a:graphic>
      </p:graphicFrame>
      <p:sp>
        <p:nvSpPr>
          <p:cNvPr id="813" name="Google Shape;813;p43"/>
          <p:cNvSpPr txBox="1"/>
          <p:nvPr/>
        </p:nvSpPr>
        <p:spPr>
          <a:xfrm>
            <a:off x="4383525" y="3058575"/>
            <a:ext cx="12639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Workshop #1</a:t>
            </a:r>
            <a:endParaRPr>
              <a:solidFill>
                <a:schemeClr val="dk1"/>
              </a:solidFill>
              <a:latin typeface="Archivo Light"/>
              <a:ea typeface="Archivo Light"/>
              <a:cs typeface="Archivo Light"/>
              <a:sym typeface="Archivo Light"/>
            </a:endParaRPr>
          </a:p>
        </p:txBody>
      </p:sp>
      <p:sp>
        <p:nvSpPr>
          <p:cNvPr id="814" name="Google Shape;814;p43"/>
          <p:cNvSpPr txBox="1"/>
          <p:nvPr/>
        </p:nvSpPr>
        <p:spPr>
          <a:xfrm>
            <a:off x="6118050" y="4239075"/>
            <a:ext cx="12639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Workshop #2</a:t>
            </a:r>
            <a:endParaRPr>
              <a:solidFill>
                <a:schemeClr val="dk1"/>
              </a:solidFill>
              <a:latin typeface="Archivo Light"/>
              <a:ea typeface="Archivo Light"/>
              <a:cs typeface="Archivo Light"/>
              <a:sym typeface="Archivo Light"/>
            </a:endParaRPr>
          </a:p>
        </p:txBody>
      </p:sp>
      <p:sp>
        <p:nvSpPr>
          <p:cNvPr id="815" name="Google Shape;815;p43"/>
          <p:cNvSpPr/>
          <p:nvPr/>
        </p:nvSpPr>
        <p:spPr>
          <a:xfrm>
            <a:off x="3790950" y="1676400"/>
            <a:ext cx="267000" cy="1449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3043900" y="2109375"/>
            <a:ext cx="192900" cy="1210800"/>
          </a:xfrm>
          <a:prstGeom prst="rightBracket">
            <a:avLst>
              <a:gd fmla="val 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3"/>
          <p:cNvSpPr/>
          <p:nvPr/>
        </p:nvSpPr>
        <p:spPr>
          <a:xfrm>
            <a:off x="3043900" y="3696675"/>
            <a:ext cx="192900" cy="804000"/>
          </a:xfrm>
          <a:prstGeom prst="rightBracket">
            <a:avLst>
              <a:gd fmla="val 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3"/>
          <p:cNvSpPr/>
          <p:nvPr/>
        </p:nvSpPr>
        <p:spPr>
          <a:xfrm>
            <a:off x="8086725" y="4500675"/>
            <a:ext cx="267000" cy="1449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3733125" y="2841550"/>
            <a:ext cx="1914300" cy="1449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3"/>
          <p:cNvSpPr/>
          <p:nvPr/>
        </p:nvSpPr>
        <p:spPr>
          <a:xfrm>
            <a:off x="5264550" y="4070275"/>
            <a:ext cx="2117400" cy="1449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 name="Shape 824"/>
        <p:cNvGrpSpPr/>
        <p:nvPr/>
      </p:nvGrpSpPr>
      <p:grpSpPr>
        <a:xfrm>
          <a:off x="0" y="0"/>
          <a:ext cx="0" cy="0"/>
          <a:chOff x="0" y="0"/>
          <a:chExt cx="0" cy="0"/>
        </a:xfrm>
      </p:grpSpPr>
      <p:sp>
        <p:nvSpPr>
          <p:cNvPr id="825" name="Google Shape;825;p44"/>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trategic planning </a:t>
            </a:r>
            <a:r>
              <a:rPr lang="en"/>
              <a:t>project plan</a:t>
            </a:r>
            <a:endParaRPr/>
          </a:p>
        </p:txBody>
      </p:sp>
      <p:sp>
        <p:nvSpPr>
          <p:cNvPr id="826" name="Google Shape;826;p44"/>
          <p:cNvSpPr txBox="1"/>
          <p:nvPr>
            <p:ph idx="5" type="subTitle"/>
          </p:nvPr>
        </p:nvSpPr>
        <p:spPr>
          <a:xfrm>
            <a:off x="1689800" y="3132538"/>
            <a:ext cx="2612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a:t>
            </a:r>
            <a:endParaRPr/>
          </a:p>
        </p:txBody>
      </p:sp>
      <p:sp>
        <p:nvSpPr>
          <p:cNvPr id="827" name="Google Shape;827;p44"/>
          <p:cNvSpPr txBox="1"/>
          <p:nvPr>
            <p:ph idx="1" type="subTitle"/>
          </p:nvPr>
        </p:nvSpPr>
        <p:spPr>
          <a:xfrm>
            <a:off x="1689800" y="1827338"/>
            <a:ext cx="2612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very high temperatures</a:t>
            </a:r>
            <a:endParaRPr/>
          </a:p>
        </p:txBody>
      </p:sp>
      <p:sp>
        <p:nvSpPr>
          <p:cNvPr id="828" name="Google Shape;828;p44"/>
          <p:cNvSpPr txBox="1"/>
          <p:nvPr>
            <p:ph idx="2" type="subTitle"/>
          </p:nvPr>
        </p:nvSpPr>
        <p:spPr>
          <a:xfrm>
            <a:off x="4841500" y="1827338"/>
            <a:ext cx="2612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of them all</a:t>
            </a:r>
            <a:endParaRPr/>
          </a:p>
        </p:txBody>
      </p:sp>
      <p:sp>
        <p:nvSpPr>
          <p:cNvPr id="829" name="Google Shape;829;p44"/>
          <p:cNvSpPr txBox="1"/>
          <p:nvPr>
            <p:ph idx="3" type="title"/>
          </p:nvPr>
        </p:nvSpPr>
        <p:spPr>
          <a:xfrm>
            <a:off x="1689800" y="1427163"/>
            <a:ext cx="2612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Mission</a:t>
            </a:r>
            <a:endParaRPr/>
          </a:p>
        </p:txBody>
      </p:sp>
      <p:sp>
        <p:nvSpPr>
          <p:cNvPr id="830" name="Google Shape;830;p44"/>
          <p:cNvSpPr txBox="1"/>
          <p:nvPr>
            <p:ph idx="4" type="title"/>
          </p:nvPr>
        </p:nvSpPr>
        <p:spPr>
          <a:xfrm>
            <a:off x="4841500" y="1427163"/>
            <a:ext cx="2612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Vision</a:t>
            </a:r>
            <a:endParaRPr/>
          </a:p>
        </p:txBody>
      </p:sp>
      <p:sp>
        <p:nvSpPr>
          <p:cNvPr id="831" name="Google Shape;831;p44"/>
          <p:cNvSpPr txBox="1"/>
          <p:nvPr>
            <p:ph idx="6" type="subTitle"/>
          </p:nvPr>
        </p:nvSpPr>
        <p:spPr>
          <a:xfrm>
            <a:off x="4841500" y="3132538"/>
            <a:ext cx="2612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the Solar System</a:t>
            </a:r>
            <a:endParaRPr/>
          </a:p>
        </p:txBody>
      </p:sp>
      <p:sp>
        <p:nvSpPr>
          <p:cNvPr id="832" name="Google Shape;832;p44"/>
          <p:cNvSpPr txBox="1"/>
          <p:nvPr>
            <p:ph idx="7" type="title"/>
          </p:nvPr>
        </p:nvSpPr>
        <p:spPr>
          <a:xfrm>
            <a:off x="1689800" y="2732263"/>
            <a:ext cx="2612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833" name="Google Shape;833;p44"/>
          <p:cNvSpPr txBox="1"/>
          <p:nvPr>
            <p:ph idx="8" type="title"/>
          </p:nvPr>
        </p:nvSpPr>
        <p:spPr>
          <a:xfrm>
            <a:off x="4841500" y="2732263"/>
            <a:ext cx="2612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Key Initiatives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 name="Shape 837"/>
        <p:cNvGrpSpPr/>
        <p:nvPr/>
      </p:nvGrpSpPr>
      <p:grpSpPr>
        <a:xfrm>
          <a:off x="0" y="0"/>
          <a:ext cx="0" cy="0"/>
          <a:chOff x="0" y="0"/>
          <a:chExt cx="0" cy="0"/>
        </a:xfrm>
      </p:grpSpPr>
      <p:sp>
        <p:nvSpPr>
          <p:cNvPr id="838" name="Google Shape;838;p45"/>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trategy map</a:t>
            </a:r>
            <a:r>
              <a:rPr lang="en">
                <a:solidFill>
                  <a:schemeClr val="accent1"/>
                </a:solidFill>
              </a:rPr>
              <a:t> </a:t>
            </a:r>
            <a:r>
              <a:rPr lang="en"/>
              <a:t>&amp; balanced scorecard</a:t>
            </a:r>
            <a:endParaRPr/>
          </a:p>
        </p:txBody>
      </p:sp>
      <p:graphicFrame>
        <p:nvGraphicFramePr>
          <p:cNvPr id="839" name="Google Shape;839;p45"/>
          <p:cNvGraphicFramePr/>
          <p:nvPr/>
        </p:nvGraphicFramePr>
        <p:xfrm>
          <a:off x="713225" y="1362075"/>
          <a:ext cx="3000000" cy="3000000"/>
        </p:xfrm>
        <a:graphic>
          <a:graphicData uri="http://schemas.openxmlformats.org/drawingml/2006/table">
            <a:tbl>
              <a:tblPr>
                <a:noFill/>
                <a:tableStyleId>{D6CBFD61-9CC1-4848-B8E2-E103B36D63B7}</a:tableStyleId>
              </a:tblPr>
              <a:tblGrid>
                <a:gridCol w="2030925"/>
                <a:gridCol w="1360725"/>
                <a:gridCol w="1472425"/>
                <a:gridCol w="1401325"/>
                <a:gridCol w="1452100"/>
              </a:tblGrid>
              <a:tr h="54030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P</a:t>
                      </a:r>
                      <a:r>
                        <a:rPr b="1" lang="en" sz="1800">
                          <a:solidFill>
                            <a:schemeClr val="lt1"/>
                          </a:solidFill>
                          <a:latin typeface="Archivo"/>
                          <a:ea typeface="Archivo"/>
                          <a:cs typeface="Archivo"/>
                          <a:sym typeface="Archivo"/>
                        </a:rPr>
                        <a:t>erspectives</a:t>
                      </a:r>
                      <a:endParaRPr b="1" sz="1800">
                        <a:solidFill>
                          <a:schemeClr val="l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gridSpan="4">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S</a:t>
                      </a:r>
                      <a:r>
                        <a:rPr b="1" lang="en" sz="1800">
                          <a:solidFill>
                            <a:schemeClr val="lt1"/>
                          </a:solidFill>
                          <a:latin typeface="Archivo"/>
                          <a:ea typeface="Archivo"/>
                          <a:cs typeface="Archivo"/>
                          <a:sym typeface="Archivo"/>
                        </a:rPr>
                        <a:t>trategic objectives</a:t>
                      </a:r>
                      <a:endParaRPr b="1" sz="1800">
                        <a:solidFill>
                          <a:schemeClr val="l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hMerge="1"/>
                <a:tc hMerge="1"/>
                <a:tc hMerge="1"/>
              </a:tr>
              <a:tr h="67540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Financial</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F1 -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F2 -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F3 -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F4 -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67540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Customer</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C1 -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C2 -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C3 -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C4 -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67540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Internal process</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I1 -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I2 -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I3 -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I4 -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67540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Learning &amp; growth</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L1 -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L2 -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L3 -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L4 - Insert your own text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3" name="Shape 843"/>
        <p:cNvGrpSpPr/>
        <p:nvPr/>
      </p:nvGrpSpPr>
      <p:grpSpPr>
        <a:xfrm>
          <a:off x="0" y="0"/>
          <a:ext cx="0" cy="0"/>
          <a:chOff x="0" y="0"/>
          <a:chExt cx="0" cy="0"/>
        </a:xfrm>
      </p:grpSpPr>
      <p:sp>
        <p:nvSpPr>
          <p:cNvPr id="844" name="Google Shape;844;p4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trategic options:</a:t>
            </a:r>
            <a:r>
              <a:rPr lang="en">
                <a:solidFill>
                  <a:schemeClr val="accent1"/>
                </a:solidFill>
              </a:rPr>
              <a:t> </a:t>
            </a:r>
            <a:r>
              <a:rPr lang="en"/>
              <a:t>risks</a:t>
            </a:r>
            <a:endParaRPr/>
          </a:p>
        </p:txBody>
      </p:sp>
      <p:sp>
        <p:nvSpPr>
          <p:cNvPr id="845" name="Google Shape;845;p46"/>
          <p:cNvSpPr/>
          <p:nvPr/>
        </p:nvSpPr>
        <p:spPr>
          <a:xfrm>
            <a:off x="1976988" y="1403225"/>
            <a:ext cx="2896200" cy="8373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Market development strategy</a:t>
            </a:r>
            <a:endParaRPr b="1" sz="1800">
              <a:solidFill>
                <a:schemeClr val="lt1"/>
              </a:solidFill>
              <a:latin typeface="Archivo"/>
              <a:ea typeface="Archivo"/>
              <a:cs typeface="Archivo"/>
              <a:sym typeface="Archivo"/>
            </a:endParaRPr>
          </a:p>
        </p:txBody>
      </p:sp>
      <p:sp>
        <p:nvSpPr>
          <p:cNvPr id="846" name="Google Shape;846;p46"/>
          <p:cNvSpPr/>
          <p:nvPr/>
        </p:nvSpPr>
        <p:spPr>
          <a:xfrm>
            <a:off x="5072074" y="1403225"/>
            <a:ext cx="2896200" cy="8373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800">
                <a:solidFill>
                  <a:schemeClr val="lt1"/>
                </a:solidFill>
                <a:latin typeface="Archivo"/>
                <a:ea typeface="Archivo"/>
                <a:cs typeface="Archivo"/>
                <a:sym typeface="Archivo"/>
              </a:rPr>
              <a:t>Diversification </a:t>
            </a:r>
            <a:endParaRPr b="1" sz="1800">
              <a:solidFill>
                <a:schemeClr val="lt1"/>
              </a:solidFill>
              <a:latin typeface="Archivo"/>
              <a:ea typeface="Archivo"/>
              <a:cs typeface="Archivo"/>
              <a:sym typeface="Archivo"/>
            </a:endParaRPr>
          </a:p>
          <a:p>
            <a:pPr indent="0" lvl="0" marL="0" rtl="0" algn="ctr">
              <a:spcBef>
                <a:spcPts val="0"/>
              </a:spcBef>
              <a:spcAft>
                <a:spcPts val="0"/>
              </a:spcAft>
              <a:buClr>
                <a:schemeClr val="dk1"/>
              </a:buClr>
              <a:buSzPts val="1100"/>
              <a:buFont typeface="Arial"/>
              <a:buNone/>
            </a:pPr>
            <a:r>
              <a:rPr b="1" lang="en" sz="1800">
                <a:solidFill>
                  <a:schemeClr val="lt1"/>
                </a:solidFill>
                <a:latin typeface="Archivo"/>
                <a:ea typeface="Archivo"/>
                <a:cs typeface="Archivo"/>
                <a:sym typeface="Archivo"/>
              </a:rPr>
              <a:t>strategy</a:t>
            </a:r>
            <a:endParaRPr b="1" sz="1800">
              <a:solidFill>
                <a:schemeClr val="lt1"/>
              </a:solidFill>
              <a:latin typeface="Archivo"/>
              <a:ea typeface="Archivo"/>
              <a:cs typeface="Archivo"/>
              <a:sym typeface="Archivo"/>
            </a:endParaRPr>
          </a:p>
        </p:txBody>
      </p:sp>
      <p:sp>
        <p:nvSpPr>
          <p:cNvPr id="847" name="Google Shape;847;p46"/>
          <p:cNvSpPr/>
          <p:nvPr/>
        </p:nvSpPr>
        <p:spPr>
          <a:xfrm>
            <a:off x="1976988" y="2403203"/>
            <a:ext cx="2896200" cy="8373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800">
                <a:solidFill>
                  <a:schemeClr val="lt1"/>
                </a:solidFill>
                <a:latin typeface="Archivo"/>
                <a:ea typeface="Archivo"/>
                <a:cs typeface="Archivo"/>
                <a:sym typeface="Archivo"/>
              </a:rPr>
              <a:t>Market penetration </a:t>
            </a:r>
            <a:endParaRPr b="1" sz="1800">
              <a:solidFill>
                <a:schemeClr val="lt1"/>
              </a:solidFill>
              <a:latin typeface="Archivo"/>
              <a:ea typeface="Archivo"/>
              <a:cs typeface="Archivo"/>
              <a:sym typeface="Archivo"/>
            </a:endParaRPr>
          </a:p>
          <a:p>
            <a:pPr indent="0" lvl="0" marL="0" rtl="0" algn="ctr">
              <a:spcBef>
                <a:spcPts val="0"/>
              </a:spcBef>
              <a:spcAft>
                <a:spcPts val="0"/>
              </a:spcAft>
              <a:buClr>
                <a:schemeClr val="dk1"/>
              </a:buClr>
              <a:buSzPts val="1100"/>
              <a:buFont typeface="Arial"/>
              <a:buNone/>
            </a:pPr>
            <a:r>
              <a:rPr b="1" lang="en" sz="1800">
                <a:solidFill>
                  <a:schemeClr val="lt1"/>
                </a:solidFill>
                <a:latin typeface="Archivo"/>
                <a:ea typeface="Archivo"/>
                <a:cs typeface="Archivo"/>
                <a:sym typeface="Archivo"/>
              </a:rPr>
              <a:t>strategy</a:t>
            </a:r>
            <a:endParaRPr b="1" sz="1800">
              <a:solidFill>
                <a:schemeClr val="lt1"/>
              </a:solidFill>
              <a:latin typeface="Archivo"/>
              <a:ea typeface="Archivo"/>
              <a:cs typeface="Archivo"/>
              <a:sym typeface="Archivo"/>
            </a:endParaRPr>
          </a:p>
        </p:txBody>
      </p:sp>
      <p:sp>
        <p:nvSpPr>
          <p:cNvPr id="848" name="Google Shape;848;p46"/>
          <p:cNvSpPr/>
          <p:nvPr/>
        </p:nvSpPr>
        <p:spPr>
          <a:xfrm>
            <a:off x="5072074" y="2403203"/>
            <a:ext cx="2896200" cy="8373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800">
                <a:solidFill>
                  <a:schemeClr val="lt1"/>
                </a:solidFill>
                <a:latin typeface="Archivo"/>
                <a:ea typeface="Archivo"/>
                <a:cs typeface="Archivo"/>
                <a:sym typeface="Archivo"/>
              </a:rPr>
              <a:t>Product development strategy</a:t>
            </a:r>
            <a:endParaRPr b="1" sz="1800">
              <a:solidFill>
                <a:schemeClr val="lt1"/>
              </a:solidFill>
              <a:latin typeface="Archivo"/>
              <a:ea typeface="Archivo"/>
              <a:cs typeface="Archivo"/>
              <a:sym typeface="Archivo"/>
            </a:endParaRPr>
          </a:p>
        </p:txBody>
      </p:sp>
      <p:sp>
        <p:nvSpPr>
          <p:cNvPr id="849" name="Google Shape;849;p46"/>
          <p:cNvSpPr txBox="1"/>
          <p:nvPr/>
        </p:nvSpPr>
        <p:spPr>
          <a:xfrm>
            <a:off x="1590475" y="4203800"/>
            <a:ext cx="6840300" cy="40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Use a different color for the strategic option you recommend the company to choose</a:t>
            </a:r>
            <a:endParaRPr>
              <a:latin typeface="Archivo Light"/>
              <a:ea typeface="Archivo Light"/>
              <a:cs typeface="Archivo Light"/>
              <a:sym typeface="Archivo Light"/>
            </a:endParaRPr>
          </a:p>
        </p:txBody>
      </p:sp>
      <p:sp>
        <p:nvSpPr>
          <p:cNvPr id="850" name="Google Shape;850;p46"/>
          <p:cNvSpPr txBox="1"/>
          <p:nvPr/>
        </p:nvSpPr>
        <p:spPr>
          <a:xfrm>
            <a:off x="1977000" y="3641900"/>
            <a:ext cx="59913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Products</a:t>
            </a:r>
            <a:endParaRPr b="1" sz="1800">
              <a:solidFill>
                <a:schemeClr val="accent1"/>
              </a:solidFill>
              <a:latin typeface="Archivo"/>
              <a:ea typeface="Archivo"/>
              <a:cs typeface="Archivo"/>
              <a:sym typeface="Archivo"/>
            </a:endParaRPr>
          </a:p>
        </p:txBody>
      </p:sp>
      <p:sp>
        <p:nvSpPr>
          <p:cNvPr id="851" name="Google Shape;851;p46"/>
          <p:cNvSpPr txBox="1"/>
          <p:nvPr/>
        </p:nvSpPr>
        <p:spPr>
          <a:xfrm rot="-5400000">
            <a:off x="455275" y="2118325"/>
            <a:ext cx="18411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Market</a:t>
            </a:r>
            <a:endParaRPr b="1" sz="1800">
              <a:solidFill>
                <a:schemeClr val="accent1"/>
              </a:solidFill>
              <a:latin typeface="Archivo"/>
              <a:ea typeface="Archivo"/>
              <a:cs typeface="Archivo"/>
              <a:sym typeface="Archivo"/>
            </a:endParaRPr>
          </a:p>
        </p:txBody>
      </p:sp>
      <p:sp>
        <p:nvSpPr>
          <p:cNvPr id="852" name="Google Shape;852;p46"/>
          <p:cNvSpPr txBox="1"/>
          <p:nvPr/>
        </p:nvSpPr>
        <p:spPr>
          <a:xfrm>
            <a:off x="2963388" y="3316700"/>
            <a:ext cx="923400" cy="32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Archivo Light"/>
                <a:ea typeface="Archivo Light"/>
                <a:cs typeface="Archivo Light"/>
                <a:sym typeface="Archivo Light"/>
              </a:rPr>
              <a:t>Current</a:t>
            </a:r>
            <a:endParaRPr>
              <a:latin typeface="Archivo Light"/>
              <a:ea typeface="Archivo Light"/>
              <a:cs typeface="Archivo Light"/>
              <a:sym typeface="Archivo Light"/>
            </a:endParaRPr>
          </a:p>
        </p:txBody>
      </p:sp>
      <p:sp>
        <p:nvSpPr>
          <p:cNvPr id="853" name="Google Shape;853;p46"/>
          <p:cNvSpPr txBox="1"/>
          <p:nvPr/>
        </p:nvSpPr>
        <p:spPr>
          <a:xfrm>
            <a:off x="6058474" y="3316688"/>
            <a:ext cx="923400" cy="32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Archivo Light"/>
                <a:ea typeface="Archivo Light"/>
                <a:cs typeface="Archivo Light"/>
                <a:sym typeface="Archivo Light"/>
              </a:rPr>
              <a:t>New</a:t>
            </a:r>
            <a:endParaRPr>
              <a:latin typeface="Archivo Light"/>
              <a:ea typeface="Archivo Light"/>
              <a:cs typeface="Archivo Light"/>
              <a:sym typeface="Archivo Light"/>
            </a:endParaRPr>
          </a:p>
        </p:txBody>
      </p:sp>
      <p:sp>
        <p:nvSpPr>
          <p:cNvPr id="854" name="Google Shape;854;p46"/>
          <p:cNvSpPr txBox="1"/>
          <p:nvPr/>
        </p:nvSpPr>
        <p:spPr>
          <a:xfrm rot="-5400000">
            <a:off x="1275875" y="2615600"/>
            <a:ext cx="924600" cy="32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Archivo Light"/>
                <a:ea typeface="Archivo Light"/>
                <a:cs typeface="Archivo Light"/>
                <a:sym typeface="Archivo Light"/>
              </a:rPr>
              <a:t>Current</a:t>
            </a:r>
            <a:endParaRPr>
              <a:latin typeface="Archivo Light"/>
              <a:ea typeface="Archivo Light"/>
              <a:cs typeface="Archivo Light"/>
              <a:sym typeface="Archivo Light"/>
            </a:endParaRPr>
          </a:p>
        </p:txBody>
      </p:sp>
      <p:sp>
        <p:nvSpPr>
          <p:cNvPr id="855" name="Google Shape;855;p46"/>
          <p:cNvSpPr txBox="1"/>
          <p:nvPr/>
        </p:nvSpPr>
        <p:spPr>
          <a:xfrm rot="-5400000">
            <a:off x="1275875" y="1703014"/>
            <a:ext cx="924600" cy="32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Archivo Light"/>
                <a:ea typeface="Archivo Light"/>
                <a:cs typeface="Archivo Light"/>
                <a:sym typeface="Archivo Light"/>
              </a:rPr>
              <a:t>New</a:t>
            </a:r>
            <a:endParaRPr>
              <a:latin typeface="Archivo Light"/>
              <a:ea typeface="Archivo Light"/>
              <a:cs typeface="Archivo Light"/>
              <a:sym typeface="Archivo Light"/>
            </a:endParaRPr>
          </a:p>
        </p:txBody>
      </p:sp>
      <p:sp>
        <p:nvSpPr>
          <p:cNvPr id="856" name="Google Shape;856;p46"/>
          <p:cNvSpPr/>
          <p:nvPr/>
        </p:nvSpPr>
        <p:spPr>
          <a:xfrm>
            <a:off x="1217850" y="4241300"/>
            <a:ext cx="325200" cy="3252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47"/>
          <p:cNvSpPr/>
          <p:nvPr/>
        </p:nvSpPr>
        <p:spPr>
          <a:xfrm>
            <a:off x="762700" y="1303550"/>
            <a:ext cx="676200" cy="67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7"/>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I</a:t>
            </a:r>
            <a:r>
              <a:rPr lang="en">
                <a:solidFill>
                  <a:schemeClr val="dk1"/>
                </a:solidFill>
              </a:rPr>
              <a:t>mpact of </a:t>
            </a:r>
            <a:r>
              <a:rPr lang="en"/>
              <a:t>the risks</a:t>
            </a:r>
            <a:endParaRPr/>
          </a:p>
        </p:txBody>
      </p:sp>
      <p:pic>
        <p:nvPicPr>
          <p:cNvPr id="863" name="Google Shape;863;p47" title="Chart">
            <a:hlinkClick r:id="rId3"/>
          </p:cNvPr>
          <p:cNvPicPr preferRelativeResize="0"/>
          <p:nvPr/>
        </p:nvPicPr>
        <p:blipFill rotWithShape="1">
          <a:blip r:embed="rId4">
            <a:alphaModFix/>
          </a:blip>
          <a:srcRect b="0" l="16674" r="17104" t="0"/>
          <a:stretch/>
        </p:blipFill>
        <p:spPr>
          <a:xfrm>
            <a:off x="3133725" y="1228725"/>
            <a:ext cx="2876550" cy="2686049"/>
          </a:xfrm>
          <a:prstGeom prst="rect">
            <a:avLst/>
          </a:prstGeom>
          <a:noFill/>
          <a:ln>
            <a:noFill/>
          </a:ln>
        </p:spPr>
      </p:pic>
      <p:sp>
        <p:nvSpPr>
          <p:cNvPr id="864" name="Google Shape;864;p47"/>
          <p:cNvSpPr txBox="1"/>
          <p:nvPr/>
        </p:nvSpPr>
        <p:spPr>
          <a:xfrm>
            <a:off x="5848412" y="1860800"/>
            <a:ext cx="1582200" cy="820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Archivo Light"/>
                <a:ea typeface="Archivo Light"/>
                <a:cs typeface="Archivo Light"/>
                <a:sym typeface="Archivo Light"/>
              </a:rPr>
              <a:t>Venus is the second planet from the Sun</a:t>
            </a:r>
            <a:endParaRPr>
              <a:latin typeface="Archivo Light"/>
              <a:ea typeface="Archivo Light"/>
              <a:cs typeface="Archivo Light"/>
              <a:sym typeface="Archivo Light"/>
            </a:endParaRPr>
          </a:p>
        </p:txBody>
      </p:sp>
      <p:sp>
        <p:nvSpPr>
          <p:cNvPr id="865" name="Google Shape;865;p47"/>
          <p:cNvSpPr txBox="1"/>
          <p:nvPr/>
        </p:nvSpPr>
        <p:spPr>
          <a:xfrm>
            <a:off x="5848412" y="1441550"/>
            <a:ext cx="1582200" cy="400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accent1"/>
                </a:solidFill>
                <a:latin typeface="Archivo"/>
                <a:ea typeface="Archivo"/>
                <a:cs typeface="Archivo"/>
                <a:sym typeface="Archivo"/>
              </a:rPr>
              <a:t>Venus</a:t>
            </a:r>
            <a:endParaRPr b="1" sz="1800">
              <a:solidFill>
                <a:schemeClr val="accent1"/>
              </a:solidFill>
              <a:latin typeface="Archivo"/>
              <a:ea typeface="Archivo"/>
              <a:cs typeface="Archivo"/>
              <a:sym typeface="Archivo"/>
            </a:endParaRPr>
          </a:p>
        </p:txBody>
      </p:sp>
      <p:sp>
        <p:nvSpPr>
          <p:cNvPr id="866" name="Google Shape;866;p47"/>
          <p:cNvSpPr txBox="1"/>
          <p:nvPr/>
        </p:nvSpPr>
        <p:spPr>
          <a:xfrm>
            <a:off x="5848412" y="3342600"/>
            <a:ext cx="1582200" cy="820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Archivo Light"/>
                <a:ea typeface="Archivo Light"/>
                <a:cs typeface="Archivo Light"/>
                <a:sym typeface="Archivo Light"/>
              </a:rPr>
              <a:t>Despite being red, Mars is actually a cold place</a:t>
            </a:r>
            <a:endParaRPr>
              <a:latin typeface="Archivo Light"/>
              <a:ea typeface="Archivo Light"/>
              <a:cs typeface="Archivo Light"/>
              <a:sym typeface="Archivo Light"/>
            </a:endParaRPr>
          </a:p>
        </p:txBody>
      </p:sp>
      <p:sp>
        <p:nvSpPr>
          <p:cNvPr id="867" name="Google Shape;867;p47"/>
          <p:cNvSpPr txBox="1"/>
          <p:nvPr/>
        </p:nvSpPr>
        <p:spPr>
          <a:xfrm>
            <a:off x="5848412" y="2919300"/>
            <a:ext cx="1582200" cy="400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accent1"/>
                </a:solidFill>
                <a:latin typeface="Archivo"/>
                <a:ea typeface="Archivo"/>
                <a:cs typeface="Archivo"/>
                <a:sym typeface="Archivo"/>
              </a:rPr>
              <a:t>Mars</a:t>
            </a:r>
            <a:endParaRPr b="1" sz="1800">
              <a:solidFill>
                <a:schemeClr val="accent1"/>
              </a:solidFill>
              <a:latin typeface="Archivo"/>
              <a:ea typeface="Archivo"/>
              <a:cs typeface="Archivo"/>
              <a:sym typeface="Archivo"/>
            </a:endParaRPr>
          </a:p>
        </p:txBody>
      </p:sp>
      <p:sp>
        <p:nvSpPr>
          <p:cNvPr id="868" name="Google Shape;868;p47"/>
          <p:cNvSpPr txBox="1"/>
          <p:nvPr/>
        </p:nvSpPr>
        <p:spPr>
          <a:xfrm>
            <a:off x="1562225" y="1865525"/>
            <a:ext cx="1582200" cy="82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Saturn is a gas giant and has several rings</a:t>
            </a:r>
            <a:endParaRPr>
              <a:latin typeface="Archivo Light"/>
              <a:ea typeface="Archivo Light"/>
              <a:cs typeface="Archivo Light"/>
              <a:sym typeface="Archivo Light"/>
            </a:endParaRPr>
          </a:p>
        </p:txBody>
      </p:sp>
      <p:sp>
        <p:nvSpPr>
          <p:cNvPr id="869" name="Google Shape;869;p47"/>
          <p:cNvSpPr txBox="1"/>
          <p:nvPr/>
        </p:nvSpPr>
        <p:spPr>
          <a:xfrm>
            <a:off x="1562225" y="1441550"/>
            <a:ext cx="15822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Saturn</a:t>
            </a:r>
            <a:endParaRPr b="1" sz="1800">
              <a:solidFill>
                <a:schemeClr val="accent1"/>
              </a:solidFill>
              <a:latin typeface="Archivo"/>
              <a:ea typeface="Archivo"/>
              <a:cs typeface="Archivo"/>
              <a:sym typeface="Archivo"/>
            </a:endParaRPr>
          </a:p>
        </p:txBody>
      </p:sp>
      <p:sp>
        <p:nvSpPr>
          <p:cNvPr id="870" name="Google Shape;870;p47"/>
          <p:cNvSpPr txBox="1"/>
          <p:nvPr/>
        </p:nvSpPr>
        <p:spPr>
          <a:xfrm>
            <a:off x="1562225" y="3342600"/>
            <a:ext cx="1582200" cy="82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Jupiter is the biggest planet in the Solar System</a:t>
            </a:r>
            <a:endParaRPr>
              <a:latin typeface="Archivo Light"/>
              <a:ea typeface="Archivo Light"/>
              <a:cs typeface="Archivo Light"/>
              <a:sym typeface="Archivo Light"/>
            </a:endParaRPr>
          </a:p>
        </p:txBody>
      </p:sp>
      <p:sp>
        <p:nvSpPr>
          <p:cNvPr id="871" name="Google Shape;871;p47"/>
          <p:cNvSpPr txBox="1"/>
          <p:nvPr/>
        </p:nvSpPr>
        <p:spPr>
          <a:xfrm>
            <a:off x="1562225" y="2919300"/>
            <a:ext cx="15822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Jupiter</a:t>
            </a:r>
            <a:endParaRPr b="1" sz="1800">
              <a:solidFill>
                <a:schemeClr val="accent1"/>
              </a:solidFill>
              <a:latin typeface="Archivo"/>
              <a:ea typeface="Archivo"/>
              <a:cs typeface="Archivo"/>
              <a:sym typeface="Archivo"/>
            </a:endParaRPr>
          </a:p>
        </p:txBody>
      </p:sp>
      <p:sp>
        <p:nvSpPr>
          <p:cNvPr id="872" name="Google Shape;872;p47"/>
          <p:cNvSpPr txBox="1"/>
          <p:nvPr/>
        </p:nvSpPr>
        <p:spPr>
          <a:xfrm>
            <a:off x="714400" y="1441550"/>
            <a:ext cx="7728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30%</a:t>
            </a:r>
            <a:endParaRPr b="1" sz="1800">
              <a:solidFill>
                <a:schemeClr val="lt1"/>
              </a:solidFill>
              <a:latin typeface="Archivo"/>
              <a:ea typeface="Archivo"/>
              <a:cs typeface="Archivo"/>
              <a:sym typeface="Archivo"/>
            </a:endParaRPr>
          </a:p>
        </p:txBody>
      </p:sp>
      <p:sp>
        <p:nvSpPr>
          <p:cNvPr id="873" name="Google Shape;873;p47"/>
          <p:cNvSpPr/>
          <p:nvPr/>
        </p:nvSpPr>
        <p:spPr>
          <a:xfrm>
            <a:off x="762700" y="2789451"/>
            <a:ext cx="676200" cy="676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7"/>
          <p:cNvSpPr txBox="1"/>
          <p:nvPr/>
        </p:nvSpPr>
        <p:spPr>
          <a:xfrm>
            <a:off x="714400" y="2927451"/>
            <a:ext cx="7728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20</a:t>
            </a:r>
            <a:r>
              <a:rPr b="1" lang="en" sz="1800">
                <a:solidFill>
                  <a:schemeClr val="lt1"/>
                </a:solidFill>
                <a:latin typeface="Archivo"/>
                <a:ea typeface="Archivo"/>
                <a:cs typeface="Archivo"/>
                <a:sym typeface="Archivo"/>
              </a:rPr>
              <a:t>%</a:t>
            </a:r>
            <a:endParaRPr b="1" sz="1800">
              <a:solidFill>
                <a:schemeClr val="lt1"/>
              </a:solidFill>
              <a:latin typeface="Archivo"/>
              <a:ea typeface="Archivo"/>
              <a:cs typeface="Archivo"/>
              <a:sym typeface="Archivo"/>
            </a:endParaRPr>
          </a:p>
        </p:txBody>
      </p:sp>
      <p:sp>
        <p:nvSpPr>
          <p:cNvPr id="875" name="Google Shape;875;p47"/>
          <p:cNvSpPr/>
          <p:nvPr/>
        </p:nvSpPr>
        <p:spPr>
          <a:xfrm>
            <a:off x="7534775" y="1303550"/>
            <a:ext cx="676200" cy="676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txBox="1"/>
          <p:nvPr/>
        </p:nvSpPr>
        <p:spPr>
          <a:xfrm>
            <a:off x="7486475" y="1441550"/>
            <a:ext cx="7728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45</a:t>
            </a:r>
            <a:r>
              <a:rPr b="1" lang="en" sz="1800">
                <a:solidFill>
                  <a:schemeClr val="lt1"/>
                </a:solidFill>
                <a:latin typeface="Archivo"/>
                <a:ea typeface="Archivo"/>
                <a:cs typeface="Archivo"/>
                <a:sym typeface="Archivo"/>
              </a:rPr>
              <a:t>%</a:t>
            </a:r>
            <a:endParaRPr b="1" sz="1800">
              <a:solidFill>
                <a:schemeClr val="lt1"/>
              </a:solidFill>
              <a:latin typeface="Archivo"/>
              <a:ea typeface="Archivo"/>
              <a:cs typeface="Archivo"/>
              <a:sym typeface="Archivo"/>
            </a:endParaRPr>
          </a:p>
        </p:txBody>
      </p:sp>
      <p:sp>
        <p:nvSpPr>
          <p:cNvPr id="877" name="Google Shape;877;p47"/>
          <p:cNvSpPr/>
          <p:nvPr/>
        </p:nvSpPr>
        <p:spPr>
          <a:xfrm>
            <a:off x="7534775" y="2789451"/>
            <a:ext cx="676200" cy="676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txBox="1"/>
          <p:nvPr/>
        </p:nvSpPr>
        <p:spPr>
          <a:xfrm>
            <a:off x="7486475" y="2927451"/>
            <a:ext cx="7728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5</a:t>
            </a:r>
            <a:r>
              <a:rPr b="1" lang="en" sz="1800">
                <a:solidFill>
                  <a:schemeClr val="lt1"/>
                </a:solidFill>
                <a:latin typeface="Archivo"/>
                <a:ea typeface="Archivo"/>
                <a:cs typeface="Archivo"/>
                <a:sym typeface="Archivo"/>
              </a:rPr>
              <a:t>%</a:t>
            </a:r>
            <a:endParaRPr b="1" sz="1800">
              <a:solidFill>
                <a:schemeClr val="lt1"/>
              </a:solidFill>
              <a:latin typeface="Archivo"/>
              <a:ea typeface="Archivo"/>
              <a:cs typeface="Archivo"/>
              <a:sym typeface="Archivo"/>
            </a:endParaRPr>
          </a:p>
        </p:txBody>
      </p:sp>
      <p:sp>
        <p:nvSpPr>
          <p:cNvPr id="879" name="Google Shape;879;p47"/>
          <p:cNvSpPr txBox="1"/>
          <p:nvPr/>
        </p:nvSpPr>
        <p:spPr>
          <a:xfrm>
            <a:off x="713325" y="4251500"/>
            <a:ext cx="7717500" cy="352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100">
                <a:solidFill>
                  <a:schemeClr val="dk1"/>
                </a:solidFill>
                <a:latin typeface="Archivo Light"/>
                <a:ea typeface="Archivo Light"/>
                <a:cs typeface="Archivo Light"/>
                <a:sym typeface="Archivo Light"/>
              </a:rPr>
              <a:t>* Follow the link in the graph to modify its data and then paste the new one here. </a:t>
            </a:r>
            <a:r>
              <a:rPr b="1" lang="en" sz="1100">
                <a:solidFill>
                  <a:schemeClr val="dk1"/>
                </a:solidFill>
                <a:uFill>
                  <a:noFill/>
                </a:uFill>
                <a:latin typeface="Archivo"/>
                <a:ea typeface="Archivo"/>
                <a:cs typeface="Archivo"/>
                <a:sym typeface="Archivo"/>
                <a:hlinkClick r:id="rId5">
                  <a:extLst>
                    <a:ext uri="{A12FA001-AC4F-418D-AE19-62706E023703}">
                      <ahyp:hlinkClr val="tx"/>
                    </a:ext>
                  </a:extLst>
                </a:hlinkClick>
              </a:rPr>
              <a:t>For more info, click here</a:t>
            </a:r>
            <a:endParaRPr b="1" sz="1100">
              <a:solidFill>
                <a:schemeClr val="dk1"/>
              </a:solidFill>
              <a:latin typeface="Archivo"/>
              <a:ea typeface="Archivo"/>
              <a:cs typeface="Archivo"/>
              <a:sym typeface="Archivo"/>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 name="Shape 883"/>
        <p:cNvGrpSpPr/>
        <p:nvPr/>
      </p:nvGrpSpPr>
      <p:grpSpPr>
        <a:xfrm>
          <a:off x="0" y="0"/>
          <a:ext cx="0" cy="0"/>
          <a:chOff x="0" y="0"/>
          <a:chExt cx="0" cy="0"/>
        </a:xfrm>
      </p:grpSpPr>
      <p:sp>
        <p:nvSpPr>
          <p:cNvPr id="884" name="Google Shape;884;p48"/>
          <p:cNvSpPr/>
          <p:nvPr/>
        </p:nvSpPr>
        <p:spPr>
          <a:xfrm>
            <a:off x="6543713" y="1622000"/>
            <a:ext cx="790500" cy="790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a:off x="4176750" y="1622000"/>
            <a:ext cx="790500" cy="790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a:off x="1809788" y="1622000"/>
            <a:ext cx="790500" cy="790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a:t>
            </a:r>
            <a:r>
              <a:rPr lang="en">
                <a:solidFill>
                  <a:schemeClr val="dk1"/>
                </a:solidFill>
              </a:rPr>
              <a:t>orporate </a:t>
            </a:r>
            <a:r>
              <a:rPr lang="en"/>
              <a:t>strategies</a:t>
            </a:r>
            <a:endParaRPr/>
          </a:p>
        </p:txBody>
      </p:sp>
      <p:sp>
        <p:nvSpPr>
          <p:cNvPr id="888" name="Google Shape;888;p48"/>
          <p:cNvSpPr txBox="1"/>
          <p:nvPr>
            <p:ph idx="1" type="subTitle"/>
          </p:nvPr>
        </p:nvSpPr>
        <p:spPr>
          <a:xfrm>
            <a:off x="1159688" y="3005067"/>
            <a:ext cx="2090700" cy="79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889" name="Google Shape;889;p48"/>
          <p:cNvSpPr txBox="1"/>
          <p:nvPr>
            <p:ph idx="2" type="subTitle"/>
          </p:nvPr>
        </p:nvSpPr>
        <p:spPr>
          <a:xfrm>
            <a:off x="3526650" y="3005067"/>
            <a:ext cx="2090700" cy="79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90" name="Google Shape;890;p48"/>
          <p:cNvSpPr txBox="1"/>
          <p:nvPr>
            <p:ph idx="3" type="title"/>
          </p:nvPr>
        </p:nvSpPr>
        <p:spPr>
          <a:xfrm>
            <a:off x="1159688" y="2591463"/>
            <a:ext cx="2090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91" name="Google Shape;891;p48"/>
          <p:cNvSpPr txBox="1"/>
          <p:nvPr>
            <p:ph idx="4" type="title"/>
          </p:nvPr>
        </p:nvSpPr>
        <p:spPr>
          <a:xfrm>
            <a:off x="3526650" y="2591463"/>
            <a:ext cx="2090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92" name="Google Shape;892;p48"/>
          <p:cNvSpPr txBox="1"/>
          <p:nvPr>
            <p:ph idx="5" type="subTitle"/>
          </p:nvPr>
        </p:nvSpPr>
        <p:spPr>
          <a:xfrm>
            <a:off x="5893613" y="3005067"/>
            <a:ext cx="2090700" cy="79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893" name="Google Shape;893;p48"/>
          <p:cNvSpPr txBox="1"/>
          <p:nvPr>
            <p:ph idx="6" type="title"/>
          </p:nvPr>
        </p:nvSpPr>
        <p:spPr>
          <a:xfrm>
            <a:off x="5893613" y="2591463"/>
            <a:ext cx="2090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94" name="Google Shape;894;p48"/>
          <p:cNvSpPr/>
          <p:nvPr/>
        </p:nvSpPr>
        <p:spPr>
          <a:xfrm>
            <a:off x="6760118" y="183858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 name="Google Shape;895;p48"/>
          <p:cNvGrpSpPr/>
          <p:nvPr/>
        </p:nvGrpSpPr>
        <p:grpSpPr>
          <a:xfrm>
            <a:off x="4386535" y="1831975"/>
            <a:ext cx="370930" cy="370549"/>
            <a:chOff x="2497275" y="2744159"/>
            <a:chExt cx="370930" cy="370549"/>
          </a:xfrm>
        </p:grpSpPr>
        <p:sp>
          <p:nvSpPr>
            <p:cNvPr id="896" name="Google Shape;896;p4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48"/>
          <p:cNvGrpSpPr/>
          <p:nvPr/>
        </p:nvGrpSpPr>
        <p:grpSpPr>
          <a:xfrm>
            <a:off x="2019096" y="1834405"/>
            <a:ext cx="371883" cy="365691"/>
            <a:chOff x="860940" y="2746477"/>
            <a:chExt cx="371883" cy="365691"/>
          </a:xfrm>
        </p:grpSpPr>
        <p:sp>
          <p:nvSpPr>
            <p:cNvPr id="903" name="Google Shape;903;p4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1" name="Shape 911"/>
        <p:cNvGrpSpPr/>
        <p:nvPr/>
      </p:nvGrpSpPr>
      <p:grpSpPr>
        <a:xfrm>
          <a:off x="0" y="0"/>
          <a:ext cx="0" cy="0"/>
          <a:chOff x="0" y="0"/>
          <a:chExt cx="0" cy="0"/>
        </a:xfrm>
      </p:grpSpPr>
      <p:sp>
        <p:nvSpPr>
          <p:cNvPr id="912" name="Google Shape;912;p4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K</a:t>
            </a:r>
            <a:r>
              <a:rPr lang="en">
                <a:solidFill>
                  <a:schemeClr val="dk1"/>
                </a:solidFill>
              </a:rPr>
              <a:t>ey drivers of</a:t>
            </a:r>
            <a:r>
              <a:rPr lang="en"/>
              <a:t> the profit</a:t>
            </a:r>
            <a:endParaRPr/>
          </a:p>
        </p:txBody>
      </p:sp>
      <p:graphicFrame>
        <p:nvGraphicFramePr>
          <p:cNvPr id="913" name="Google Shape;913;p49"/>
          <p:cNvGraphicFramePr/>
          <p:nvPr/>
        </p:nvGraphicFramePr>
        <p:xfrm>
          <a:off x="860875" y="1333500"/>
          <a:ext cx="3000000" cy="3000000"/>
        </p:xfrm>
        <a:graphic>
          <a:graphicData uri="http://schemas.openxmlformats.org/drawingml/2006/table">
            <a:tbl>
              <a:tblPr>
                <a:noFill/>
                <a:tableStyleId>{D6CBFD61-9CC1-4848-B8E2-E103B36D63B7}</a:tableStyleId>
              </a:tblPr>
              <a:tblGrid>
                <a:gridCol w="2201025"/>
                <a:gridCol w="2743950"/>
                <a:gridCol w="2477250"/>
              </a:tblGrid>
              <a:tr h="381000">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D</a:t>
                      </a:r>
                      <a:r>
                        <a:rPr b="1" lang="en" sz="1800">
                          <a:solidFill>
                            <a:schemeClr val="lt1"/>
                          </a:solidFill>
                          <a:latin typeface="Archivo"/>
                          <a:ea typeface="Archivo"/>
                          <a:cs typeface="Archivo"/>
                          <a:sym typeface="Archivo"/>
                        </a:rPr>
                        <a:t>escription</a:t>
                      </a:r>
                      <a:endParaRPr b="1" sz="1800">
                        <a:solidFill>
                          <a:schemeClr val="l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E</a:t>
                      </a:r>
                      <a:r>
                        <a:rPr b="1" lang="en" sz="1800">
                          <a:solidFill>
                            <a:schemeClr val="lt1"/>
                          </a:solidFill>
                          <a:latin typeface="Archivo"/>
                          <a:ea typeface="Archivo"/>
                          <a:cs typeface="Archivo"/>
                          <a:sym typeface="Archivo"/>
                        </a:rPr>
                        <a:t>xample</a:t>
                      </a:r>
                      <a:endParaRPr b="1" sz="1800">
                        <a:solidFill>
                          <a:schemeClr val="l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r>
              <a:tr h="1036300">
                <a:tc>
                  <a:txBody>
                    <a:bodyPr/>
                    <a:lstStyle/>
                    <a:p>
                      <a:pPr indent="0" lvl="0" marL="0" rtl="0" algn="l">
                        <a:spcBef>
                          <a:spcPts val="0"/>
                        </a:spcBef>
                        <a:spcAft>
                          <a:spcPts val="0"/>
                        </a:spcAft>
                        <a:buNone/>
                      </a:pPr>
                      <a:r>
                        <a:rPr b="1" lang="en" sz="1800">
                          <a:solidFill>
                            <a:schemeClr val="lt1"/>
                          </a:solidFill>
                          <a:latin typeface="Archivo"/>
                          <a:ea typeface="Archivo"/>
                          <a:cs typeface="Archivo"/>
                          <a:sym typeface="Archivo"/>
                        </a:rPr>
                        <a:t>T</a:t>
                      </a:r>
                      <a:r>
                        <a:rPr b="1" lang="en" sz="1800">
                          <a:solidFill>
                            <a:schemeClr val="lt1"/>
                          </a:solidFill>
                          <a:latin typeface="Archivo"/>
                          <a:ea typeface="Archivo"/>
                          <a:cs typeface="Archivo"/>
                          <a:sym typeface="Archivo"/>
                        </a:rPr>
                        <a:t>he situation</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You need to provide a neutral description with facts that you know your audience will agree on</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Our company has been selling its products in the US for 10 years, with an annual profit growth above 10%</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822925">
                <a:tc>
                  <a:txBody>
                    <a:bodyPr/>
                    <a:lstStyle/>
                    <a:p>
                      <a:pPr indent="0" lvl="0" marL="0" rtl="0" algn="l">
                        <a:spcBef>
                          <a:spcPts val="0"/>
                        </a:spcBef>
                        <a:spcAft>
                          <a:spcPts val="0"/>
                        </a:spcAft>
                        <a:buNone/>
                      </a:pPr>
                      <a:r>
                        <a:rPr b="1" lang="en" sz="1800">
                          <a:solidFill>
                            <a:schemeClr val="lt1"/>
                          </a:solidFill>
                          <a:latin typeface="Archivo"/>
                          <a:ea typeface="Archivo"/>
                          <a:cs typeface="Archivo"/>
                          <a:sym typeface="Archivo"/>
                        </a:rPr>
                        <a:t>T</a:t>
                      </a:r>
                      <a:r>
                        <a:rPr b="1" lang="en" sz="1800">
                          <a:solidFill>
                            <a:schemeClr val="lt1"/>
                          </a:solidFill>
                          <a:latin typeface="Archivo"/>
                          <a:ea typeface="Archivo"/>
                          <a:cs typeface="Archivo"/>
                          <a:sym typeface="Archivo"/>
                        </a:rPr>
                        <a:t>he complication</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The complication is a desired change of the current situation</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With a market share already above 40%, profit growth will be limited in the US</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9575">
                <a:tc>
                  <a:txBody>
                    <a:bodyPr/>
                    <a:lstStyle/>
                    <a:p>
                      <a:pPr indent="0" lvl="0" marL="0" rtl="0" algn="l">
                        <a:spcBef>
                          <a:spcPts val="0"/>
                        </a:spcBef>
                        <a:spcAft>
                          <a:spcPts val="0"/>
                        </a:spcAft>
                        <a:buNone/>
                      </a:pPr>
                      <a:r>
                        <a:rPr b="1" lang="en" sz="1800">
                          <a:solidFill>
                            <a:schemeClr val="lt1"/>
                          </a:solidFill>
                          <a:latin typeface="Archivo"/>
                          <a:ea typeface="Archivo"/>
                          <a:cs typeface="Archivo"/>
                          <a:sym typeface="Archivo"/>
                        </a:rPr>
                        <a:t>T</a:t>
                      </a:r>
                      <a:r>
                        <a:rPr b="1" lang="en" sz="1800">
                          <a:solidFill>
                            <a:schemeClr val="lt1"/>
                          </a:solidFill>
                          <a:latin typeface="Archivo"/>
                          <a:ea typeface="Archivo"/>
                          <a:cs typeface="Archivo"/>
                          <a:sym typeface="Archivo"/>
                        </a:rPr>
                        <a:t>he question</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The question that implicitly results from the complication</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Should we enter the European market?</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 name="Shape 917"/>
        <p:cNvGrpSpPr/>
        <p:nvPr/>
      </p:nvGrpSpPr>
      <p:grpSpPr>
        <a:xfrm>
          <a:off x="0" y="0"/>
          <a:ext cx="0" cy="0"/>
          <a:chOff x="0" y="0"/>
          <a:chExt cx="0" cy="0"/>
        </a:xfrm>
      </p:grpSpPr>
      <p:sp>
        <p:nvSpPr>
          <p:cNvPr id="918" name="Google Shape;918;p50"/>
          <p:cNvSpPr/>
          <p:nvPr/>
        </p:nvSpPr>
        <p:spPr>
          <a:xfrm>
            <a:off x="6836250" y="2161125"/>
            <a:ext cx="393600" cy="3936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3449187" y="4200600"/>
            <a:ext cx="1857600" cy="393600"/>
          </a:xfrm>
          <a:prstGeom prst="roundRect">
            <a:avLst>
              <a:gd fmla="val 50000" name="adj"/>
            </a:avLst>
          </a:pr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txBox="1"/>
          <p:nvPr>
            <p:ph type="title"/>
          </p:nvPr>
        </p:nvSpPr>
        <p:spPr>
          <a:xfrm>
            <a:off x="713225" y="445025"/>
            <a:ext cx="6716400" cy="104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a:t>
            </a:r>
            <a:r>
              <a:rPr lang="en">
                <a:solidFill>
                  <a:schemeClr val="dk1"/>
                </a:solidFill>
              </a:rPr>
              <a:t>ecisions:</a:t>
            </a:r>
            <a:r>
              <a:rPr lang="en">
                <a:solidFill>
                  <a:schemeClr val="accent1"/>
                </a:solidFill>
              </a:rPr>
              <a:t> </a:t>
            </a:r>
            <a:r>
              <a:rPr lang="en"/>
              <a:t>new market, new product, new company</a:t>
            </a:r>
            <a:endParaRPr/>
          </a:p>
        </p:txBody>
      </p:sp>
      <p:sp>
        <p:nvSpPr>
          <p:cNvPr id="921" name="Google Shape;921;p50"/>
          <p:cNvSpPr/>
          <p:nvPr/>
        </p:nvSpPr>
        <p:spPr>
          <a:xfrm>
            <a:off x="2143863" y="2686800"/>
            <a:ext cx="2157900" cy="10860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Profitability</a:t>
            </a:r>
            <a:endParaRPr b="1" sz="1800">
              <a:solidFill>
                <a:schemeClr val="lt1"/>
              </a:solidFill>
              <a:latin typeface="Archivo"/>
              <a:ea typeface="Archivo"/>
              <a:cs typeface="Archivo"/>
              <a:sym typeface="Archivo"/>
            </a:endParaRPr>
          </a:p>
        </p:txBody>
      </p:sp>
      <p:sp>
        <p:nvSpPr>
          <p:cNvPr id="922" name="Google Shape;922;p50"/>
          <p:cNvSpPr/>
          <p:nvPr/>
        </p:nvSpPr>
        <p:spPr>
          <a:xfrm>
            <a:off x="4454188" y="2686800"/>
            <a:ext cx="2157900" cy="1086000"/>
          </a:xfrm>
          <a:prstGeom prst="roundRect">
            <a:avLst>
              <a:gd fmla="val 50000" name="adj"/>
            </a:avLst>
          </a:prstGeom>
          <a:gradFill>
            <a:gsLst>
              <a:gs pos="0">
                <a:srgbClr val="8F76F5"/>
              </a:gs>
              <a:gs pos="48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Feasibility</a:t>
            </a:r>
            <a:endParaRPr b="1" sz="1800">
              <a:solidFill>
                <a:schemeClr val="lt1"/>
              </a:solidFill>
              <a:latin typeface="Archivo"/>
              <a:ea typeface="Archivo"/>
              <a:cs typeface="Archivo"/>
              <a:sym typeface="Archivo"/>
            </a:endParaRPr>
          </a:p>
        </p:txBody>
      </p:sp>
      <p:sp>
        <p:nvSpPr>
          <p:cNvPr id="923" name="Google Shape;923;p50"/>
          <p:cNvSpPr/>
          <p:nvPr/>
        </p:nvSpPr>
        <p:spPr>
          <a:xfrm>
            <a:off x="3299037" y="1886700"/>
            <a:ext cx="2157900" cy="10860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Desirability</a:t>
            </a:r>
            <a:endParaRPr b="1" sz="1800">
              <a:solidFill>
                <a:schemeClr val="lt1"/>
              </a:solidFill>
              <a:latin typeface="Archivo"/>
              <a:ea typeface="Archivo"/>
              <a:cs typeface="Archivo"/>
              <a:sym typeface="Archivo"/>
            </a:endParaRPr>
          </a:p>
        </p:txBody>
      </p:sp>
      <p:sp>
        <p:nvSpPr>
          <p:cNvPr id="924" name="Google Shape;924;p50"/>
          <p:cNvSpPr/>
          <p:nvPr/>
        </p:nvSpPr>
        <p:spPr>
          <a:xfrm>
            <a:off x="4181187" y="2790825"/>
            <a:ext cx="393600" cy="393600"/>
          </a:xfrm>
          <a:prstGeom prst="ellipse">
            <a:avLst/>
          </a:pr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 name="Google Shape;925;p50"/>
          <p:cNvCxnSpPr>
            <a:stCxn id="924" idx="4"/>
            <a:endCxn id="926" idx="0"/>
          </p:cNvCxnSpPr>
          <p:nvPr/>
        </p:nvCxnSpPr>
        <p:spPr>
          <a:xfrm>
            <a:off x="4377987" y="3184425"/>
            <a:ext cx="0" cy="978000"/>
          </a:xfrm>
          <a:prstGeom prst="straightConnector1">
            <a:avLst/>
          </a:prstGeom>
          <a:noFill/>
          <a:ln cap="flat" cmpd="sng" w="9525">
            <a:solidFill>
              <a:schemeClr val="dk1"/>
            </a:solidFill>
            <a:prstDash val="solid"/>
            <a:round/>
            <a:headEnd len="med" w="med" type="none"/>
            <a:tailEnd len="med" w="med" type="none"/>
          </a:ln>
        </p:spPr>
      </p:cxnSp>
      <p:sp>
        <p:nvSpPr>
          <p:cNvPr id="926" name="Google Shape;926;p50"/>
          <p:cNvSpPr txBox="1"/>
          <p:nvPr/>
        </p:nvSpPr>
        <p:spPr>
          <a:xfrm>
            <a:off x="3586887" y="4162500"/>
            <a:ext cx="1582200" cy="39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S</a:t>
            </a:r>
            <a:r>
              <a:rPr b="1" lang="en" sz="1800">
                <a:solidFill>
                  <a:schemeClr val="accent1"/>
                </a:solidFill>
                <a:latin typeface="Archivo"/>
                <a:ea typeface="Archivo"/>
                <a:cs typeface="Archivo"/>
                <a:sym typeface="Archivo"/>
              </a:rPr>
              <a:t>weet spot</a:t>
            </a:r>
            <a:endParaRPr b="1" sz="1800">
              <a:solidFill>
                <a:schemeClr val="accent1"/>
              </a:solidFill>
              <a:latin typeface="Archivo"/>
              <a:ea typeface="Archivo"/>
              <a:cs typeface="Archivo"/>
              <a:sym typeface="Archivo"/>
            </a:endParaRPr>
          </a:p>
        </p:txBody>
      </p:sp>
      <p:sp>
        <p:nvSpPr>
          <p:cNvPr id="927" name="Google Shape;927;p50"/>
          <p:cNvSpPr txBox="1"/>
          <p:nvPr/>
        </p:nvSpPr>
        <p:spPr>
          <a:xfrm>
            <a:off x="6802725" y="1652925"/>
            <a:ext cx="1636800" cy="1042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What is the potential demand for our product in this new market?</a:t>
            </a:r>
            <a:endParaRPr>
              <a:solidFill>
                <a:schemeClr val="dk1"/>
              </a:solidFill>
              <a:latin typeface="Archivo Light"/>
              <a:ea typeface="Archivo Light"/>
              <a:cs typeface="Archivo Light"/>
              <a:sym typeface="Archivo Light"/>
            </a:endParaRPr>
          </a:p>
        </p:txBody>
      </p:sp>
      <p:sp>
        <p:nvSpPr>
          <p:cNvPr id="928" name="Google Shape;928;p50"/>
          <p:cNvSpPr txBox="1"/>
          <p:nvPr/>
        </p:nvSpPr>
        <p:spPr>
          <a:xfrm>
            <a:off x="6802725" y="3192800"/>
            <a:ext cx="1636800" cy="1042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What is the feasibility to enter this new market?</a:t>
            </a:r>
            <a:endParaRPr>
              <a:solidFill>
                <a:schemeClr val="dk1"/>
              </a:solidFill>
              <a:latin typeface="Archivo Light"/>
              <a:ea typeface="Archivo Light"/>
              <a:cs typeface="Archivo Light"/>
              <a:sym typeface="Archivo Light"/>
            </a:endParaRPr>
          </a:p>
        </p:txBody>
      </p:sp>
      <p:sp>
        <p:nvSpPr>
          <p:cNvPr id="929" name="Google Shape;929;p50"/>
          <p:cNvSpPr txBox="1"/>
          <p:nvPr/>
        </p:nvSpPr>
        <p:spPr>
          <a:xfrm>
            <a:off x="704475" y="1652925"/>
            <a:ext cx="1639500" cy="104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What will be the profitability of this strategic initiative?</a:t>
            </a:r>
            <a:endParaRPr>
              <a:solidFill>
                <a:schemeClr val="dk1"/>
              </a:solidFill>
              <a:latin typeface="Archivo Light"/>
              <a:ea typeface="Archivo Light"/>
              <a:cs typeface="Archivo Light"/>
              <a:sym typeface="Archivo Light"/>
            </a:endParaRPr>
          </a:p>
        </p:txBody>
      </p:sp>
      <p:cxnSp>
        <p:nvCxnSpPr>
          <p:cNvPr id="930" name="Google Shape;930;p50"/>
          <p:cNvCxnSpPr>
            <a:stCxn id="922" idx="3"/>
            <a:endCxn id="928" idx="1"/>
          </p:cNvCxnSpPr>
          <p:nvPr/>
        </p:nvCxnSpPr>
        <p:spPr>
          <a:xfrm>
            <a:off x="6612088" y="3229800"/>
            <a:ext cx="190500" cy="484500"/>
          </a:xfrm>
          <a:prstGeom prst="bentConnector3">
            <a:avLst>
              <a:gd fmla="val 50036" name="adj1"/>
            </a:avLst>
          </a:prstGeom>
          <a:noFill/>
          <a:ln cap="flat" cmpd="sng" w="9525">
            <a:solidFill>
              <a:schemeClr val="dk1"/>
            </a:solidFill>
            <a:prstDash val="solid"/>
            <a:round/>
            <a:headEnd len="med" w="med" type="none"/>
            <a:tailEnd len="med" w="med" type="none"/>
          </a:ln>
        </p:spPr>
      </p:cxnSp>
      <p:cxnSp>
        <p:nvCxnSpPr>
          <p:cNvPr id="931" name="Google Shape;931;p50"/>
          <p:cNvCxnSpPr>
            <a:stCxn id="923" idx="3"/>
            <a:endCxn id="927" idx="1"/>
          </p:cNvCxnSpPr>
          <p:nvPr/>
        </p:nvCxnSpPr>
        <p:spPr>
          <a:xfrm flipH="1" rot="10800000">
            <a:off x="5456937" y="2174400"/>
            <a:ext cx="1345800" cy="2553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932" name="Google Shape;932;p50"/>
          <p:cNvCxnSpPr>
            <a:stCxn id="921" idx="0"/>
            <a:endCxn id="929" idx="3"/>
          </p:cNvCxnSpPr>
          <p:nvPr/>
        </p:nvCxnSpPr>
        <p:spPr>
          <a:xfrm flipH="1" rot="5400000">
            <a:off x="2527263" y="1991250"/>
            <a:ext cx="512400" cy="878700"/>
          </a:xfrm>
          <a:prstGeom prst="bentConnector2">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sp>
        <p:nvSpPr>
          <p:cNvPr id="937" name="Google Shape;937;p51"/>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trategic</a:t>
            </a:r>
            <a:r>
              <a:rPr lang="en"/>
              <a:t> perspectives</a:t>
            </a:r>
            <a:endParaRPr/>
          </a:p>
        </p:txBody>
      </p:sp>
      <p:sp>
        <p:nvSpPr>
          <p:cNvPr id="938" name="Google Shape;938;p51"/>
          <p:cNvSpPr txBox="1"/>
          <p:nvPr>
            <p:ph idx="1" type="subTitle"/>
          </p:nvPr>
        </p:nvSpPr>
        <p:spPr>
          <a:xfrm>
            <a:off x="1351213" y="2065475"/>
            <a:ext cx="27660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of them all</a:t>
            </a:r>
            <a:endParaRPr/>
          </a:p>
        </p:txBody>
      </p:sp>
      <p:sp>
        <p:nvSpPr>
          <p:cNvPr id="939" name="Google Shape;939;p51"/>
          <p:cNvSpPr txBox="1"/>
          <p:nvPr>
            <p:ph idx="2" type="subTitle"/>
          </p:nvPr>
        </p:nvSpPr>
        <p:spPr>
          <a:xfrm>
            <a:off x="5026788" y="2065475"/>
            <a:ext cx="27660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a:t>
            </a:r>
            <a:endParaRPr/>
          </a:p>
        </p:txBody>
      </p:sp>
      <p:sp>
        <p:nvSpPr>
          <p:cNvPr id="940" name="Google Shape;940;p51"/>
          <p:cNvSpPr txBox="1"/>
          <p:nvPr>
            <p:ph idx="3" type="title"/>
          </p:nvPr>
        </p:nvSpPr>
        <p:spPr>
          <a:xfrm>
            <a:off x="1351213" y="1665300"/>
            <a:ext cx="27660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41" name="Google Shape;941;p51"/>
          <p:cNvSpPr txBox="1"/>
          <p:nvPr>
            <p:ph idx="4" type="title"/>
          </p:nvPr>
        </p:nvSpPr>
        <p:spPr>
          <a:xfrm>
            <a:off x="5026788" y="1665300"/>
            <a:ext cx="27660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42" name="Google Shape;942;p51"/>
          <p:cNvSpPr txBox="1"/>
          <p:nvPr>
            <p:ph idx="5" type="subTitle"/>
          </p:nvPr>
        </p:nvSpPr>
        <p:spPr>
          <a:xfrm>
            <a:off x="1351213" y="3561175"/>
            <a:ext cx="27660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43" name="Google Shape;943;p51"/>
          <p:cNvSpPr txBox="1"/>
          <p:nvPr>
            <p:ph idx="6" type="subTitle"/>
          </p:nvPr>
        </p:nvSpPr>
        <p:spPr>
          <a:xfrm>
            <a:off x="5026788" y="3561175"/>
            <a:ext cx="27660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of them all</a:t>
            </a:r>
            <a:endParaRPr/>
          </a:p>
        </p:txBody>
      </p:sp>
      <p:sp>
        <p:nvSpPr>
          <p:cNvPr id="944" name="Google Shape;944;p51"/>
          <p:cNvSpPr txBox="1"/>
          <p:nvPr>
            <p:ph idx="7" type="title"/>
          </p:nvPr>
        </p:nvSpPr>
        <p:spPr>
          <a:xfrm>
            <a:off x="1351213" y="3160900"/>
            <a:ext cx="27660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45" name="Google Shape;945;p51"/>
          <p:cNvSpPr txBox="1"/>
          <p:nvPr>
            <p:ph idx="8" type="title"/>
          </p:nvPr>
        </p:nvSpPr>
        <p:spPr>
          <a:xfrm>
            <a:off x="5026788" y="3160900"/>
            <a:ext cx="27660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 name="Shape 949"/>
        <p:cNvGrpSpPr/>
        <p:nvPr/>
      </p:nvGrpSpPr>
      <p:grpSpPr>
        <a:xfrm>
          <a:off x="0" y="0"/>
          <a:ext cx="0" cy="0"/>
          <a:chOff x="0" y="0"/>
          <a:chExt cx="0" cy="0"/>
        </a:xfrm>
      </p:grpSpPr>
      <p:sp>
        <p:nvSpPr>
          <p:cNvPr id="950" name="Google Shape;950;p52"/>
          <p:cNvSpPr txBox="1"/>
          <p:nvPr>
            <p:ph type="title"/>
          </p:nvPr>
        </p:nvSpPr>
        <p:spPr>
          <a:xfrm>
            <a:off x="3501175" y="1514400"/>
            <a:ext cx="4929600" cy="211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rPr>
              <a:t>A</a:t>
            </a:r>
            <a:r>
              <a:rPr lang="en">
                <a:solidFill>
                  <a:schemeClr val="dk1"/>
                </a:solidFill>
              </a:rPr>
              <a:t>wesome</a:t>
            </a:r>
            <a:r>
              <a:rPr lang="en"/>
              <a:t> </a:t>
            </a:r>
            <a:r>
              <a:rPr lang="en">
                <a:solidFill>
                  <a:schemeClr val="accent1"/>
                </a:solidFill>
              </a:rPr>
              <a:t>words</a:t>
            </a:r>
            <a:endParaRPr>
              <a:solidFill>
                <a:schemeClr val="accent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4" name="Shape 954"/>
        <p:cNvGrpSpPr/>
        <p:nvPr/>
      </p:nvGrpSpPr>
      <p:grpSpPr>
        <a:xfrm>
          <a:off x="0" y="0"/>
          <a:ext cx="0" cy="0"/>
          <a:chOff x="0" y="0"/>
          <a:chExt cx="0" cy="0"/>
        </a:xfrm>
      </p:grpSpPr>
      <p:sp>
        <p:nvSpPr>
          <p:cNvPr id="955" name="Google Shape;955;p53"/>
          <p:cNvSpPr/>
          <p:nvPr/>
        </p:nvSpPr>
        <p:spPr>
          <a:xfrm>
            <a:off x="3715175" y="2579600"/>
            <a:ext cx="1713300" cy="5349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trong business</a:t>
            </a:r>
            <a:r>
              <a:rPr lang="en"/>
              <a:t> plan</a:t>
            </a:r>
            <a:endParaRPr/>
          </a:p>
        </p:txBody>
      </p:sp>
      <p:sp>
        <p:nvSpPr>
          <p:cNvPr id="957" name="Google Shape;957;p53"/>
          <p:cNvSpPr txBox="1"/>
          <p:nvPr/>
        </p:nvSpPr>
        <p:spPr>
          <a:xfrm>
            <a:off x="712925" y="1291219"/>
            <a:ext cx="21432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P</a:t>
            </a:r>
            <a:r>
              <a:rPr b="1" lang="en" sz="1800">
                <a:solidFill>
                  <a:schemeClr val="accent1"/>
                </a:solidFill>
                <a:latin typeface="Archivo"/>
                <a:ea typeface="Archivo"/>
                <a:cs typeface="Archivo"/>
                <a:sym typeface="Archivo"/>
              </a:rPr>
              <a:t>olitical</a:t>
            </a:r>
            <a:endParaRPr b="1" sz="1800">
              <a:solidFill>
                <a:schemeClr val="accent1"/>
              </a:solidFill>
              <a:latin typeface="Archivo"/>
              <a:ea typeface="Archivo"/>
              <a:cs typeface="Archivo"/>
              <a:sym typeface="Archivo"/>
            </a:endParaRPr>
          </a:p>
        </p:txBody>
      </p:sp>
      <p:sp>
        <p:nvSpPr>
          <p:cNvPr id="958" name="Google Shape;958;p53"/>
          <p:cNvSpPr txBox="1"/>
          <p:nvPr/>
        </p:nvSpPr>
        <p:spPr>
          <a:xfrm>
            <a:off x="712925" y="1679463"/>
            <a:ext cx="21432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Replace the text with your own text</a:t>
            </a:r>
            <a:endParaRPr>
              <a:latin typeface="Archivo Light"/>
              <a:ea typeface="Archivo Light"/>
              <a:cs typeface="Archivo Light"/>
              <a:sym typeface="Archivo Light"/>
            </a:endParaRPr>
          </a:p>
        </p:txBody>
      </p:sp>
      <p:sp>
        <p:nvSpPr>
          <p:cNvPr id="959" name="Google Shape;959;p53"/>
          <p:cNvSpPr txBox="1"/>
          <p:nvPr/>
        </p:nvSpPr>
        <p:spPr>
          <a:xfrm>
            <a:off x="712925" y="2458959"/>
            <a:ext cx="21432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Economical</a:t>
            </a:r>
            <a:endParaRPr b="1" sz="1800">
              <a:solidFill>
                <a:schemeClr val="accent1"/>
              </a:solidFill>
              <a:latin typeface="Archivo"/>
              <a:ea typeface="Archivo"/>
              <a:cs typeface="Archivo"/>
              <a:sym typeface="Archivo"/>
            </a:endParaRPr>
          </a:p>
        </p:txBody>
      </p:sp>
      <p:sp>
        <p:nvSpPr>
          <p:cNvPr id="960" name="Google Shape;960;p53"/>
          <p:cNvSpPr txBox="1"/>
          <p:nvPr/>
        </p:nvSpPr>
        <p:spPr>
          <a:xfrm>
            <a:off x="712925" y="2847088"/>
            <a:ext cx="21432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Replace the text with your own text</a:t>
            </a:r>
            <a:endParaRPr>
              <a:latin typeface="Archivo Light"/>
              <a:ea typeface="Archivo Light"/>
              <a:cs typeface="Archivo Light"/>
              <a:sym typeface="Archivo Light"/>
            </a:endParaRPr>
          </a:p>
        </p:txBody>
      </p:sp>
      <p:sp>
        <p:nvSpPr>
          <p:cNvPr id="961" name="Google Shape;961;p53"/>
          <p:cNvSpPr txBox="1"/>
          <p:nvPr/>
        </p:nvSpPr>
        <p:spPr>
          <a:xfrm>
            <a:off x="712925" y="3626700"/>
            <a:ext cx="21432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Social</a:t>
            </a:r>
            <a:endParaRPr b="1" sz="1800">
              <a:solidFill>
                <a:schemeClr val="accent1"/>
              </a:solidFill>
              <a:latin typeface="Archivo"/>
              <a:ea typeface="Archivo"/>
              <a:cs typeface="Archivo"/>
              <a:sym typeface="Archivo"/>
            </a:endParaRPr>
          </a:p>
        </p:txBody>
      </p:sp>
      <p:sp>
        <p:nvSpPr>
          <p:cNvPr id="962" name="Google Shape;962;p53"/>
          <p:cNvSpPr txBox="1"/>
          <p:nvPr/>
        </p:nvSpPr>
        <p:spPr>
          <a:xfrm>
            <a:off x="712925" y="4014713"/>
            <a:ext cx="21432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Replace the text with your own text</a:t>
            </a:r>
            <a:endParaRPr>
              <a:latin typeface="Archivo Light"/>
              <a:ea typeface="Archivo Light"/>
              <a:cs typeface="Archivo Light"/>
              <a:sym typeface="Archivo Light"/>
            </a:endParaRPr>
          </a:p>
        </p:txBody>
      </p:sp>
      <p:sp>
        <p:nvSpPr>
          <p:cNvPr id="963" name="Google Shape;963;p53"/>
          <p:cNvSpPr txBox="1"/>
          <p:nvPr/>
        </p:nvSpPr>
        <p:spPr>
          <a:xfrm>
            <a:off x="6287525" y="1291219"/>
            <a:ext cx="2143200" cy="400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accent1"/>
                </a:solidFill>
                <a:latin typeface="Archivo"/>
                <a:ea typeface="Archivo"/>
                <a:cs typeface="Archivo"/>
                <a:sym typeface="Archivo"/>
              </a:rPr>
              <a:t>Technological</a:t>
            </a:r>
            <a:endParaRPr b="1" sz="1800">
              <a:solidFill>
                <a:schemeClr val="accent1"/>
              </a:solidFill>
              <a:latin typeface="Archivo"/>
              <a:ea typeface="Archivo"/>
              <a:cs typeface="Archivo"/>
              <a:sym typeface="Archivo"/>
            </a:endParaRPr>
          </a:p>
        </p:txBody>
      </p:sp>
      <p:sp>
        <p:nvSpPr>
          <p:cNvPr id="964" name="Google Shape;964;p53"/>
          <p:cNvSpPr txBox="1"/>
          <p:nvPr/>
        </p:nvSpPr>
        <p:spPr>
          <a:xfrm>
            <a:off x="6287525" y="1679463"/>
            <a:ext cx="21432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Archivo Light"/>
                <a:ea typeface="Archivo Light"/>
                <a:cs typeface="Archivo Light"/>
                <a:sym typeface="Archivo Light"/>
              </a:rPr>
              <a:t>Replace the text with your own text</a:t>
            </a:r>
            <a:endParaRPr>
              <a:latin typeface="Archivo Light"/>
              <a:ea typeface="Archivo Light"/>
              <a:cs typeface="Archivo Light"/>
              <a:sym typeface="Archivo Light"/>
            </a:endParaRPr>
          </a:p>
        </p:txBody>
      </p:sp>
      <p:sp>
        <p:nvSpPr>
          <p:cNvPr id="965" name="Google Shape;965;p53"/>
          <p:cNvSpPr txBox="1"/>
          <p:nvPr/>
        </p:nvSpPr>
        <p:spPr>
          <a:xfrm>
            <a:off x="6287525" y="2458959"/>
            <a:ext cx="2143200" cy="400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accent1"/>
                </a:solidFill>
                <a:latin typeface="Archivo"/>
                <a:ea typeface="Archivo"/>
                <a:cs typeface="Archivo"/>
                <a:sym typeface="Archivo"/>
              </a:rPr>
              <a:t>Legal</a:t>
            </a:r>
            <a:endParaRPr b="1" sz="1800">
              <a:solidFill>
                <a:schemeClr val="accent1"/>
              </a:solidFill>
              <a:latin typeface="Archivo"/>
              <a:ea typeface="Archivo"/>
              <a:cs typeface="Archivo"/>
              <a:sym typeface="Archivo"/>
            </a:endParaRPr>
          </a:p>
        </p:txBody>
      </p:sp>
      <p:sp>
        <p:nvSpPr>
          <p:cNvPr id="966" name="Google Shape;966;p53"/>
          <p:cNvSpPr txBox="1"/>
          <p:nvPr/>
        </p:nvSpPr>
        <p:spPr>
          <a:xfrm>
            <a:off x="6287525" y="2847088"/>
            <a:ext cx="21432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Archivo Light"/>
                <a:ea typeface="Archivo Light"/>
                <a:cs typeface="Archivo Light"/>
                <a:sym typeface="Archivo Light"/>
              </a:rPr>
              <a:t>Replace the text with your own text</a:t>
            </a:r>
            <a:endParaRPr>
              <a:latin typeface="Archivo Light"/>
              <a:ea typeface="Archivo Light"/>
              <a:cs typeface="Archivo Light"/>
              <a:sym typeface="Archivo Light"/>
            </a:endParaRPr>
          </a:p>
        </p:txBody>
      </p:sp>
      <p:sp>
        <p:nvSpPr>
          <p:cNvPr id="967" name="Google Shape;967;p53"/>
          <p:cNvSpPr txBox="1"/>
          <p:nvPr/>
        </p:nvSpPr>
        <p:spPr>
          <a:xfrm>
            <a:off x="6287525" y="3626700"/>
            <a:ext cx="2143200" cy="400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accent1"/>
                </a:solidFill>
                <a:latin typeface="Archivo"/>
                <a:ea typeface="Archivo"/>
                <a:cs typeface="Archivo"/>
                <a:sym typeface="Archivo"/>
              </a:rPr>
              <a:t>Environmental</a:t>
            </a:r>
            <a:endParaRPr b="1" sz="1800">
              <a:solidFill>
                <a:schemeClr val="accent1"/>
              </a:solidFill>
              <a:latin typeface="Archivo"/>
              <a:ea typeface="Archivo"/>
              <a:cs typeface="Archivo"/>
              <a:sym typeface="Archivo"/>
            </a:endParaRPr>
          </a:p>
        </p:txBody>
      </p:sp>
      <p:sp>
        <p:nvSpPr>
          <p:cNvPr id="968" name="Google Shape;968;p53"/>
          <p:cNvSpPr txBox="1"/>
          <p:nvPr/>
        </p:nvSpPr>
        <p:spPr>
          <a:xfrm>
            <a:off x="6287525" y="4014713"/>
            <a:ext cx="21432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Archivo Light"/>
                <a:ea typeface="Archivo Light"/>
                <a:cs typeface="Archivo Light"/>
                <a:sym typeface="Archivo Light"/>
              </a:rPr>
              <a:t>Replace the text with your own text</a:t>
            </a:r>
            <a:endParaRPr>
              <a:latin typeface="Archivo Light"/>
              <a:ea typeface="Archivo Light"/>
              <a:cs typeface="Archivo Light"/>
              <a:sym typeface="Archivo Light"/>
            </a:endParaRPr>
          </a:p>
        </p:txBody>
      </p:sp>
      <p:sp>
        <p:nvSpPr>
          <p:cNvPr id="969" name="Google Shape;969;p53"/>
          <p:cNvSpPr txBox="1"/>
          <p:nvPr/>
        </p:nvSpPr>
        <p:spPr>
          <a:xfrm>
            <a:off x="3890775" y="2701176"/>
            <a:ext cx="13620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P</a:t>
            </a:r>
            <a:r>
              <a:rPr b="1" lang="en" sz="1800">
                <a:solidFill>
                  <a:schemeClr val="lt1"/>
                </a:solidFill>
                <a:latin typeface="Archivo"/>
                <a:ea typeface="Archivo"/>
                <a:cs typeface="Archivo"/>
                <a:sym typeface="Archivo"/>
              </a:rPr>
              <a:t>estle</a:t>
            </a:r>
            <a:endParaRPr b="1" sz="1800">
              <a:solidFill>
                <a:schemeClr val="lt1"/>
              </a:solidFill>
              <a:latin typeface="Archivo"/>
              <a:ea typeface="Archivo"/>
              <a:cs typeface="Archivo"/>
              <a:sym typeface="Archivo"/>
            </a:endParaRPr>
          </a:p>
        </p:txBody>
      </p:sp>
      <p:sp>
        <p:nvSpPr>
          <p:cNvPr id="970" name="Google Shape;970;p53"/>
          <p:cNvSpPr/>
          <p:nvPr/>
        </p:nvSpPr>
        <p:spPr>
          <a:xfrm>
            <a:off x="3371700" y="1560688"/>
            <a:ext cx="724200" cy="5880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3"/>
          <p:cNvSpPr/>
          <p:nvPr/>
        </p:nvSpPr>
        <p:spPr>
          <a:xfrm>
            <a:off x="4209900" y="1560688"/>
            <a:ext cx="724200" cy="5880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3"/>
          <p:cNvSpPr/>
          <p:nvPr/>
        </p:nvSpPr>
        <p:spPr>
          <a:xfrm>
            <a:off x="5048100" y="1560688"/>
            <a:ext cx="724200" cy="588000"/>
          </a:xfrm>
          <a:prstGeom prst="roundRect">
            <a:avLst>
              <a:gd fmla="val 50000" name="adj"/>
            </a:avLst>
          </a:prstGeom>
          <a:gradFill>
            <a:gsLst>
              <a:gs pos="0">
                <a:srgbClr val="8F76F5"/>
              </a:gs>
              <a:gs pos="48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3"/>
          <p:cNvSpPr/>
          <p:nvPr/>
        </p:nvSpPr>
        <p:spPr>
          <a:xfrm>
            <a:off x="3371700" y="3579988"/>
            <a:ext cx="724200" cy="5880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3"/>
          <p:cNvSpPr/>
          <p:nvPr/>
        </p:nvSpPr>
        <p:spPr>
          <a:xfrm>
            <a:off x="4209900" y="3579988"/>
            <a:ext cx="724200" cy="588000"/>
          </a:xfrm>
          <a:prstGeom prst="roundRect">
            <a:avLst>
              <a:gd fmla="val 50000" name="adj"/>
            </a:avLst>
          </a:prstGeom>
          <a:gradFill>
            <a:gsLst>
              <a:gs pos="0">
                <a:srgbClr val="8F76F5"/>
              </a:gs>
              <a:gs pos="48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3"/>
          <p:cNvSpPr/>
          <p:nvPr/>
        </p:nvSpPr>
        <p:spPr>
          <a:xfrm>
            <a:off x="5048100" y="3579988"/>
            <a:ext cx="724200" cy="5880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3"/>
          <p:cNvSpPr txBox="1"/>
          <p:nvPr/>
        </p:nvSpPr>
        <p:spPr>
          <a:xfrm>
            <a:off x="3417600" y="1720363"/>
            <a:ext cx="6324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P</a:t>
            </a:r>
            <a:endParaRPr b="1" sz="1800">
              <a:solidFill>
                <a:schemeClr val="lt1"/>
              </a:solidFill>
              <a:latin typeface="Archivo"/>
              <a:ea typeface="Archivo"/>
              <a:cs typeface="Archivo"/>
              <a:sym typeface="Archivo"/>
            </a:endParaRPr>
          </a:p>
        </p:txBody>
      </p:sp>
      <p:cxnSp>
        <p:nvCxnSpPr>
          <p:cNvPr id="977" name="Google Shape;977;p53"/>
          <p:cNvCxnSpPr>
            <a:stCxn id="955" idx="0"/>
            <a:endCxn id="970" idx="2"/>
          </p:cNvCxnSpPr>
          <p:nvPr/>
        </p:nvCxnSpPr>
        <p:spPr>
          <a:xfrm flipH="1" rot="5400000">
            <a:off x="3937475" y="1945250"/>
            <a:ext cx="430800" cy="837900"/>
          </a:xfrm>
          <a:prstGeom prst="bentConnector3">
            <a:avLst>
              <a:gd fmla="val 50013" name="adj1"/>
            </a:avLst>
          </a:prstGeom>
          <a:noFill/>
          <a:ln cap="flat" cmpd="sng" w="9525">
            <a:solidFill>
              <a:schemeClr val="dk1"/>
            </a:solidFill>
            <a:prstDash val="solid"/>
            <a:round/>
            <a:headEnd len="med" w="med" type="none"/>
            <a:tailEnd len="med" w="med" type="none"/>
          </a:ln>
        </p:spPr>
      </p:cxnSp>
      <p:sp>
        <p:nvSpPr>
          <p:cNvPr id="978" name="Google Shape;978;p53"/>
          <p:cNvSpPr txBox="1"/>
          <p:nvPr/>
        </p:nvSpPr>
        <p:spPr>
          <a:xfrm>
            <a:off x="4255800" y="1720363"/>
            <a:ext cx="6324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E</a:t>
            </a:r>
            <a:endParaRPr b="1" sz="1800">
              <a:solidFill>
                <a:schemeClr val="lt1"/>
              </a:solidFill>
              <a:latin typeface="Archivo"/>
              <a:ea typeface="Archivo"/>
              <a:cs typeface="Archivo"/>
              <a:sym typeface="Archivo"/>
            </a:endParaRPr>
          </a:p>
        </p:txBody>
      </p:sp>
      <p:sp>
        <p:nvSpPr>
          <p:cNvPr id="979" name="Google Shape;979;p53"/>
          <p:cNvSpPr txBox="1"/>
          <p:nvPr/>
        </p:nvSpPr>
        <p:spPr>
          <a:xfrm>
            <a:off x="5094000" y="1720363"/>
            <a:ext cx="6324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S</a:t>
            </a:r>
            <a:endParaRPr b="1" sz="1800">
              <a:solidFill>
                <a:schemeClr val="lt1"/>
              </a:solidFill>
              <a:latin typeface="Archivo"/>
              <a:ea typeface="Archivo"/>
              <a:cs typeface="Archivo"/>
              <a:sym typeface="Archivo"/>
            </a:endParaRPr>
          </a:p>
        </p:txBody>
      </p:sp>
      <p:sp>
        <p:nvSpPr>
          <p:cNvPr id="980" name="Google Shape;980;p53"/>
          <p:cNvSpPr txBox="1"/>
          <p:nvPr/>
        </p:nvSpPr>
        <p:spPr>
          <a:xfrm>
            <a:off x="3417600" y="3739663"/>
            <a:ext cx="6324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T</a:t>
            </a:r>
            <a:endParaRPr b="1" sz="1800">
              <a:solidFill>
                <a:schemeClr val="lt1"/>
              </a:solidFill>
              <a:latin typeface="Archivo"/>
              <a:ea typeface="Archivo"/>
              <a:cs typeface="Archivo"/>
              <a:sym typeface="Archivo"/>
            </a:endParaRPr>
          </a:p>
        </p:txBody>
      </p:sp>
      <p:sp>
        <p:nvSpPr>
          <p:cNvPr id="981" name="Google Shape;981;p53"/>
          <p:cNvSpPr txBox="1"/>
          <p:nvPr/>
        </p:nvSpPr>
        <p:spPr>
          <a:xfrm>
            <a:off x="4255800" y="3739663"/>
            <a:ext cx="6324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L</a:t>
            </a:r>
            <a:endParaRPr b="1" sz="1800">
              <a:solidFill>
                <a:schemeClr val="lt1"/>
              </a:solidFill>
              <a:latin typeface="Archivo"/>
              <a:ea typeface="Archivo"/>
              <a:cs typeface="Archivo"/>
              <a:sym typeface="Archivo"/>
            </a:endParaRPr>
          </a:p>
        </p:txBody>
      </p:sp>
      <p:sp>
        <p:nvSpPr>
          <p:cNvPr id="982" name="Google Shape;982;p53"/>
          <p:cNvSpPr txBox="1"/>
          <p:nvPr/>
        </p:nvSpPr>
        <p:spPr>
          <a:xfrm>
            <a:off x="5094000" y="3739663"/>
            <a:ext cx="6324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E</a:t>
            </a:r>
            <a:endParaRPr b="1" sz="1800">
              <a:solidFill>
                <a:schemeClr val="lt1"/>
              </a:solidFill>
              <a:latin typeface="Archivo"/>
              <a:ea typeface="Archivo"/>
              <a:cs typeface="Archivo"/>
              <a:sym typeface="Archivo"/>
            </a:endParaRPr>
          </a:p>
        </p:txBody>
      </p:sp>
      <p:cxnSp>
        <p:nvCxnSpPr>
          <p:cNvPr id="983" name="Google Shape;983;p53"/>
          <p:cNvCxnSpPr>
            <a:stCxn id="971" idx="2"/>
            <a:endCxn id="955" idx="0"/>
          </p:cNvCxnSpPr>
          <p:nvPr/>
        </p:nvCxnSpPr>
        <p:spPr>
          <a:xfrm flipH="1" rot="-5400000">
            <a:off x="4356900" y="2363788"/>
            <a:ext cx="430800" cy="600"/>
          </a:xfrm>
          <a:prstGeom prst="bentConnector3">
            <a:avLst>
              <a:gd fmla="val 50013" name="adj1"/>
            </a:avLst>
          </a:prstGeom>
          <a:noFill/>
          <a:ln cap="flat" cmpd="sng" w="9525">
            <a:solidFill>
              <a:schemeClr val="dk1"/>
            </a:solidFill>
            <a:prstDash val="solid"/>
            <a:round/>
            <a:headEnd len="med" w="med" type="none"/>
            <a:tailEnd len="med" w="med" type="none"/>
          </a:ln>
        </p:spPr>
      </p:cxnSp>
      <p:cxnSp>
        <p:nvCxnSpPr>
          <p:cNvPr id="984" name="Google Shape;984;p53"/>
          <p:cNvCxnSpPr>
            <a:stCxn id="972" idx="2"/>
            <a:endCxn id="955" idx="0"/>
          </p:cNvCxnSpPr>
          <p:nvPr/>
        </p:nvCxnSpPr>
        <p:spPr>
          <a:xfrm rot="5400000">
            <a:off x="4775550" y="1944838"/>
            <a:ext cx="430800" cy="838500"/>
          </a:xfrm>
          <a:prstGeom prst="bentConnector3">
            <a:avLst>
              <a:gd fmla="val 50013" name="adj1"/>
            </a:avLst>
          </a:prstGeom>
          <a:noFill/>
          <a:ln cap="flat" cmpd="sng" w="9525">
            <a:solidFill>
              <a:schemeClr val="dk1"/>
            </a:solidFill>
            <a:prstDash val="solid"/>
            <a:round/>
            <a:headEnd len="med" w="med" type="none"/>
            <a:tailEnd len="med" w="med" type="none"/>
          </a:ln>
        </p:spPr>
      </p:cxnSp>
      <p:cxnSp>
        <p:nvCxnSpPr>
          <p:cNvPr id="985" name="Google Shape;985;p53"/>
          <p:cNvCxnSpPr>
            <a:stCxn id="955" idx="2"/>
            <a:endCxn id="973" idx="0"/>
          </p:cNvCxnSpPr>
          <p:nvPr/>
        </p:nvCxnSpPr>
        <p:spPr>
          <a:xfrm rot="5400000">
            <a:off x="3920075" y="2928350"/>
            <a:ext cx="465600" cy="837900"/>
          </a:xfrm>
          <a:prstGeom prst="bentConnector3">
            <a:avLst>
              <a:gd fmla="val 49988" name="adj1"/>
            </a:avLst>
          </a:prstGeom>
          <a:noFill/>
          <a:ln cap="flat" cmpd="sng" w="9525">
            <a:solidFill>
              <a:schemeClr val="dk1"/>
            </a:solidFill>
            <a:prstDash val="solid"/>
            <a:round/>
            <a:headEnd len="med" w="med" type="none"/>
            <a:tailEnd len="med" w="med" type="none"/>
          </a:ln>
        </p:spPr>
      </p:cxnSp>
      <p:cxnSp>
        <p:nvCxnSpPr>
          <p:cNvPr id="986" name="Google Shape;986;p53"/>
          <p:cNvCxnSpPr>
            <a:stCxn id="955" idx="2"/>
            <a:endCxn id="974" idx="0"/>
          </p:cNvCxnSpPr>
          <p:nvPr/>
        </p:nvCxnSpPr>
        <p:spPr>
          <a:xfrm flipH="1" rot="-5400000">
            <a:off x="4339325" y="3347000"/>
            <a:ext cx="465600" cy="600"/>
          </a:xfrm>
          <a:prstGeom prst="bentConnector3">
            <a:avLst>
              <a:gd fmla="val 50013" name="adj1"/>
            </a:avLst>
          </a:prstGeom>
          <a:noFill/>
          <a:ln cap="flat" cmpd="sng" w="9525">
            <a:solidFill>
              <a:schemeClr val="dk1"/>
            </a:solidFill>
            <a:prstDash val="solid"/>
            <a:round/>
            <a:headEnd len="med" w="med" type="none"/>
            <a:tailEnd len="med" w="med" type="none"/>
          </a:ln>
        </p:spPr>
      </p:cxnSp>
      <p:cxnSp>
        <p:nvCxnSpPr>
          <p:cNvPr id="987" name="Google Shape;987;p53"/>
          <p:cNvCxnSpPr>
            <a:stCxn id="955" idx="2"/>
            <a:endCxn id="975" idx="0"/>
          </p:cNvCxnSpPr>
          <p:nvPr/>
        </p:nvCxnSpPr>
        <p:spPr>
          <a:xfrm flipH="1" rot="-5400000">
            <a:off x="4758275" y="2928050"/>
            <a:ext cx="465600" cy="838500"/>
          </a:xfrm>
          <a:prstGeom prst="bentConnector3">
            <a:avLst>
              <a:gd fmla="val 49988"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 name="Shape 991"/>
        <p:cNvGrpSpPr/>
        <p:nvPr/>
      </p:nvGrpSpPr>
      <p:grpSpPr>
        <a:xfrm>
          <a:off x="0" y="0"/>
          <a:ext cx="0" cy="0"/>
          <a:chOff x="0" y="0"/>
          <a:chExt cx="0" cy="0"/>
        </a:xfrm>
      </p:grpSpPr>
      <p:sp>
        <p:nvSpPr>
          <p:cNvPr id="992" name="Google Shape;992;p54"/>
          <p:cNvSpPr/>
          <p:nvPr/>
        </p:nvSpPr>
        <p:spPr>
          <a:xfrm>
            <a:off x="2996263" y="1146075"/>
            <a:ext cx="2509800" cy="393600"/>
          </a:xfrm>
          <a:prstGeom prst="roundRect">
            <a:avLst>
              <a:gd fmla="val 242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4"/>
          <p:cNvSpPr/>
          <p:nvPr/>
        </p:nvSpPr>
        <p:spPr>
          <a:xfrm>
            <a:off x="5721175" y="1146075"/>
            <a:ext cx="2509800" cy="393600"/>
          </a:xfrm>
          <a:prstGeom prst="roundRect">
            <a:avLst>
              <a:gd fmla="val 242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4"/>
          <p:cNvSpPr/>
          <p:nvPr/>
        </p:nvSpPr>
        <p:spPr>
          <a:xfrm>
            <a:off x="819150" y="1146075"/>
            <a:ext cx="1962000" cy="393600"/>
          </a:xfrm>
          <a:prstGeom prst="roundRect">
            <a:avLst>
              <a:gd fmla="val 242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4"/>
          <p:cNvSpPr/>
          <p:nvPr/>
        </p:nvSpPr>
        <p:spPr>
          <a:xfrm>
            <a:off x="819150" y="3355875"/>
            <a:ext cx="2430300" cy="701700"/>
          </a:xfrm>
          <a:prstGeom prst="roundRect">
            <a:avLst>
              <a:gd fmla="val 20361"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4657725" y="1603275"/>
            <a:ext cx="3594900" cy="1659000"/>
          </a:xfrm>
          <a:prstGeom prst="roundRect">
            <a:avLst>
              <a:gd fmla="val 8927"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4"/>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trong business </a:t>
            </a:r>
            <a:r>
              <a:rPr lang="en"/>
              <a:t>case</a:t>
            </a:r>
            <a:endParaRPr/>
          </a:p>
        </p:txBody>
      </p:sp>
      <p:sp>
        <p:nvSpPr>
          <p:cNvPr id="998" name="Google Shape;998;p54"/>
          <p:cNvSpPr txBox="1"/>
          <p:nvPr/>
        </p:nvSpPr>
        <p:spPr>
          <a:xfrm>
            <a:off x="870125" y="1148500"/>
            <a:ext cx="14193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lt1"/>
                </a:solidFill>
                <a:latin typeface="Archivo"/>
                <a:ea typeface="Archivo"/>
                <a:cs typeface="Archivo"/>
                <a:sym typeface="Archivo"/>
              </a:rPr>
              <a:t>P</a:t>
            </a:r>
            <a:r>
              <a:rPr b="1" lang="en">
                <a:solidFill>
                  <a:schemeClr val="lt1"/>
                </a:solidFill>
                <a:latin typeface="Archivo"/>
                <a:ea typeface="Archivo"/>
                <a:cs typeface="Archivo"/>
                <a:sym typeface="Archivo"/>
              </a:rPr>
              <a:t>roject costs</a:t>
            </a:r>
            <a:endParaRPr b="1">
              <a:solidFill>
                <a:schemeClr val="lt1"/>
              </a:solidFill>
              <a:latin typeface="Archivo"/>
              <a:ea typeface="Archivo"/>
              <a:cs typeface="Archivo"/>
              <a:sym typeface="Archivo"/>
            </a:endParaRPr>
          </a:p>
        </p:txBody>
      </p:sp>
      <p:sp>
        <p:nvSpPr>
          <p:cNvPr id="999" name="Google Shape;999;p54"/>
          <p:cNvSpPr txBox="1"/>
          <p:nvPr/>
        </p:nvSpPr>
        <p:spPr>
          <a:xfrm>
            <a:off x="942975" y="3632095"/>
            <a:ext cx="2143200" cy="32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Insert your own text here</a:t>
            </a:r>
            <a:endParaRPr>
              <a:latin typeface="Archivo Light"/>
              <a:ea typeface="Archivo Light"/>
              <a:cs typeface="Archivo Light"/>
              <a:sym typeface="Archivo Light"/>
            </a:endParaRPr>
          </a:p>
        </p:txBody>
      </p:sp>
      <p:sp>
        <p:nvSpPr>
          <p:cNvPr id="1000" name="Google Shape;1000;p54"/>
          <p:cNvSpPr txBox="1"/>
          <p:nvPr/>
        </p:nvSpPr>
        <p:spPr>
          <a:xfrm>
            <a:off x="2152550" y="1148500"/>
            <a:ext cx="5907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2"/>
                </a:solidFill>
                <a:latin typeface="Archivo"/>
                <a:ea typeface="Archivo"/>
                <a:cs typeface="Archivo"/>
                <a:sym typeface="Archivo"/>
              </a:rPr>
              <a:t>$4M</a:t>
            </a:r>
            <a:endParaRPr b="1">
              <a:solidFill>
                <a:schemeClr val="accent2"/>
              </a:solidFill>
              <a:latin typeface="Archivo"/>
              <a:ea typeface="Archivo"/>
              <a:cs typeface="Archivo"/>
              <a:sym typeface="Archivo"/>
            </a:endParaRPr>
          </a:p>
        </p:txBody>
      </p:sp>
      <p:sp>
        <p:nvSpPr>
          <p:cNvPr id="1001" name="Google Shape;1001;p54"/>
          <p:cNvSpPr txBox="1"/>
          <p:nvPr/>
        </p:nvSpPr>
        <p:spPr>
          <a:xfrm>
            <a:off x="3095625" y="1148500"/>
            <a:ext cx="21432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lt1"/>
                </a:solidFill>
                <a:latin typeface="Archivo"/>
                <a:ea typeface="Archivo"/>
                <a:cs typeface="Archivo"/>
                <a:sym typeface="Archivo"/>
              </a:rPr>
              <a:t>T</a:t>
            </a:r>
            <a:r>
              <a:rPr b="1" lang="en">
                <a:solidFill>
                  <a:schemeClr val="lt1"/>
                </a:solidFill>
                <a:latin typeface="Archivo"/>
                <a:ea typeface="Archivo"/>
                <a:cs typeface="Archivo"/>
                <a:sym typeface="Archivo"/>
              </a:rPr>
              <a:t>angible benefits</a:t>
            </a:r>
            <a:endParaRPr b="1">
              <a:solidFill>
                <a:schemeClr val="lt1"/>
              </a:solidFill>
              <a:latin typeface="Archivo"/>
              <a:ea typeface="Archivo"/>
              <a:cs typeface="Archivo"/>
              <a:sym typeface="Archivo"/>
            </a:endParaRPr>
          </a:p>
        </p:txBody>
      </p:sp>
      <p:sp>
        <p:nvSpPr>
          <p:cNvPr id="1002" name="Google Shape;1002;p54"/>
          <p:cNvSpPr txBox="1"/>
          <p:nvPr/>
        </p:nvSpPr>
        <p:spPr>
          <a:xfrm>
            <a:off x="4706625" y="1148500"/>
            <a:ext cx="6903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2"/>
                </a:solidFill>
                <a:latin typeface="Archivo"/>
                <a:ea typeface="Archivo"/>
                <a:cs typeface="Archivo"/>
                <a:sym typeface="Archivo"/>
              </a:rPr>
              <a:t>$12M</a:t>
            </a:r>
            <a:endParaRPr b="1">
              <a:solidFill>
                <a:schemeClr val="accent2"/>
              </a:solidFill>
              <a:latin typeface="Archivo"/>
              <a:ea typeface="Archivo"/>
              <a:cs typeface="Archivo"/>
              <a:sym typeface="Archivo"/>
            </a:endParaRPr>
          </a:p>
        </p:txBody>
      </p:sp>
      <p:sp>
        <p:nvSpPr>
          <p:cNvPr id="1003" name="Google Shape;1003;p54"/>
          <p:cNvSpPr txBox="1"/>
          <p:nvPr/>
        </p:nvSpPr>
        <p:spPr>
          <a:xfrm>
            <a:off x="5838600" y="1148500"/>
            <a:ext cx="17589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lt1"/>
                </a:solidFill>
                <a:latin typeface="Archivo"/>
                <a:ea typeface="Archivo"/>
                <a:cs typeface="Archivo"/>
                <a:sym typeface="Archivo"/>
              </a:rPr>
              <a:t>N</a:t>
            </a:r>
            <a:r>
              <a:rPr b="1" lang="en">
                <a:solidFill>
                  <a:schemeClr val="lt1"/>
                </a:solidFill>
                <a:latin typeface="Archivo"/>
                <a:ea typeface="Archivo"/>
                <a:cs typeface="Archivo"/>
                <a:sym typeface="Archivo"/>
              </a:rPr>
              <a:t>et present value</a:t>
            </a:r>
            <a:endParaRPr b="1">
              <a:solidFill>
                <a:schemeClr val="lt1"/>
              </a:solidFill>
              <a:latin typeface="Archivo"/>
              <a:ea typeface="Archivo"/>
              <a:cs typeface="Archivo"/>
              <a:sym typeface="Archivo"/>
            </a:endParaRPr>
          </a:p>
        </p:txBody>
      </p:sp>
      <p:sp>
        <p:nvSpPr>
          <p:cNvPr id="1004" name="Google Shape;1004;p54"/>
          <p:cNvSpPr txBox="1"/>
          <p:nvPr/>
        </p:nvSpPr>
        <p:spPr>
          <a:xfrm>
            <a:off x="7538525" y="1148500"/>
            <a:ext cx="5907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2"/>
                </a:solidFill>
                <a:latin typeface="Archivo"/>
                <a:ea typeface="Archivo"/>
                <a:cs typeface="Archivo"/>
                <a:sym typeface="Archivo"/>
              </a:rPr>
              <a:t>$8M</a:t>
            </a:r>
            <a:endParaRPr b="1">
              <a:solidFill>
                <a:schemeClr val="accent2"/>
              </a:solidFill>
              <a:latin typeface="Archivo"/>
              <a:ea typeface="Archivo"/>
              <a:cs typeface="Archivo"/>
              <a:sym typeface="Archivo"/>
            </a:endParaRPr>
          </a:p>
        </p:txBody>
      </p:sp>
      <p:sp>
        <p:nvSpPr>
          <p:cNvPr id="1005" name="Google Shape;1005;p54"/>
          <p:cNvSpPr/>
          <p:nvPr/>
        </p:nvSpPr>
        <p:spPr>
          <a:xfrm>
            <a:off x="819150" y="1603275"/>
            <a:ext cx="3594900" cy="1659000"/>
          </a:xfrm>
          <a:prstGeom prst="roundRect">
            <a:avLst>
              <a:gd fmla="val 8927"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06" name="Google Shape;1006;p54" title="Gráfico">
            <a:hlinkClick r:id="rId3"/>
          </p:cNvPr>
          <p:cNvPicPr preferRelativeResize="0"/>
          <p:nvPr/>
        </p:nvPicPr>
        <p:blipFill rotWithShape="1">
          <a:blip r:embed="rId4">
            <a:alphaModFix/>
          </a:blip>
          <a:srcRect b="0" l="7474" r="2903" t="36354"/>
          <a:stretch/>
        </p:blipFill>
        <p:spPr>
          <a:xfrm>
            <a:off x="942975" y="1785925"/>
            <a:ext cx="3362325" cy="1476374"/>
          </a:xfrm>
          <a:prstGeom prst="rect">
            <a:avLst/>
          </a:prstGeom>
          <a:noFill/>
          <a:ln>
            <a:noFill/>
          </a:ln>
        </p:spPr>
      </p:pic>
      <p:sp>
        <p:nvSpPr>
          <p:cNvPr id="1007" name="Google Shape;1007;p54"/>
          <p:cNvSpPr txBox="1"/>
          <p:nvPr/>
        </p:nvSpPr>
        <p:spPr>
          <a:xfrm>
            <a:off x="942975" y="1652575"/>
            <a:ext cx="1066800" cy="329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Cash flow</a:t>
            </a:r>
            <a:endParaRPr b="1">
              <a:solidFill>
                <a:schemeClr val="accent1"/>
              </a:solidFill>
              <a:latin typeface="Archivo"/>
              <a:ea typeface="Archivo"/>
              <a:cs typeface="Archivo"/>
              <a:sym typeface="Archivo"/>
            </a:endParaRPr>
          </a:p>
        </p:txBody>
      </p:sp>
      <p:sp>
        <p:nvSpPr>
          <p:cNvPr id="1008" name="Google Shape;1008;p54"/>
          <p:cNvSpPr txBox="1"/>
          <p:nvPr/>
        </p:nvSpPr>
        <p:spPr>
          <a:xfrm>
            <a:off x="2000225" y="1652575"/>
            <a:ext cx="1419300" cy="329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(USD million)</a:t>
            </a:r>
            <a:endParaRPr>
              <a:solidFill>
                <a:schemeClr val="dk1"/>
              </a:solidFill>
              <a:latin typeface="Archivo Light"/>
              <a:ea typeface="Archivo Light"/>
              <a:cs typeface="Archivo Light"/>
              <a:sym typeface="Archivo Light"/>
            </a:endParaRPr>
          </a:p>
        </p:txBody>
      </p:sp>
      <p:sp>
        <p:nvSpPr>
          <p:cNvPr id="1009" name="Google Shape;1009;p54"/>
          <p:cNvSpPr txBox="1"/>
          <p:nvPr/>
        </p:nvSpPr>
        <p:spPr>
          <a:xfrm>
            <a:off x="4808200" y="1652575"/>
            <a:ext cx="1592700" cy="329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Change impact</a:t>
            </a:r>
            <a:endParaRPr b="1">
              <a:solidFill>
                <a:schemeClr val="accent1"/>
              </a:solidFill>
              <a:latin typeface="Archivo"/>
              <a:ea typeface="Archivo"/>
              <a:cs typeface="Archivo"/>
              <a:sym typeface="Archivo"/>
            </a:endParaRPr>
          </a:p>
        </p:txBody>
      </p:sp>
      <p:sp>
        <p:nvSpPr>
          <p:cNvPr id="1010" name="Google Shape;1010;p54"/>
          <p:cNvSpPr/>
          <p:nvPr/>
        </p:nvSpPr>
        <p:spPr>
          <a:xfrm>
            <a:off x="5311350" y="2153050"/>
            <a:ext cx="528300" cy="528300"/>
          </a:xfrm>
          <a:prstGeom prst="ellipse">
            <a:avLst/>
          </a:pr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4"/>
          <p:cNvSpPr/>
          <p:nvPr/>
        </p:nvSpPr>
        <p:spPr>
          <a:xfrm>
            <a:off x="6171975" y="2153050"/>
            <a:ext cx="528300" cy="528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4"/>
          <p:cNvSpPr/>
          <p:nvPr/>
        </p:nvSpPr>
        <p:spPr>
          <a:xfrm>
            <a:off x="7032600" y="2153050"/>
            <a:ext cx="528300" cy="528300"/>
          </a:xfrm>
          <a:prstGeom prst="ellipse">
            <a:avLst/>
          </a:prstGeom>
          <a:gradFill>
            <a:gsLst>
              <a:gs pos="0">
                <a:srgbClr val="8F76F5"/>
              </a:gs>
              <a:gs pos="48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4"/>
          <p:cNvSpPr txBox="1"/>
          <p:nvPr/>
        </p:nvSpPr>
        <p:spPr>
          <a:xfrm>
            <a:off x="5227050" y="2781300"/>
            <a:ext cx="696900" cy="295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Low</a:t>
            </a:r>
            <a:endParaRPr b="1">
              <a:solidFill>
                <a:schemeClr val="accent1"/>
              </a:solidFill>
              <a:latin typeface="Archivo"/>
              <a:ea typeface="Archivo"/>
              <a:cs typeface="Archivo"/>
              <a:sym typeface="Archivo"/>
            </a:endParaRPr>
          </a:p>
        </p:txBody>
      </p:sp>
      <p:sp>
        <p:nvSpPr>
          <p:cNvPr id="1014" name="Google Shape;1014;p54"/>
          <p:cNvSpPr txBox="1"/>
          <p:nvPr/>
        </p:nvSpPr>
        <p:spPr>
          <a:xfrm>
            <a:off x="5963625" y="2781300"/>
            <a:ext cx="945000" cy="295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Medium</a:t>
            </a:r>
            <a:endParaRPr b="1">
              <a:solidFill>
                <a:schemeClr val="accent1"/>
              </a:solidFill>
              <a:latin typeface="Archivo"/>
              <a:ea typeface="Archivo"/>
              <a:cs typeface="Archivo"/>
              <a:sym typeface="Archivo"/>
            </a:endParaRPr>
          </a:p>
        </p:txBody>
      </p:sp>
      <p:sp>
        <p:nvSpPr>
          <p:cNvPr id="1015" name="Google Shape;1015;p54"/>
          <p:cNvSpPr txBox="1"/>
          <p:nvPr/>
        </p:nvSpPr>
        <p:spPr>
          <a:xfrm>
            <a:off x="6948300" y="2781300"/>
            <a:ext cx="696900" cy="295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High</a:t>
            </a:r>
            <a:endParaRPr b="1">
              <a:solidFill>
                <a:schemeClr val="accent1"/>
              </a:solidFill>
              <a:latin typeface="Archivo"/>
              <a:ea typeface="Archivo"/>
              <a:cs typeface="Archivo"/>
              <a:sym typeface="Archivo"/>
            </a:endParaRPr>
          </a:p>
        </p:txBody>
      </p:sp>
      <p:grpSp>
        <p:nvGrpSpPr>
          <p:cNvPr id="1016" name="Google Shape;1016;p54"/>
          <p:cNvGrpSpPr/>
          <p:nvPr/>
        </p:nvGrpSpPr>
        <p:grpSpPr>
          <a:xfrm>
            <a:off x="7194005" y="2314454"/>
            <a:ext cx="205500" cy="205500"/>
            <a:chOff x="8705280" y="2543604"/>
            <a:chExt cx="205500" cy="205500"/>
          </a:xfrm>
        </p:grpSpPr>
        <p:sp>
          <p:nvSpPr>
            <p:cNvPr id="1017" name="Google Shape;1017;p54"/>
            <p:cNvSpPr/>
            <p:nvPr/>
          </p:nvSpPr>
          <p:spPr>
            <a:xfrm rot="-2700000">
              <a:off x="8675872" y="2633202"/>
              <a:ext cx="264317" cy="26304"/>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18" name="Google Shape;1018;p54"/>
            <p:cNvSpPr/>
            <p:nvPr/>
          </p:nvSpPr>
          <p:spPr>
            <a:xfrm rot="2700000">
              <a:off x="8675872" y="2633202"/>
              <a:ext cx="264317" cy="26304"/>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019" name="Google Shape;1019;p54"/>
          <p:cNvSpPr txBox="1"/>
          <p:nvPr/>
        </p:nvSpPr>
        <p:spPr>
          <a:xfrm>
            <a:off x="942975" y="3452800"/>
            <a:ext cx="2143200" cy="29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I</a:t>
            </a:r>
            <a:r>
              <a:rPr b="1" lang="en">
                <a:solidFill>
                  <a:schemeClr val="accent1"/>
                </a:solidFill>
                <a:latin typeface="Archivo"/>
                <a:ea typeface="Archivo"/>
                <a:cs typeface="Archivo"/>
                <a:sym typeface="Archivo"/>
              </a:rPr>
              <a:t>ntangible benefits</a:t>
            </a:r>
            <a:endParaRPr b="1">
              <a:solidFill>
                <a:schemeClr val="accent1"/>
              </a:solidFill>
              <a:latin typeface="Archivo"/>
              <a:ea typeface="Archivo"/>
              <a:cs typeface="Archivo"/>
              <a:sym typeface="Archivo"/>
            </a:endParaRPr>
          </a:p>
        </p:txBody>
      </p:sp>
      <p:sp>
        <p:nvSpPr>
          <p:cNvPr id="1020" name="Google Shape;1020;p54"/>
          <p:cNvSpPr/>
          <p:nvPr/>
        </p:nvSpPr>
        <p:spPr>
          <a:xfrm>
            <a:off x="3356825" y="3355875"/>
            <a:ext cx="2430300" cy="701700"/>
          </a:xfrm>
          <a:prstGeom prst="roundRect">
            <a:avLst>
              <a:gd fmla="val 20361"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4"/>
          <p:cNvSpPr txBox="1"/>
          <p:nvPr/>
        </p:nvSpPr>
        <p:spPr>
          <a:xfrm>
            <a:off x="3480650" y="3632095"/>
            <a:ext cx="2143200" cy="32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Insert your own text here</a:t>
            </a:r>
            <a:endParaRPr>
              <a:latin typeface="Archivo Light"/>
              <a:ea typeface="Archivo Light"/>
              <a:cs typeface="Archivo Light"/>
              <a:sym typeface="Archivo Light"/>
            </a:endParaRPr>
          </a:p>
        </p:txBody>
      </p:sp>
      <p:sp>
        <p:nvSpPr>
          <p:cNvPr id="1022" name="Google Shape;1022;p54"/>
          <p:cNvSpPr txBox="1"/>
          <p:nvPr/>
        </p:nvSpPr>
        <p:spPr>
          <a:xfrm>
            <a:off x="3480650" y="3452800"/>
            <a:ext cx="2143200" cy="29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S</a:t>
            </a:r>
            <a:r>
              <a:rPr b="1" lang="en">
                <a:solidFill>
                  <a:schemeClr val="accent1"/>
                </a:solidFill>
                <a:latin typeface="Archivo"/>
                <a:ea typeface="Archivo"/>
                <a:cs typeface="Archivo"/>
                <a:sym typeface="Archivo"/>
              </a:rPr>
              <a:t>trategic alignment</a:t>
            </a:r>
            <a:endParaRPr b="1">
              <a:solidFill>
                <a:schemeClr val="accent1"/>
              </a:solidFill>
              <a:latin typeface="Archivo"/>
              <a:ea typeface="Archivo"/>
              <a:cs typeface="Archivo"/>
              <a:sym typeface="Archivo"/>
            </a:endParaRPr>
          </a:p>
        </p:txBody>
      </p:sp>
      <p:sp>
        <p:nvSpPr>
          <p:cNvPr id="1023" name="Google Shape;1023;p54"/>
          <p:cNvSpPr/>
          <p:nvPr/>
        </p:nvSpPr>
        <p:spPr>
          <a:xfrm>
            <a:off x="5894500" y="3355875"/>
            <a:ext cx="2358000" cy="1203300"/>
          </a:xfrm>
          <a:prstGeom prst="roundRect">
            <a:avLst>
              <a:gd fmla="val 10689"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4"/>
          <p:cNvSpPr txBox="1"/>
          <p:nvPr/>
        </p:nvSpPr>
        <p:spPr>
          <a:xfrm>
            <a:off x="6018325" y="3452800"/>
            <a:ext cx="1275900" cy="29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R</a:t>
            </a:r>
            <a:r>
              <a:rPr b="1" lang="en">
                <a:solidFill>
                  <a:schemeClr val="accent1"/>
                </a:solidFill>
                <a:latin typeface="Archivo"/>
                <a:ea typeface="Archivo"/>
                <a:cs typeface="Archivo"/>
                <a:sym typeface="Archivo"/>
              </a:rPr>
              <a:t>esources</a:t>
            </a:r>
            <a:endParaRPr b="1">
              <a:solidFill>
                <a:schemeClr val="accent1"/>
              </a:solidFill>
              <a:latin typeface="Archivo"/>
              <a:ea typeface="Archivo"/>
              <a:cs typeface="Archivo"/>
              <a:sym typeface="Archivo"/>
            </a:endParaRPr>
          </a:p>
        </p:txBody>
      </p:sp>
      <p:sp>
        <p:nvSpPr>
          <p:cNvPr id="1025" name="Google Shape;1025;p54"/>
          <p:cNvSpPr txBox="1"/>
          <p:nvPr/>
        </p:nvSpPr>
        <p:spPr>
          <a:xfrm>
            <a:off x="6018325" y="3632100"/>
            <a:ext cx="2077800" cy="83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100">
                <a:solidFill>
                  <a:schemeClr val="dk1"/>
                </a:solidFill>
                <a:latin typeface="Archivo Light"/>
                <a:ea typeface="Archivo Light"/>
                <a:cs typeface="Archivo Light"/>
                <a:sym typeface="Archivo Light"/>
              </a:rPr>
              <a:t>* Follow the link in the graph to modify its data and then paste the new one here. </a:t>
            </a:r>
            <a:r>
              <a:rPr b="1" lang="en" sz="1100">
                <a:solidFill>
                  <a:schemeClr val="dk1"/>
                </a:solidFill>
                <a:uFill>
                  <a:noFill/>
                </a:uFill>
                <a:latin typeface="Archivo"/>
                <a:ea typeface="Archivo"/>
                <a:cs typeface="Archivo"/>
                <a:sym typeface="Archivo"/>
                <a:hlinkClick r:id="rId5">
                  <a:extLst>
                    <a:ext uri="{A12FA001-AC4F-418D-AE19-62706E023703}">
                      <ahyp:hlinkClr val="tx"/>
                    </a:ext>
                  </a:extLst>
                </a:hlinkClick>
              </a:rPr>
              <a:t>For more info, click here</a:t>
            </a:r>
            <a:endParaRPr b="1" sz="1100">
              <a:solidFill>
                <a:schemeClr val="dk1"/>
              </a:solidFill>
              <a:latin typeface="Archivo"/>
              <a:ea typeface="Archivo"/>
              <a:cs typeface="Archivo"/>
              <a:sym typeface="Archivo"/>
            </a:endParaRPr>
          </a:p>
        </p:txBody>
      </p:sp>
      <p:sp>
        <p:nvSpPr>
          <p:cNvPr id="1026" name="Google Shape;1026;p54"/>
          <p:cNvSpPr/>
          <p:nvPr/>
        </p:nvSpPr>
        <p:spPr>
          <a:xfrm>
            <a:off x="819150" y="4165500"/>
            <a:ext cx="2430300" cy="393600"/>
          </a:xfrm>
          <a:prstGeom prst="roundRect">
            <a:avLst>
              <a:gd fmla="val 20361"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4"/>
          <p:cNvSpPr txBox="1"/>
          <p:nvPr/>
        </p:nvSpPr>
        <p:spPr>
          <a:xfrm>
            <a:off x="1830750" y="4141613"/>
            <a:ext cx="1419300" cy="32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Sponsor name</a:t>
            </a:r>
            <a:endParaRPr>
              <a:latin typeface="Archivo Light"/>
              <a:ea typeface="Archivo Light"/>
              <a:cs typeface="Archivo Light"/>
              <a:sym typeface="Archivo Light"/>
            </a:endParaRPr>
          </a:p>
        </p:txBody>
      </p:sp>
      <p:sp>
        <p:nvSpPr>
          <p:cNvPr id="1028" name="Google Shape;1028;p54"/>
          <p:cNvSpPr txBox="1"/>
          <p:nvPr/>
        </p:nvSpPr>
        <p:spPr>
          <a:xfrm>
            <a:off x="942975" y="4242538"/>
            <a:ext cx="1066800" cy="29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Sponsor</a:t>
            </a:r>
            <a:endParaRPr b="1">
              <a:solidFill>
                <a:schemeClr val="accent1"/>
              </a:solidFill>
              <a:latin typeface="Archivo"/>
              <a:ea typeface="Archivo"/>
              <a:cs typeface="Archivo"/>
              <a:sym typeface="Archivo"/>
            </a:endParaRPr>
          </a:p>
        </p:txBody>
      </p:sp>
      <p:sp>
        <p:nvSpPr>
          <p:cNvPr id="1029" name="Google Shape;1029;p54"/>
          <p:cNvSpPr/>
          <p:nvPr/>
        </p:nvSpPr>
        <p:spPr>
          <a:xfrm>
            <a:off x="3352800" y="4165500"/>
            <a:ext cx="2430300" cy="393600"/>
          </a:xfrm>
          <a:prstGeom prst="roundRect">
            <a:avLst>
              <a:gd fmla="val 20361"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4"/>
          <p:cNvSpPr txBox="1"/>
          <p:nvPr/>
        </p:nvSpPr>
        <p:spPr>
          <a:xfrm>
            <a:off x="4364400" y="4141613"/>
            <a:ext cx="1419300" cy="32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Manager </a:t>
            </a:r>
            <a:r>
              <a:rPr lang="en">
                <a:latin typeface="Archivo Light"/>
                <a:ea typeface="Archivo Light"/>
                <a:cs typeface="Archivo Light"/>
                <a:sym typeface="Archivo Light"/>
              </a:rPr>
              <a:t>name</a:t>
            </a:r>
            <a:endParaRPr>
              <a:latin typeface="Archivo Light"/>
              <a:ea typeface="Archivo Light"/>
              <a:cs typeface="Archivo Light"/>
              <a:sym typeface="Archivo Light"/>
            </a:endParaRPr>
          </a:p>
        </p:txBody>
      </p:sp>
      <p:sp>
        <p:nvSpPr>
          <p:cNvPr id="1031" name="Google Shape;1031;p54"/>
          <p:cNvSpPr txBox="1"/>
          <p:nvPr/>
        </p:nvSpPr>
        <p:spPr>
          <a:xfrm>
            <a:off x="3476625" y="4242538"/>
            <a:ext cx="1066800" cy="295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Manager</a:t>
            </a:r>
            <a:endParaRPr b="1">
              <a:solidFill>
                <a:schemeClr val="accent1"/>
              </a:solidFill>
              <a:latin typeface="Archivo"/>
              <a:ea typeface="Archivo"/>
              <a:cs typeface="Archivo"/>
              <a:sym typeface="Archivo"/>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 name="Shape 1035"/>
        <p:cNvGrpSpPr/>
        <p:nvPr/>
      </p:nvGrpSpPr>
      <p:grpSpPr>
        <a:xfrm>
          <a:off x="0" y="0"/>
          <a:ext cx="0" cy="0"/>
          <a:chOff x="0" y="0"/>
          <a:chExt cx="0" cy="0"/>
        </a:xfrm>
      </p:grpSpPr>
      <p:sp>
        <p:nvSpPr>
          <p:cNvPr id="1036" name="Google Shape;1036;p55"/>
          <p:cNvSpPr txBox="1"/>
          <p:nvPr>
            <p:ph type="title"/>
          </p:nvPr>
        </p:nvSpPr>
        <p:spPr>
          <a:xfrm>
            <a:off x="713250" y="4451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Financial</a:t>
            </a:r>
            <a:r>
              <a:rPr lang="en">
                <a:solidFill>
                  <a:schemeClr val="accent1"/>
                </a:solidFill>
              </a:rPr>
              <a:t> </a:t>
            </a:r>
            <a:r>
              <a:rPr lang="en"/>
              <a:t>model</a:t>
            </a:r>
            <a:endParaRPr/>
          </a:p>
        </p:txBody>
      </p:sp>
      <p:graphicFrame>
        <p:nvGraphicFramePr>
          <p:cNvPr id="1037" name="Google Shape;1037;p55"/>
          <p:cNvGraphicFramePr/>
          <p:nvPr/>
        </p:nvGraphicFramePr>
        <p:xfrm>
          <a:off x="720000" y="1197625"/>
          <a:ext cx="3000000" cy="3000000"/>
        </p:xfrm>
        <a:graphic>
          <a:graphicData uri="http://schemas.openxmlformats.org/drawingml/2006/table">
            <a:tbl>
              <a:tblPr>
                <a:noFill/>
                <a:tableStyleId>{D6CBFD61-9CC1-4848-B8E2-E103B36D63B7}</a:tableStyleId>
              </a:tblPr>
              <a:tblGrid>
                <a:gridCol w="1383700"/>
                <a:gridCol w="708975"/>
                <a:gridCol w="709000"/>
                <a:gridCol w="708975"/>
                <a:gridCol w="709000"/>
                <a:gridCol w="708975"/>
                <a:gridCol w="708975"/>
                <a:gridCol w="709000"/>
                <a:gridCol w="708975"/>
                <a:gridCol w="648425"/>
              </a:tblGrid>
              <a:tr h="243550">
                <a:tc>
                  <a:txBody>
                    <a:bodyPr/>
                    <a:lstStyle/>
                    <a:p>
                      <a:pPr indent="0" lvl="0" marL="0" rtl="0" algn="l">
                        <a:spcBef>
                          <a:spcPts val="0"/>
                        </a:spcBef>
                        <a:spcAft>
                          <a:spcPts val="0"/>
                        </a:spcAft>
                        <a:buNone/>
                      </a:pPr>
                      <a:r>
                        <a:t/>
                      </a:r>
                      <a:endParaRPr>
                        <a:latin typeface="Archivo Light"/>
                        <a:ea typeface="Archivo Light"/>
                        <a:cs typeface="Archivo Light"/>
                        <a:sym typeface="Archivo Light"/>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gridSpan="4">
                  <a:txBody>
                    <a:bodyPr/>
                    <a:lstStyle/>
                    <a:p>
                      <a:pPr indent="0" lvl="0" marL="0" rtl="0" algn="ctr">
                        <a:spcBef>
                          <a:spcPts val="0"/>
                        </a:spcBef>
                        <a:spcAft>
                          <a:spcPts val="0"/>
                        </a:spcAft>
                        <a:buNone/>
                      </a:pPr>
                      <a:r>
                        <a:rPr b="1" lang="en" sz="1600">
                          <a:solidFill>
                            <a:schemeClr val="lt1"/>
                          </a:solidFill>
                          <a:latin typeface="Archivo"/>
                          <a:ea typeface="Archivo"/>
                          <a:cs typeface="Archivo"/>
                          <a:sym typeface="Archivo"/>
                        </a:rPr>
                        <a:t>H</a:t>
                      </a:r>
                      <a:r>
                        <a:rPr b="1" lang="en" sz="1600">
                          <a:solidFill>
                            <a:schemeClr val="lt1"/>
                          </a:solidFill>
                          <a:latin typeface="Archivo"/>
                          <a:ea typeface="Archivo"/>
                          <a:cs typeface="Archivo"/>
                          <a:sym typeface="Archivo"/>
                        </a:rPr>
                        <a:t>istorical results</a:t>
                      </a:r>
                      <a:endParaRPr b="1">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hMerge="1"/>
                <a:tc hMerge="1"/>
                <a:tc hMerge="1"/>
                <a:tc gridSpan="5">
                  <a:txBody>
                    <a:bodyPr/>
                    <a:lstStyle/>
                    <a:p>
                      <a:pPr indent="0" lvl="0" marL="0" rtl="0" algn="ctr">
                        <a:spcBef>
                          <a:spcPts val="0"/>
                        </a:spcBef>
                        <a:spcAft>
                          <a:spcPts val="0"/>
                        </a:spcAft>
                        <a:buNone/>
                      </a:pPr>
                      <a:r>
                        <a:rPr b="1" lang="en" sz="1600">
                          <a:solidFill>
                            <a:schemeClr val="lt1"/>
                          </a:solidFill>
                          <a:latin typeface="Archivo"/>
                          <a:ea typeface="Archivo"/>
                          <a:cs typeface="Archivo"/>
                          <a:sym typeface="Archivo"/>
                        </a:rPr>
                        <a:t>F</a:t>
                      </a:r>
                      <a:r>
                        <a:rPr b="1" lang="en" sz="1600">
                          <a:solidFill>
                            <a:schemeClr val="lt1"/>
                          </a:solidFill>
                          <a:latin typeface="Archivo"/>
                          <a:ea typeface="Archivo"/>
                          <a:cs typeface="Archivo"/>
                          <a:sym typeface="Archivo"/>
                        </a:rPr>
                        <a:t>orecast period</a:t>
                      </a:r>
                      <a:endParaRPr b="1">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hMerge="1"/>
                <a:tc hMerge="1"/>
                <a:tc hMerge="1"/>
                <a:tc hMerge="1"/>
              </a:tr>
              <a:tr h="486575">
                <a:tc>
                  <a:txBody>
                    <a:bodyPr/>
                    <a:lstStyle/>
                    <a:p>
                      <a:pPr indent="0" lvl="0" marL="0" rtl="0" algn="ctr">
                        <a:spcBef>
                          <a:spcPts val="0"/>
                        </a:spcBef>
                        <a:spcAft>
                          <a:spcPts val="0"/>
                        </a:spcAft>
                        <a:buNone/>
                      </a:pPr>
                      <a:r>
                        <a:rPr b="1" lang="en" sz="1600">
                          <a:solidFill>
                            <a:schemeClr val="lt1"/>
                          </a:solidFill>
                          <a:latin typeface="Archivo"/>
                          <a:ea typeface="Archivo"/>
                          <a:cs typeface="Archivo"/>
                          <a:sym typeface="Archivo"/>
                        </a:rPr>
                        <a:t>I</a:t>
                      </a:r>
                      <a:r>
                        <a:rPr b="1" lang="en" sz="1600">
                          <a:solidFill>
                            <a:schemeClr val="lt1"/>
                          </a:solidFill>
                          <a:latin typeface="Archivo"/>
                          <a:ea typeface="Archivo"/>
                          <a:cs typeface="Archivo"/>
                          <a:sym typeface="Archivo"/>
                        </a:rPr>
                        <a:t>nc model</a:t>
                      </a:r>
                      <a:endParaRPr b="1">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2014</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2015</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2016</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2017</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2018</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2019</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2020</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2021</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Clr>
                          <a:schemeClr val="dk1"/>
                        </a:buClr>
                        <a:buFont typeface="Arial"/>
                        <a:buNone/>
                      </a:pPr>
                      <a:r>
                        <a:rPr lang="en" sz="1600">
                          <a:solidFill>
                            <a:schemeClr val="lt1"/>
                          </a:solidFill>
                          <a:latin typeface="Archivo Light"/>
                          <a:ea typeface="Archivo Light"/>
                          <a:cs typeface="Archivo Light"/>
                          <a:sym typeface="Archivo Light"/>
                        </a:rPr>
                        <a:t>2022</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r>
              <a:tr h="309625">
                <a:tc gridSpan="10">
                  <a:txBody>
                    <a:bodyPr/>
                    <a:lstStyle/>
                    <a:p>
                      <a:pPr indent="0" lvl="0" marL="0" rtl="0" algn="ctr">
                        <a:spcBef>
                          <a:spcPts val="0"/>
                        </a:spcBef>
                        <a:spcAft>
                          <a:spcPts val="0"/>
                        </a:spcAft>
                        <a:buNone/>
                      </a:pPr>
                      <a:r>
                        <a:rPr lang="en" sz="1600">
                          <a:solidFill>
                            <a:schemeClr val="dk1"/>
                          </a:solidFill>
                          <a:latin typeface="Archivo Light"/>
                          <a:ea typeface="Archivo Light"/>
                          <a:cs typeface="Archivo Light"/>
                          <a:sym typeface="Archivo Light"/>
                        </a:rPr>
                        <a:t>B</a:t>
                      </a:r>
                      <a:r>
                        <a:rPr lang="en" sz="1600">
                          <a:solidFill>
                            <a:schemeClr val="dk1"/>
                          </a:solidFill>
                          <a:latin typeface="Archivo Light"/>
                          <a:ea typeface="Archivo Light"/>
                          <a:cs typeface="Archivo Light"/>
                          <a:sym typeface="Archivo Light"/>
                        </a:rPr>
                        <a:t>alance sheet</a:t>
                      </a:r>
                      <a:endParaRPr>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hMerge="1"/>
                <a:tc hMerge="1"/>
                <a:tc hMerge="1"/>
                <a:tc hMerge="1"/>
                <a:tc hMerge="1"/>
                <a:tc hMerge="1"/>
                <a:tc hMerge="1"/>
                <a:tc hMerge="1"/>
                <a:tc hMerge="1"/>
              </a:tr>
              <a:tr h="287500">
                <a:tc gridSpan="10">
                  <a:txBody>
                    <a:bodyPr/>
                    <a:lstStyle/>
                    <a:p>
                      <a:pPr indent="0" lvl="0" marL="0" rtl="0" algn="ctr">
                        <a:spcBef>
                          <a:spcPts val="0"/>
                        </a:spcBef>
                        <a:spcAft>
                          <a:spcPts val="0"/>
                        </a:spcAft>
                        <a:buClr>
                          <a:schemeClr val="dk1"/>
                        </a:buClr>
                        <a:buFont typeface="Arial"/>
                        <a:buNone/>
                      </a:pPr>
                      <a:r>
                        <a:rPr lang="en">
                          <a:solidFill>
                            <a:schemeClr val="dk1"/>
                          </a:solidFill>
                          <a:latin typeface="Archivo Light"/>
                          <a:ea typeface="Archivo Light"/>
                          <a:cs typeface="Archivo Light"/>
                          <a:sym typeface="Archivo Light"/>
                        </a:rPr>
                        <a:t>A</a:t>
                      </a:r>
                      <a:r>
                        <a:rPr lang="en">
                          <a:solidFill>
                            <a:schemeClr val="dk1"/>
                          </a:solidFill>
                          <a:latin typeface="Archivo Light"/>
                          <a:ea typeface="Archivo Light"/>
                          <a:cs typeface="Archivo Light"/>
                          <a:sym typeface="Archivo Light"/>
                        </a:rPr>
                        <a:t>ssets</a:t>
                      </a:r>
                      <a:endParaRPr>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hMerge="1"/>
                <a:tc hMerge="1"/>
                <a:tc hMerge="1"/>
                <a:tc hMerge="1"/>
                <a:tc hMerge="1"/>
                <a:tc hMerge="1"/>
                <a:tc hMerge="1"/>
                <a:tc hMerge="1"/>
                <a:tc hMerge="1"/>
              </a:tr>
              <a:tr h="287500">
                <a:tc>
                  <a:txBody>
                    <a:bodyPr/>
                    <a:lstStyle/>
                    <a:p>
                      <a:pPr indent="0" lvl="0" marL="0" rtl="0" algn="ct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C</a:t>
                      </a:r>
                      <a:r>
                        <a:rPr b="1" lang="en">
                          <a:solidFill>
                            <a:schemeClr val="accent1"/>
                          </a:solidFill>
                          <a:latin typeface="Archivo"/>
                          <a:ea typeface="Archivo"/>
                          <a:cs typeface="Archivo"/>
                          <a:sym typeface="Archivo"/>
                        </a:rPr>
                        <a:t>ash</a:t>
                      </a:r>
                      <a:endParaRPr b="1">
                        <a:solidFill>
                          <a:schemeClr val="accent1"/>
                        </a:solidFill>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287500">
                <a:tc>
                  <a:txBody>
                    <a:bodyPr/>
                    <a:lstStyle/>
                    <a:p>
                      <a:pPr indent="0" lvl="0" marL="0" rtl="0" algn="ct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A</a:t>
                      </a:r>
                      <a:r>
                        <a:rPr b="1" lang="en">
                          <a:solidFill>
                            <a:schemeClr val="accent1"/>
                          </a:solidFill>
                          <a:latin typeface="Archivo"/>
                          <a:ea typeface="Archivo"/>
                          <a:cs typeface="Archivo"/>
                          <a:sym typeface="Archivo"/>
                        </a:rPr>
                        <a:t>ccounts</a:t>
                      </a:r>
                      <a:endParaRPr b="1">
                        <a:solidFill>
                          <a:schemeClr val="accent1"/>
                        </a:solidFill>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287500">
                <a:tc>
                  <a:txBody>
                    <a:bodyPr/>
                    <a:lstStyle/>
                    <a:p>
                      <a:pPr indent="0" lvl="0" marL="0" rtl="0" algn="ct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I</a:t>
                      </a:r>
                      <a:r>
                        <a:rPr b="1" lang="en">
                          <a:solidFill>
                            <a:schemeClr val="accent1"/>
                          </a:solidFill>
                          <a:latin typeface="Archivo"/>
                          <a:ea typeface="Archivo"/>
                          <a:cs typeface="Archivo"/>
                          <a:sym typeface="Archivo"/>
                        </a:rPr>
                        <a:t>nventory</a:t>
                      </a:r>
                      <a:endParaRPr b="1">
                        <a:solidFill>
                          <a:schemeClr val="accent1"/>
                        </a:solidFill>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287500">
                <a:tc>
                  <a:txBody>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C</a:t>
                      </a:r>
                      <a:r>
                        <a:rPr b="1" lang="en">
                          <a:solidFill>
                            <a:schemeClr val="accent1"/>
                          </a:solidFill>
                          <a:latin typeface="Archivo"/>
                          <a:ea typeface="Archivo"/>
                          <a:cs typeface="Archivo"/>
                          <a:sym typeface="Archivo"/>
                        </a:rPr>
                        <a:t>urrent assets</a:t>
                      </a:r>
                      <a:endParaRPr b="1">
                        <a:solidFill>
                          <a:schemeClr val="accent1"/>
                        </a:solidFill>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287500">
                <a:tc>
                  <a:txBody>
                    <a:bodyPr/>
                    <a:lstStyle/>
                    <a:p>
                      <a:pPr indent="0" lvl="0" marL="0" rtl="0" algn="ct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P</a:t>
                      </a:r>
                      <a:r>
                        <a:rPr b="1" lang="en">
                          <a:solidFill>
                            <a:schemeClr val="accent1"/>
                          </a:solidFill>
                          <a:latin typeface="Archivo"/>
                          <a:ea typeface="Archivo"/>
                          <a:cs typeface="Archivo"/>
                          <a:sym typeface="Archivo"/>
                        </a:rPr>
                        <a:t>roperty</a:t>
                      </a:r>
                      <a:endParaRPr b="1">
                        <a:solidFill>
                          <a:schemeClr val="accent1"/>
                        </a:solidFill>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287500">
                <a:tc>
                  <a:txBody>
                    <a:bodyPr/>
                    <a:lstStyle/>
                    <a:p>
                      <a:pPr indent="0" lvl="0" marL="0" rtl="0" algn="ct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G</a:t>
                      </a:r>
                      <a:r>
                        <a:rPr b="1" lang="en">
                          <a:solidFill>
                            <a:schemeClr val="accent1"/>
                          </a:solidFill>
                          <a:latin typeface="Archivo"/>
                          <a:ea typeface="Archivo"/>
                          <a:cs typeface="Archivo"/>
                          <a:sym typeface="Archivo"/>
                        </a:rPr>
                        <a:t>oodwill</a:t>
                      </a:r>
                      <a:endParaRPr b="1">
                        <a:solidFill>
                          <a:schemeClr val="accent1"/>
                        </a:solidFill>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xx</a:t>
                      </a:r>
                      <a:endParaRPr>
                        <a:solidFill>
                          <a:schemeClr val="dk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353325">
                <a:tc>
                  <a:txBody>
                    <a:bodyPr/>
                    <a:lstStyle/>
                    <a:p>
                      <a:pPr indent="0" lvl="0" marL="0" rtl="0" algn="ctr">
                        <a:spcBef>
                          <a:spcPts val="0"/>
                        </a:spcBef>
                        <a:spcAft>
                          <a:spcPts val="0"/>
                        </a:spcAft>
                        <a:buClr>
                          <a:schemeClr val="dk1"/>
                        </a:buClr>
                        <a:buFont typeface="Arial"/>
                        <a:buNone/>
                      </a:pPr>
                      <a:r>
                        <a:rPr b="1" lang="en">
                          <a:solidFill>
                            <a:schemeClr val="lt1"/>
                          </a:solidFill>
                          <a:latin typeface="Archivo"/>
                          <a:ea typeface="Archivo"/>
                          <a:cs typeface="Archivo"/>
                          <a:sym typeface="Archivo"/>
                        </a:rPr>
                        <a:t>T</a:t>
                      </a:r>
                      <a:r>
                        <a:rPr b="1" lang="en">
                          <a:solidFill>
                            <a:schemeClr val="lt1"/>
                          </a:solidFill>
                          <a:latin typeface="Archivo"/>
                          <a:ea typeface="Archivo"/>
                          <a:cs typeface="Archivo"/>
                          <a:sym typeface="Archivo"/>
                        </a:rPr>
                        <a:t>otal</a:t>
                      </a:r>
                      <a:endParaRPr b="1">
                        <a:solidFill>
                          <a:schemeClr val="lt1"/>
                        </a:solidFill>
                        <a:latin typeface="Archivo"/>
                        <a:ea typeface="Archivo"/>
                        <a:cs typeface="Archivo"/>
                        <a:sym typeface="Archiv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xx</a:t>
                      </a:r>
                      <a:endParaRPr>
                        <a:solidFill>
                          <a:schemeClr val="lt1"/>
                        </a:solidFill>
                        <a:latin typeface="Archivo Light"/>
                        <a:ea typeface="Archivo Light"/>
                        <a:cs typeface="Archivo Light"/>
                        <a:sym typeface="Archivo Light"/>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 name="Shape 1041"/>
        <p:cNvGrpSpPr/>
        <p:nvPr/>
      </p:nvGrpSpPr>
      <p:grpSpPr>
        <a:xfrm>
          <a:off x="0" y="0"/>
          <a:ext cx="0" cy="0"/>
          <a:chOff x="0" y="0"/>
          <a:chExt cx="0" cy="0"/>
        </a:xfrm>
      </p:grpSpPr>
      <p:sp>
        <p:nvSpPr>
          <p:cNvPr id="1042" name="Google Shape;1042;p56"/>
          <p:cNvSpPr/>
          <p:nvPr/>
        </p:nvSpPr>
        <p:spPr>
          <a:xfrm>
            <a:off x="5206225" y="3770650"/>
            <a:ext cx="2756400" cy="820500"/>
          </a:xfrm>
          <a:prstGeom prst="roundRect">
            <a:avLst>
              <a:gd fmla="val 10689"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43" name="Google Shape;1043;p5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Financial</a:t>
            </a:r>
            <a:r>
              <a:rPr lang="en">
                <a:solidFill>
                  <a:schemeClr val="accent1"/>
                </a:solidFill>
              </a:rPr>
              <a:t> </a:t>
            </a:r>
            <a:r>
              <a:rPr lang="en"/>
              <a:t>model</a:t>
            </a:r>
            <a:endParaRPr/>
          </a:p>
        </p:txBody>
      </p:sp>
      <p:sp>
        <p:nvSpPr>
          <p:cNvPr id="1044" name="Google Shape;1044;p56"/>
          <p:cNvSpPr txBox="1"/>
          <p:nvPr/>
        </p:nvSpPr>
        <p:spPr>
          <a:xfrm>
            <a:off x="5262750" y="3846100"/>
            <a:ext cx="2643300" cy="669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dk1"/>
                </a:solidFill>
                <a:latin typeface="Archivo Light"/>
                <a:ea typeface="Archivo Light"/>
                <a:cs typeface="Archivo Light"/>
                <a:sym typeface="Archivo Light"/>
              </a:rPr>
              <a:t>* Follow the link in the graph to modify its data and then paste the new one here. </a:t>
            </a:r>
            <a:r>
              <a:rPr b="1" lang="en" sz="1100">
                <a:solidFill>
                  <a:schemeClr val="dk1"/>
                </a:solidFill>
                <a:uFill>
                  <a:noFill/>
                </a:uFill>
                <a:latin typeface="Archivo"/>
                <a:ea typeface="Archivo"/>
                <a:cs typeface="Archivo"/>
                <a:sym typeface="Archivo"/>
                <a:hlinkClick r:id="rId3">
                  <a:extLst>
                    <a:ext uri="{A12FA001-AC4F-418D-AE19-62706E023703}">
                      <ahyp:hlinkClr val="tx"/>
                    </a:ext>
                  </a:extLst>
                </a:hlinkClick>
              </a:rPr>
              <a:t>For more info, click here</a:t>
            </a:r>
            <a:endParaRPr b="1" sz="1100">
              <a:solidFill>
                <a:schemeClr val="dk1"/>
              </a:solidFill>
              <a:latin typeface="Archivo"/>
              <a:ea typeface="Archivo"/>
              <a:cs typeface="Archivo"/>
              <a:sym typeface="Archivo"/>
            </a:endParaRPr>
          </a:p>
        </p:txBody>
      </p:sp>
      <p:cxnSp>
        <p:nvCxnSpPr>
          <p:cNvPr id="1045" name="Google Shape;1045;p56"/>
          <p:cNvCxnSpPr>
            <a:stCxn id="1046" idx="1"/>
          </p:cNvCxnSpPr>
          <p:nvPr/>
        </p:nvCxnSpPr>
        <p:spPr>
          <a:xfrm rot="10800000">
            <a:off x="2753702" y="1437100"/>
            <a:ext cx="537000" cy="0"/>
          </a:xfrm>
          <a:prstGeom prst="straightConnector1">
            <a:avLst/>
          </a:prstGeom>
          <a:noFill/>
          <a:ln cap="flat" cmpd="sng" w="9525">
            <a:solidFill>
              <a:schemeClr val="accent2"/>
            </a:solidFill>
            <a:prstDash val="solid"/>
            <a:round/>
            <a:headEnd len="med" w="med" type="none"/>
            <a:tailEnd len="med" w="med" type="none"/>
          </a:ln>
        </p:spPr>
      </p:cxnSp>
      <p:cxnSp>
        <p:nvCxnSpPr>
          <p:cNvPr id="1047" name="Google Shape;1047;p56"/>
          <p:cNvCxnSpPr>
            <a:stCxn id="1048" idx="3"/>
          </p:cNvCxnSpPr>
          <p:nvPr/>
        </p:nvCxnSpPr>
        <p:spPr>
          <a:xfrm>
            <a:off x="1498550" y="2974000"/>
            <a:ext cx="522000" cy="0"/>
          </a:xfrm>
          <a:prstGeom prst="straightConnector1">
            <a:avLst/>
          </a:prstGeom>
          <a:noFill/>
          <a:ln cap="flat" cmpd="sng" w="9525">
            <a:solidFill>
              <a:schemeClr val="accent2"/>
            </a:solidFill>
            <a:prstDash val="solid"/>
            <a:round/>
            <a:headEnd len="med" w="med" type="none"/>
            <a:tailEnd len="med" w="med" type="none"/>
          </a:ln>
        </p:spPr>
      </p:cxnSp>
      <p:sp>
        <p:nvSpPr>
          <p:cNvPr id="1049" name="Google Shape;1049;p56"/>
          <p:cNvSpPr/>
          <p:nvPr/>
        </p:nvSpPr>
        <p:spPr>
          <a:xfrm>
            <a:off x="1550975" y="1389419"/>
            <a:ext cx="1689600" cy="1689600"/>
          </a:xfrm>
          <a:prstGeom prst="blockArc">
            <a:avLst>
              <a:gd fmla="val 10800000" name="adj1"/>
              <a:gd fmla="val 0" name="adj2"/>
              <a:gd fmla="val 25000"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6"/>
          <p:cNvSpPr txBox="1"/>
          <p:nvPr/>
        </p:nvSpPr>
        <p:spPr>
          <a:xfrm>
            <a:off x="760250" y="2873050"/>
            <a:ext cx="738300" cy="20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60%</a:t>
            </a:r>
            <a:endParaRPr b="1" sz="1800">
              <a:solidFill>
                <a:schemeClr val="accent1"/>
              </a:solidFill>
              <a:latin typeface="Archivo"/>
              <a:ea typeface="Archivo"/>
              <a:cs typeface="Archivo"/>
              <a:sym typeface="Archivo"/>
            </a:endParaRPr>
          </a:p>
        </p:txBody>
      </p:sp>
      <p:sp>
        <p:nvSpPr>
          <p:cNvPr id="1046" name="Google Shape;1046;p56"/>
          <p:cNvSpPr txBox="1"/>
          <p:nvPr/>
        </p:nvSpPr>
        <p:spPr>
          <a:xfrm>
            <a:off x="3290702" y="1336150"/>
            <a:ext cx="738300" cy="20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40%</a:t>
            </a:r>
            <a:endParaRPr b="1" sz="1800">
              <a:solidFill>
                <a:schemeClr val="accent1"/>
              </a:solidFill>
              <a:latin typeface="Archivo"/>
              <a:ea typeface="Archivo"/>
              <a:cs typeface="Archivo"/>
              <a:sym typeface="Archivo"/>
            </a:endParaRPr>
          </a:p>
        </p:txBody>
      </p:sp>
      <p:sp>
        <p:nvSpPr>
          <p:cNvPr id="1050" name="Google Shape;1050;p56"/>
          <p:cNvSpPr/>
          <p:nvPr/>
        </p:nvSpPr>
        <p:spPr>
          <a:xfrm rot="10800000">
            <a:off x="1550975" y="1389419"/>
            <a:ext cx="1689600" cy="1689600"/>
          </a:xfrm>
          <a:prstGeom prst="blockArc">
            <a:avLst>
              <a:gd fmla="val 8540462" name="adj1"/>
              <a:gd fmla="val 0" name="adj2"/>
              <a:gd fmla="val 25000"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1" name="Google Shape;1051;p56" title="Chart">
            <a:hlinkClick r:id="rId4"/>
          </p:cNvPr>
          <p:cNvPicPr preferRelativeResize="0"/>
          <p:nvPr/>
        </p:nvPicPr>
        <p:blipFill>
          <a:blip r:embed="rId5">
            <a:alphaModFix/>
          </a:blip>
          <a:stretch>
            <a:fillRect/>
          </a:stretch>
        </p:blipFill>
        <p:spPr>
          <a:xfrm>
            <a:off x="4738088" y="1206900"/>
            <a:ext cx="3692634" cy="2283275"/>
          </a:xfrm>
          <a:prstGeom prst="rect">
            <a:avLst/>
          </a:prstGeom>
          <a:noFill/>
          <a:ln>
            <a:noFill/>
          </a:ln>
        </p:spPr>
      </p:pic>
      <p:sp>
        <p:nvSpPr>
          <p:cNvPr id="1052" name="Google Shape;1052;p56"/>
          <p:cNvSpPr txBox="1"/>
          <p:nvPr/>
        </p:nvSpPr>
        <p:spPr>
          <a:xfrm>
            <a:off x="760250" y="3971988"/>
            <a:ext cx="2018100" cy="62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Venus is the second planet from the Sun</a:t>
            </a:r>
            <a:endParaRPr>
              <a:latin typeface="Archivo Light"/>
              <a:ea typeface="Archivo Light"/>
              <a:cs typeface="Archivo Light"/>
              <a:sym typeface="Archivo Light"/>
            </a:endParaRPr>
          </a:p>
        </p:txBody>
      </p:sp>
      <p:sp>
        <p:nvSpPr>
          <p:cNvPr id="1053" name="Google Shape;1053;p56"/>
          <p:cNvSpPr txBox="1"/>
          <p:nvPr/>
        </p:nvSpPr>
        <p:spPr>
          <a:xfrm>
            <a:off x="1145750" y="3581050"/>
            <a:ext cx="1632600" cy="393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Venus</a:t>
            </a:r>
            <a:endParaRPr b="1" sz="1800">
              <a:solidFill>
                <a:schemeClr val="accent1"/>
              </a:solidFill>
              <a:latin typeface="Archivo"/>
              <a:ea typeface="Archivo"/>
              <a:cs typeface="Archivo"/>
              <a:sym typeface="Archivo"/>
            </a:endParaRPr>
          </a:p>
        </p:txBody>
      </p:sp>
      <p:sp>
        <p:nvSpPr>
          <p:cNvPr id="1054" name="Google Shape;1054;p56"/>
          <p:cNvSpPr txBox="1"/>
          <p:nvPr/>
        </p:nvSpPr>
        <p:spPr>
          <a:xfrm>
            <a:off x="2796300" y="3971988"/>
            <a:ext cx="2018100" cy="62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Despite being red, Mars is actually a cold place</a:t>
            </a:r>
            <a:endParaRPr>
              <a:latin typeface="Archivo Light"/>
              <a:ea typeface="Archivo Light"/>
              <a:cs typeface="Archivo Light"/>
              <a:sym typeface="Archivo Light"/>
            </a:endParaRPr>
          </a:p>
        </p:txBody>
      </p:sp>
      <p:sp>
        <p:nvSpPr>
          <p:cNvPr id="1055" name="Google Shape;1055;p56"/>
          <p:cNvSpPr txBox="1"/>
          <p:nvPr/>
        </p:nvSpPr>
        <p:spPr>
          <a:xfrm>
            <a:off x="3181800" y="3577750"/>
            <a:ext cx="16326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Mars</a:t>
            </a:r>
            <a:endParaRPr b="1" sz="1800">
              <a:solidFill>
                <a:schemeClr val="accent1"/>
              </a:solidFill>
              <a:latin typeface="Archivo"/>
              <a:ea typeface="Archivo"/>
              <a:cs typeface="Archivo"/>
              <a:sym typeface="Archivo"/>
            </a:endParaRPr>
          </a:p>
        </p:txBody>
      </p:sp>
      <p:sp>
        <p:nvSpPr>
          <p:cNvPr id="1056" name="Google Shape;1056;p56"/>
          <p:cNvSpPr/>
          <p:nvPr/>
        </p:nvSpPr>
        <p:spPr>
          <a:xfrm>
            <a:off x="826550" y="3618250"/>
            <a:ext cx="319200" cy="319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6"/>
          <p:cNvSpPr/>
          <p:nvPr/>
        </p:nvSpPr>
        <p:spPr>
          <a:xfrm>
            <a:off x="2862590" y="3618250"/>
            <a:ext cx="319200" cy="319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 name="Shape 1061"/>
        <p:cNvGrpSpPr/>
        <p:nvPr/>
      </p:nvGrpSpPr>
      <p:grpSpPr>
        <a:xfrm>
          <a:off x="0" y="0"/>
          <a:ext cx="0" cy="0"/>
          <a:chOff x="0" y="0"/>
          <a:chExt cx="0" cy="0"/>
        </a:xfrm>
      </p:grpSpPr>
      <p:sp>
        <p:nvSpPr>
          <p:cNvPr id="1062" name="Google Shape;1062;p57"/>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P</a:t>
            </a:r>
            <a:r>
              <a:rPr lang="en">
                <a:solidFill>
                  <a:schemeClr val="dk1"/>
                </a:solidFill>
              </a:rPr>
              <a:t>ricing</a:t>
            </a:r>
            <a:r>
              <a:rPr lang="en">
                <a:solidFill>
                  <a:schemeClr val="accent1"/>
                </a:solidFill>
              </a:rPr>
              <a:t> </a:t>
            </a:r>
            <a:r>
              <a:rPr lang="en"/>
              <a:t>strategy</a:t>
            </a:r>
            <a:endParaRPr/>
          </a:p>
        </p:txBody>
      </p:sp>
      <p:graphicFrame>
        <p:nvGraphicFramePr>
          <p:cNvPr id="1063" name="Google Shape;1063;p57"/>
          <p:cNvGraphicFramePr/>
          <p:nvPr/>
        </p:nvGraphicFramePr>
        <p:xfrm>
          <a:off x="713250" y="2000250"/>
          <a:ext cx="3000000" cy="3000000"/>
        </p:xfrm>
        <a:graphic>
          <a:graphicData uri="http://schemas.openxmlformats.org/drawingml/2006/table">
            <a:tbl>
              <a:tblPr>
                <a:noFill/>
                <a:tableStyleId>{D6CBFD61-9CC1-4848-B8E2-E103B36D63B7}</a:tableStyleId>
              </a:tblPr>
              <a:tblGrid>
                <a:gridCol w="1543500"/>
                <a:gridCol w="1543500"/>
                <a:gridCol w="1543500"/>
                <a:gridCol w="1543500"/>
                <a:gridCol w="1543500"/>
              </a:tblGrid>
              <a:tr h="457175">
                <a:tc>
                  <a:txBody>
                    <a:bodyPr/>
                    <a:lstStyle/>
                    <a:p>
                      <a:pPr indent="0" lvl="0" marL="0" rtl="0" algn="l">
                        <a:spcBef>
                          <a:spcPts val="0"/>
                        </a:spcBef>
                        <a:spcAft>
                          <a:spcPts val="0"/>
                        </a:spcAft>
                        <a:buNone/>
                      </a:pPr>
                      <a:r>
                        <a:rPr b="1" lang="en" sz="1800">
                          <a:solidFill>
                            <a:schemeClr val="lt1"/>
                          </a:solidFill>
                          <a:latin typeface="Archivo"/>
                          <a:ea typeface="Archivo"/>
                          <a:cs typeface="Archivo"/>
                          <a:sym typeface="Archivo"/>
                        </a:rPr>
                        <a:t>Level</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1</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2</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3</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4</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7175">
                <a:tc>
                  <a:txBody>
                    <a:bodyPr/>
                    <a:lstStyle/>
                    <a:p>
                      <a:pPr indent="0" lvl="0" marL="0" rtl="0" algn="l">
                        <a:spcBef>
                          <a:spcPts val="0"/>
                        </a:spcBef>
                        <a:spcAft>
                          <a:spcPts val="0"/>
                        </a:spcAft>
                        <a:buNone/>
                      </a:pPr>
                      <a:r>
                        <a:rPr b="1" lang="en" sz="1800">
                          <a:solidFill>
                            <a:schemeClr val="lt1"/>
                          </a:solidFill>
                          <a:latin typeface="Archivo"/>
                          <a:ea typeface="Archivo"/>
                          <a:cs typeface="Archivo"/>
                          <a:sym typeface="Archivo"/>
                        </a:rPr>
                        <a:t>Percentage</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20%</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70%</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9%</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accent1"/>
                          </a:solidFill>
                          <a:latin typeface="Archivo"/>
                          <a:ea typeface="Archivo"/>
                          <a:cs typeface="Archivo"/>
                          <a:sym typeface="Archivo"/>
                        </a:rPr>
                        <a:t>1%</a:t>
                      </a:r>
                      <a:endParaRPr b="1" sz="1800">
                        <a:solidFill>
                          <a:schemeClr val="accent1"/>
                        </a:solidFill>
                        <a:latin typeface="Archivo"/>
                        <a:ea typeface="Archivo"/>
                        <a:cs typeface="Archivo"/>
                        <a:sym typeface="Archiv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r>
              <a:tr h="1463000">
                <a:tc>
                  <a:txBody>
                    <a:bodyPr/>
                    <a:lstStyle/>
                    <a:p>
                      <a:pPr indent="0" lvl="0" marL="0" rtl="0" algn="l">
                        <a:spcBef>
                          <a:spcPts val="0"/>
                        </a:spcBef>
                        <a:spcAft>
                          <a:spcPts val="0"/>
                        </a:spcAft>
                        <a:buNone/>
                      </a:pPr>
                      <a:r>
                        <a:rPr b="1" lang="en" sz="1800">
                          <a:solidFill>
                            <a:schemeClr val="lt1"/>
                          </a:solidFill>
                          <a:latin typeface="Archivo"/>
                          <a:ea typeface="Archivo"/>
                          <a:cs typeface="Archivo"/>
                          <a:sym typeface="Archivo"/>
                        </a:rPr>
                        <a:t>Description</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 Insert your description here</a:t>
                      </a:r>
                      <a:endParaRPr>
                        <a:solidFill>
                          <a:schemeClr val="dk1"/>
                        </a:solidFill>
                        <a:latin typeface="Archivo Light"/>
                        <a:ea typeface="Archivo Light"/>
                        <a:cs typeface="Archivo Light"/>
                        <a:sym typeface="Archivo Ligh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064" name="Google Shape;1064;p57"/>
          <p:cNvSpPr/>
          <p:nvPr/>
        </p:nvSpPr>
        <p:spPr>
          <a:xfrm>
            <a:off x="2256750" y="1666875"/>
            <a:ext cx="1543800" cy="333300"/>
          </a:xfrm>
          <a:prstGeom prst="rect">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Basic</a:t>
            </a:r>
            <a:endParaRPr b="1" sz="1800">
              <a:solidFill>
                <a:schemeClr val="lt1"/>
              </a:solidFill>
              <a:latin typeface="Archivo"/>
              <a:ea typeface="Archivo"/>
              <a:cs typeface="Archivo"/>
              <a:sym typeface="Archivo"/>
            </a:endParaRPr>
          </a:p>
        </p:txBody>
      </p:sp>
      <p:sp>
        <p:nvSpPr>
          <p:cNvPr id="1065" name="Google Shape;1065;p57"/>
          <p:cNvSpPr/>
          <p:nvPr/>
        </p:nvSpPr>
        <p:spPr>
          <a:xfrm>
            <a:off x="3800027" y="1552575"/>
            <a:ext cx="1543800" cy="447600"/>
          </a:xfrm>
          <a:prstGeom prst="rect">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Standard</a:t>
            </a:r>
            <a:endParaRPr b="1" sz="1800">
              <a:solidFill>
                <a:schemeClr val="lt1"/>
              </a:solidFill>
              <a:latin typeface="Archivo"/>
              <a:ea typeface="Archivo"/>
              <a:cs typeface="Archivo"/>
              <a:sym typeface="Archivo"/>
            </a:endParaRPr>
          </a:p>
        </p:txBody>
      </p:sp>
      <p:sp>
        <p:nvSpPr>
          <p:cNvPr id="1066" name="Google Shape;1066;p57"/>
          <p:cNvSpPr/>
          <p:nvPr/>
        </p:nvSpPr>
        <p:spPr>
          <a:xfrm>
            <a:off x="5343491" y="1427475"/>
            <a:ext cx="1543800" cy="572700"/>
          </a:xfrm>
          <a:prstGeom prst="rect">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Advanced</a:t>
            </a:r>
            <a:endParaRPr b="1" sz="1800">
              <a:solidFill>
                <a:schemeClr val="lt1"/>
              </a:solidFill>
              <a:latin typeface="Archivo"/>
              <a:ea typeface="Archivo"/>
              <a:cs typeface="Archivo"/>
              <a:sym typeface="Archivo"/>
            </a:endParaRPr>
          </a:p>
        </p:txBody>
      </p:sp>
      <p:sp>
        <p:nvSpPr>
          <p:cNvPr id="1067" name="Google Shape;1067;p57"/>
          <p:cNvSpPr/>
          <p:nvPr/>
        </p:nvSpPr>
        <p:spPr>
          <a:xfrm>
            <a:off x="6886955" y="1314450"/>
            <a:ext cx="1543800" cy="685800"/>
          </a:xfrm>
          <a:prstGeom prst="rect">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Leading</a:t>
            </a:r>
            <a:endParaRPr b="1" sz="1800">
              <a:solidFill>
                <a:schemeClr val="lt1"/>
              </a:solidFill>
              <a:latin typeface="Archivo"/>
              <a:ea typeface="Archivo"/>
              <a:cs typeface="Archivo"/>
              <a:sym typeface="Archivo"/>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1" name="Shape 1071"/>
        <p:cNvGrpSpPr/>
        <p:nvPr/>
      </p:nvGrpSpPr>
      <p:grpSpPr>
        <a:xfrm>
          <a:off x="0" y="0"/>
          <a:ext cx="0" cy="0"/>
          <a:chOff x="0" y="0"/>
          <a:chExt cx="0" cy="0"/>
        </a:xfrm>
      </p:grpSpPr>
      <p:sp>
        <p:nvSpPr>
          <p:cNvPr id="1072" name="Google Shape;1072;p58"/>
          <p:cNvSpPr/>
          <p:nvPr/>
        </p:nvSpPr>
        <p:spPr>
          <a:xfrm>
            <a:off x="3858175" y="3142250"/>
            <a:ext cx="4572600" cy="523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073" name="Google Shape;1073;p58"/>
          <p:cNvSpPr/>
          <p:nvPr/>
        </p:nvSpPr>
        <p:spPr>
          <a:xfrm>
            <a:off x="7248175" y="1477450"/>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074" name="Google Shape;1074;p58"/>
          <p:cNvSpPr txBox="1"/>
          <p:nvPr>
            <p:ph type="title"/>
          </p:nvPr>
        </p:nvSpPr>
        <p:spPr>
          <a:xfrm>
            <a:off x="4105375" y="2524725"/>
            <a:ext cx="4173000" cy="578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rPr>
              <a:t>C</a:t>
            </a:r>
            <a:r>
              <a:rPr lang="en">
                <a:solidFill>
                  <a:schemeClr val="dk1"/>
                </a:solidFill>
              </a:rPr>
              <a:t>onsulting</a:t>
            </a:r>
            <a:r>
              <a:rPr lang="en"/>
              <a:t> proposal</a:t>
            </a:r>
            <a:endParaRPr/>
          </a:p>
        </p:txBody>
      </p:sp>
      <p:sp>
        <p:nvSpPr>
          <p:cNvPr id="1075" name="Google Shape;1075;p58"/>
          <p:cNvSpPr txBox="1"/>
          <p:nvPr>
            <p:ph idx="1" type="subTitle"/>
          </p:nvPr>
        </p:nvSpPr>
        <p:spPr>
          <a:xfrm>
            <a:off x="4105375" y="3197175"/>
            <a:ext cx="4173000" cy="414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You can enter a subtitle here if you need it</a:t>
            </a:r>
            <a:endParaRPr/>
          </a:p>
        </p:txBody>
      </p:sp>
      <p:sp>
        <p:nvSpPr>
          <p:cNvPr id="1076" name="Google Shape;1076;p58"/>
          <p:cNvSpPr txBox="1"/>
          <p:nvPr>
            <p:ph idx="2" type="title"/>
          </p:nvPr>
        </p:nvSpPr>
        <p:spPr>
          <a:xfrm>
            <a:off x="7169275" y="1627900"/>
            <a:ext cx="1109100" cy="65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1077" name="Google Shape;1077;p58"/>
          <p:cNvGrpSpPr/>
          <p:nvPr/>
        </p:nvGrpSpPr>
        <p:grpSpPr>
          <a:xfrm flipH="1" rot="10800000">
            <a:off x="193777" y="-55059"/>
            <a:ext cx="1625388" cy="1895646"/>
            <a:chOff x="7556913" y="3814718"/>
            <a:chExt cx="891846" cy="1040135"/>
          </a:xfrm>
        </p:grpSpPr>
        <p:grpSp>
          <p:nvGrpSpPr>
            <p:cNvPr id="1078" name="Google Shape;1078;p58"/>
            <p:cNvGrpSpPr/>
            <p:nvPr/>
          </p:nvGrpSpPr>
          <p:grpSpPr>
            <a:xfrm>
              <a:off x="7990222" y="3814718"/>
              <a:ext cx="458536" cy="1040135"/>
              <a:chOff x="5599250" y="4194125"/>
              <a:chExt cx="418525" cy="949375"/>
            </a:xfrm>
          </p:grpSpPr>
          <p:sp>
            <p:nvSpPr>
              <p:cNvPr id="1079" name="Google Shape;1079;p58"/>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8"/>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58"/>
            <p:cNvGrpSpPr/>
            <p:nvPr/>
          </p:nvGrpSpPr>
          <p:grpSpPr>
            <a:xfrm>
              <a:off x="7556913" y="4235041"/>
              <a:ext cx="623725" cy="619808"/>
              <a:chOff x="4791175" y="4530525"/>
              <a:chExt cx="569300" cy="565725"/>
            </a:xfrm>
          </p:grpSpPr>
          <p:sp>
            <p:nvSpPr>
              <p:cNvPr id="1082" name="Google Shape;1082;p58"/>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8"/>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8"/>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8"/>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sp>
        <p:nvSpPr>
          <p:cNvPr id="1090" name="Google Shape;1090;p59"/>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a:t>
            </a:r>
            <a:r>
              <a:rPr lang="en">
                <a:solidFill>
                  <a:schemeClr val="dk1"/>
                </a:solidFill>
              </a:rPr>
              <a:t>onsulting</a:t>
            </a:r>
            <a:r>
              <a:rPr lang="en"/>
              <a:t> proposal</a:t>
            </a:r>
            <a:endParaRPr/>
          </a:p>
        </p:txBody>
      </p:sp>
      <p:sp>
        <p:nvSpPr>
          <p:cNvPr id="1091" name="Google Shape;1091;p59"/>
          <p:cNvSpPr txBox="1"/>
          <p:nvPr>
            <p:ph idx="13" type="title"/>
          </p:nvPr>
        </p:nvSpPr>
        <p:spPr>
          <a:xfrm>
            <a:off x="6001064" y="1560513"/>
            <a:ext cx="2276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Invoices</a:t>
            </a:r>
            <a:endParaRPr/>
          </a:p>
        </p:txBody>
      </p:sp>
      <p:sp>
        <p:nvSpPr>
          <p:cNvPr id="1092" name="Google Shape;1092;p59"/>
          <p:cNvSpPr txBox="1"/>
          <p:nvPr>
            <p:ph idx="1" type="subTitle"/>
          </p:nvPr>
        </p:nvSpPr>
        <p:spPr>
          <a:xfrm>
            <a:off x="866236" y="1960688"/>
            <a:ext cx="2276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093" name="Google Shape;1093;p59"/>
          <p:cNvSpPr txBox="1"/>
          <p:nvPr>
            <p:ph idx="2" type="subTitle"/>
          </p:nvPr>
        </p:nvSpPr>
        <p:spPr>
          <a:xfrm>
            <a:off x="3433650" y="1960688"/>
            <a:ext cx="2276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094" name="Google Shape;1094;p59"/>
          <p:cNvSpPr txBox="1"/>
          <p:nvPr>
            <p:ph idx="3" type="title"/>
          </p:nvPr>
        </p:nvSpPr>
        <p:spPr>
          <a:xfrm>
            <a:off x="866236" y="1560513"/>
            <a:ext cx="2276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Services</a:t>
            </a:r>
            <a:endParaRPr/>
          </a:p>
        </p:txBody>
      </p:sp>
      <p:sp>
        <p:nvSpPr>
          <p:cNvPr id="1095" name="Google Shape;1095;p59"/>
          <p:cNvSpPr txBox="1"/>
          <p:nvPr>
            <p:ph idx="4" type="title"/>
          </p:nvPr>
        </p:nvSpPr>
        <p:spPr>
          <a:xfrm>
            <a:off x="3433650" y="1560513"/>
            <a:ext cx="2276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Fees</a:t>
            </a:r>
            <a:endParaRPr/>
          </a:p>
        </p:txBody>
      </p:sp>
      <p:sp>
        <p:nvSpPr>
          <p:cNvPr id="1096" name="Google Shape;1096;p59"/>
          <p:cNvSpPr txBox="1"/>
          <p:nvPr>
            <p:ph idx="5" type="subTitle"/>
          </p:nvPr>
        </p:nvSpPr>
        <p:spPr>
          <a:xfrm>
            <a:off x="866236" y="3456388"/>
            <a:ext cx="2276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097" name="Google Shape;1097;p59"/>
          <p:cNvSpPr txBox="1"/>
          <p:nvPr>
            <p:ph idx="6" type="subTitle"/>
          </p:nvPr>
        </p:nvSpPr>
        <p:spPr>
          <a:xfrm>
            <a:off x="3433650" y="3456388"/>
            <a:ext cx="2276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1098" name="Google Shape;1098;p59"/>
          <p:cNvSpPr txBox="1"/>
          <p:nvPr>
            <p:ph idx="7" type="title"/>
          </p:nvPr>
        </p:nvSpPr>
        <p:spPr>
          <a:xfrm>
            <a:off x="866236" y="3056113"/>
            <a:ext cx="2276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Expenses</a:t>
            </a:r>
            <a:endParaRPr/>
          </a:p>
        </p:txBody>
      </p:sp>
      <p:sp>
        <p:nvSpPr>
          <p:cNvPr id="1099" name="Google Shape;1099;p59"/>
          <p:cNvSpPr txBox="1"/>
          <p:nvPr>
            <p:ph idx="8" type="title"/>
          </p:nvPr>
        </p:nvSpPr>
        <p:spPr>
          <a:xfrm>
            <a:off x="3433650" y="3056113"/>
            <a:ext cx="2276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Materials</a:t>
            </a:r>
            <a:endParaRPr/>
          </a:p>
        </p:txBody>
      </p:sp>
      <p:sp>
        <p:nvSpPr>
          <p:cNvPr id="1100" name="Google Shape;1100;p59"/>
          <p:cNvSpPr txBox="1"/>
          <p:nvPr>
            <p:ph idx="9" type="subTitle"/>
          </p:nvPr>
        </p:nvSpPr>
        <p:spPr>
          <a:xfrm>
            <a:off x="6001064" y="1960688"/>
            <a:ext cx="2276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101" name="Google Shape;1101;p59"/>
          <p:cNvSpPr txBox="1"/>
          <p:nvPr>
            <p:ph idx="14" type="subTitle"/>
          </p:nvPr>
        </p:nvSpPr>
        <p:spPr>
          <a:xfrm>
            <a:off x="6001064" y="3456388"/>
            <a:ext cx="22767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102" name="Google Shape;1102;p59"/>
          <p:cNvSpPr txBox="1"/>
          <p:nvPr>
            <p:ph idx="15" type="title"/>
          </p:nvPr>
        </p:nvSpPr>
        <p:spPr>
          <a:xfrm>
            <a:off x="6001064" y="3056113"/>
            <a:ext cx="22767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Terms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06" name="Shape 1106"/>
        <p:cNvGrpSpPr/>
        <p:nvPr/>
      </p:nvGrpSpPr>
      <p:grpSpPr>
        <a:xfrm>
          <a:off x="0" y="0"/>
          <a:ext cx="0" cy="0"/>
          <a:chOff x="0" y="0"/>
          <a:chExt cx="0" cy="0"/>
        </a:xfrm>
      </p:grpSpPr>
      <p:grpSp>
        <p:nvGrpSpPr>
          <p:cNvPr id="1107" name="Google Shape;1107;p60"/>
          <p:cNvGrpSpPr/>
          <p:nvPr/>
        </p:nvGrpSpPr>
        <p:grpSpPr>
          <a:xfrm>
            <a:off x="1075175" y="2266935"/>
            <a:ext cx="3117187" cy="1685144"/>
            <a:chOff x="3471496" y="4002724"/>
            <a:chExt cx="2179241" cy="1178175"/>
          </a:xfrm>
        </p:grpSpPr>
        <p:sp>
          <p:nvSpPr>
            <p:cNvPr id="1108" name="Google Shape;1108;p60"/>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 name="Google Shape;1109;p60"/>
            <p:cNvGrpSpPr/>
            <p:nvPr/>
          </p:nvGrpSpPr>
          <p:grpSpPr>
            <a:xfrm>
              <a:off x="5131348" y="4002725"/>
              <a:ext cx="519390" cy="1178174"/>
              <a:chOff x="5599250" y="4194125"/>
              <a:chExt cx="418525" cy="949375"/>
            </a:xfrm>
          </p:grpSpPr>
          <p:sp>
            <p:nvSpPr>
              <p:cNvPr id="1110" name="Google Shape;1110;p60"/>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0"/>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60"/>
            <p:cNvGrpSpPr/>
            <p:nvPr/>
          </p:nvGrpSpPr>
          <p:grpSpPr>
            <a:xfrm>
              <a:off x="4067725" y="4002724"/>
              <a:ext cx="519358" cy="1178174"/>
              <a:chOff x="3914250" y="4165300"/>
              <a:chExt cx="418500" cy="949375"/>
            </a:xfrm>
          </p:grpSpPr>
          <p:sp>
            <p:nvSpPr>
              <p:cNvPr id="1113" name="Google Shape;1113;p60"/>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0"/>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60"/>
            <p:cNvGrpSpPr/>
            <p:nvPr/>
          </p:nvGrpSpPr>
          <p:grpSpPr>
            <a:xfrm>
              <a:off x="3471496" y="4478818"/>
              <a:ext cx="706532" cy="702065"/>
              <a:chOff x="2957825" y="4553350"/>
              <a:chExt cx="569325" cy="565725"/>
            </a:xfrm>
          </p:grpSpPr>
          <p:sp>
            <p:nvSpPr>
              <p:cNvPr id="1116" name="Google Shape;1116;p60"/>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0"/>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0"/>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0"/>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60"/>
            <p:cNvGrpSpPr/>
            <p:nvPr/>
          </p:nvGrpSpPr>
          <p:grpSpPr>
            <a:xfrm>
              <a:off x="4704470" y="4478833"/>
              <a:ext cx="706501" cy="702065"/>
              <a:chOff x="4791175" y="4530525"/>
              <a:chExt cx="569300" cy="565725"/>
            </a:xfrm>
          </p:grpSpPr>
          <p:sp>
            <p:nvSpPr>
              <p:cNvPr id="1121" name="Google Shape;1121;p60"/>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0"/>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0"/>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0"/>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60"/>
            <p:cNvGrpSpPr/>
            <p:nvPr/>
          </p:nvGrpSpPr>
          <p:grpSpPr>
            <a:xfrm>
              <a:off x="4461512" y="4981934"/>
              <a:ext cx="200266" cy="198963"/>
              <a:chOff x="4449850" y="4905150"/>
              <a:chExt cx="161375" cy="160325"/>
            </a:xfrm>
          </p:grpSpPr>
          <p:sp>
            <p:nvSpPr>
              <p:cNvPr id="1126" name="Google Shape;1126;p60"/>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0"/>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28" name="Google Shape;1128;p60"/>
          <p:cNvSpPr/>
          <p:nvPr/>
        </p:nvSpPr>
        <p:spPr>
          <a:xfrm>
            <a:off x="713225" y="3495675"/>
            <a:ext cx="3906300" cy="11082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0"/>
          <p:cNvSpPr txBox="1"/>
          <p:nvPr>
            <p:ph idx="1" type="body"/>
          </p:nvPr>
        </p:nvSpPr>
        <p:spPr>
          <a:xfrm>
            <a:off x="1075175" y="3544125"/>
            <a:ext cx="3182400" cy="8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a:t>
            </a:r>
            <a:r>
              <a:rPr lang="en"/>
              <a:t>picture is worth a thousand words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sp>
        <p:nvSpPr>
          <p:cNvPr id="1134" name="Google Shape;1134;p61"/>
          <p:cNvSpPr txBox="1"/>
          <p:nvPr>
            <p:ph idx="1" type="body"/>
          </p:nvPr>
        </p:nvSpPr>
        <p:spPr>
          <a:xfrm>
            <a:off x="713225" y="2571750"/>
            <a:ext cx="26109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Images reveal large amounts of data, so remember: use an image instead of a long text. Your audience will appreciate it</a:t>
            </a:r>
            <a:endParaRPr/>
          </a:p>
        </p:txBody>
      </p:sp>
      <p:sp>
        <p:nvSpPr>
          <p:cNvPr id="1135" name="Google Shape;1135;p61"/>
          <p:cNvSpPr txBox="1"/>
          <p:nvPr>
            <p:ph type="title"/>
          </p:nvPr>
        </p:nvSpPr>
        <p:spPr>
          <a:xfrm>
            <a:off x="713225" y="1543950"/>
            <a:ext cx="26109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Remember</a:t>
            </a:r>
            <a:r>
              <a:rPr lang="en">
                <a:solidFill>
                  <a:schemeClr val="accent1"/>
                </a:solidFill>
              </a:rPr>
              <a:t> </a:t>
            </a:r>
            <a:r>
              <a:rPr lang="en"/>
              <a:t>this fact</a:t>
            </a:r>
            <a:endParaRPr/>
          </a:p>
        </p:txBody>
      </p:sp>
      <p:pic>
        <p:nvPicPr>
          <p:cNvPr id="1136" name="Google Shape;1136;p61"/>
          <p:cNvPicPr preferRelativeResize="0"/>
          <p:nvPr/>
        </p:nvPicPr>
        <p:blipFill rotWithShape="1">
          <a:blip r:embed="rId3">
            <a:alphaModFix/>
          </a:blip>
          <a:srcRect b="0" l="7494" r="8102" t="0"/>
          <a:stretch/>
        </p:blipFill>
        <p:spPr>
          <a:xfrm>
            <a:off x="4544575" y="539500"/>
            <a:ext cx="3886200" cy="4604100"/>
          </a:xfrm>
          <a:prstGeom prst="roundRect">
            <a:avLst>
              <a:gd fmla="val 8577" name="adj"/>
            </a:avLst>
          </a:prstGeom>
          <a:noFill/>
          <a:ln>
            <a:noFill/>
          </a:ln>
        </p:spPr>
      </p:pic>
      <p:grpSp>
        <p:nvGrpSpPr>
          <p:cNvPr id="1137" name="Google Shape;1137;p61"/>
          <p:cNvGrpSpPr/>
          <p:nvPr/>
        </p:nvGrpSpPr>
        <p:grpSpPr>
          <a:xfrm>
            <a:off x="4987463" y="3521260"/>
            <a:ext cx="3117187" cy="1685144"/>
            <a:chOff x="3471496" y="4002724"/>
            <a:chExt cx="2179241" cy="1178175"/>
          </a:xfrm>
        </p:grpSpPr>
        <p:sp>
          <p:nvSpPr>
            <p:cNvPr id="1138" name="Google Shape;1138;p61"/>
            <p:cNvSpPr/>
            <p:nvPr/>
          </p:nvSpPr>
          <p:spPr>
            <a:xfrm>
              <a:off x="4792403" y="5020593"/>
              <a:ext cx="7942" cy="17064"/>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 name="Google Shape;1139;p61"/>
            <p:cNvGrpSpPr/>
            <p:nvPr/>
          </p:nvGrpSpPr>
          <p:grpSpPr>
            <a:xfrm>
              <a:off x="5131348" y="4002725"/>
              <a:ext cx="519390" cy="1178174"/>
              <a:chOff x="5599250" y="4194125"/>
              <a:chExt cx="418525" cy="949375"/>
            </a:xfrm>
          </p:grpSpPr>
          <p:sp>
            <p:nvSpPr>
              <p:cNvPr id="1140" name="Google Shape;1140;p61"/>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1"/>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61"/>
            <p:cNvGrpSpPr/>
            <p:nvPr/>
          </p:nvGrpSpPr>
          <p:grpSpPr>
            <a:xfrm>
              <a:off x="4067725" y="4002724"/>
              <a:ext cx="519358" cy="1178174"/>
              <a:chOff x="3914250" y="4165300"/>
              <a:chExt cx="418500" cy="949375"/>
            </a:xfrm>
          </p:grpSpPr>
          <p:sp>
            <p:nvSpPr>
              <p:cNvPr id="1143" name="Google Shape;1143;p61"/>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1"/>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61"/>
            <p:cNvGrpSpPr/>
            <p:nvPr/>
          </p:nvGrpSpPr>
          <p:grpSpPr>
            <a:xfrm>
              <a:off x="3471496" y="4478818"/>
              <a:ext cx="706532" cy="702065"/>
              <a:chOff x="2957825" y="4553350"/>
              <a:chExt cx="569325" cy="565725"/>
            </a:xfrm>
          </p:grpSpPr>
          <p:sp>
            <p:nvSpPr>
              <p:cNvPr id="1146" name="Google Shape;1146;p61"/>
              <p:cNvSpPr/>
              <p:nvPr/>
            </p:nvSpPr>
            <p:spPr>
              <a:xfrm>
                <a:off x="2957825" y="4665700"/>
                <a:ext cx="446700" cy="453375"/>
              </a:xfrm>
              <a:custGeom>
                <a:rect b="b" l="l" r="r" t="t"/>
                <a:pathLst>
                  <a:path extrusionOk="0" h="18135" w="17868">
                    <a:moveTo>
                      <a:pt x="5366" y="1"/>
                    </a:moveTo>
                    <a:cubicBezTo>
                      <a:pt x="4921" y="1"/>
                      <a:pt x="4476" y="95"/>
                      <a:pt x="4032" y="298"/>
                    </a:cubicBezTo>
                    <a:cubicBezTo>
                      <a:pt x="0" y="2144"/>
                      <a:pt x="4705" y="9662"/>
                      <a:pt x="8522" y="14731"/>
                    </a:cubicBezTo>
                    <a:cubicBezTo>
                      <a:pt x="9215" y="15651"/>
                      <a:pt x="10215" y="16891"/>
                      <a:pt x="11239" y="18134"/>
                    </a:cubicBezTo>
                    <a:lnTo>
                      <a:pt x="17868" y="18134"/>
                    </a:lnTo>
                    <a:lnTo>
                      <a:pt x="17843" y="18077"/>
                    </a:lnTo>
                    <a:cubicBezTo>
                      <a:pt x="17583" y="17471"/>
                      <a:pt x="17264" y="16792"/>
                      <a:pt x="16879" y="16032"/>
                    </a:cubicBezTo>
                    <a:cubicBezTo>
                      <a:pt x="16879" y="16032"/>
                      <a:pt x="16223" y="14188"/>
                      <a:pt x="15129" y="11754"/>
                    </a:cubicBezTo>
                    <a:cubicBezTo>
                      <a:pt x="12996" y="7004"/>
                      <a:pt x="9201" y="1"/>
                      <a:pt x="5366"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1"/>
              <p:cNvSpPr/>
              <p:nvPr/>
            </p:nvSpPr>
            <p:spPr>
              <a:xfrm>
                <a:off x="3146625" y="4816025"/>
                <a:ext cx="195375" cy="303050"/>
              </a:xfrm>
              <a:custGeom>
                <a:rect b="b" l="l" r="r" t="t"/>
                <a:pathLst>
                  <a:path extrusionOk="0" h="12122" w="7815">
                    <a:moveTo>
                      <a:pt x="310" y="1"/>
                    </a:moveTo>
                    <a:cubicBezTo>
                      <a:pt x="260" y="1"/>
                      <a:pt x="209" y="15"/>
                      <a:pt x="164" y="44"/>
                    </a:cubicBezTo>
                    <a:cubicBezTo>
                      <a:pt x="38" y="124"/>
                      <a:pt x="1" y="292"/>
                      <a:pt x="82" y="418"/>
                    </a:cubicBezTo>
                    <a:cubicBezTo>
                      <a:pt x="139" y="506"/>
                      <a:pt x="4494" y="7327"/>
                      <a:pt x="7190" y="12121"/>
                    </a:cubicBezTo>
                    <a:lnTo>
                      <a:pt x="7814" y="12121"/>
                    </a:lnTo>
                    <a:cubicBezTo>
                      <a:pt x="5165" y="7369"/>
                      <a:pt x="773" y="494"/>
                      <a:pt x="538" y="126"/>
                    </a:cubicBezTo>
                    <a:cubicBezTo>
                      <a:pt x="487" y="45"/>
                      <a:pt x="400"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1"/>
              <p:cNvSpPr/>
              <p:nvPr/>
            </p:nvSpPr>
            <p:spPr>
              <a:xfrm>
                <a:off x="3281575" y="4553350"/>
                <a:ext cx="245575" cy="565725"/>
              </a:xfrm>
              <a:custGeom>
                <a:rect b="b" l="l" r="r" t="t"/>
                <a:pathLst>
                  <a:path extrusionOk="0" h="22629" w="9823">
                    <a:moveTo>
                      <a:pt x="4444" y="1"/>
                    </a:moveTo>
                    <a:cubicBezTo>
                      <a:pt x="4440" y="1"/>
                      <a:pt x="4437" y="1"/>
                      <a:pt x="4433" y="1"/>
                    </a:cubicBezTo>
                    <a:cubicBezTo>
                      <a:pt x="0" y="12"/>
                      <a:pt x="1171" y="8803"/>
                      <a:pt x="2549" y="14997"/>
                    </a:cubicBezTo>
                    <a:cubicBezTo>
                      <a:pt x="2990" y="16978"/>
                      <a:pt x="3887" y="20258"/>
                      <a:pt x="4553" y="22628"/>
                    </a:cubicBezTo>
                    <a:lnTo>
                      <a:pt x="9623" y="22628"/>
                    </a:lnTo>
                    <a:cubicBezTo>
                      <a:pt x="9636" y="22401"/>
                      <a:pt x="9645" y="22160"/>
                      <a:pt x="9651" y="21900"/>
                    </a:cubicBezTo>
                    <a:cubicBezTo>
                      <a:pt x="9663" y="21241"/>
                      <a:pt x="9655" y="20491"/>
                      <a:pt x="9619" y="19639"/>
                    </a:cubicBezTo>
                    <a:cubicBezTo>
                      <a:pt x="9619" y="19639"/>
                      <a:pt x="9784" y="17690"/>
                      <a:pt x="9795" y="15021"/>
                    </a:cubicBezTo>
                    <a:cubicBezTo>
                      <a:pt x="9822" y="9214"/>
                      <a:pt x="9127" y="1"/>
                      <a:pt x="4444"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1"/>
              <p:cNvSpPr/>
              <p:nvPr/>
            </p:nvSpPr>
            <p:spPr>
              <a:xfrm>
                <a:off x="3410375" y="4722425"/>
                <a:ext cx="58525" cy="396650"/>
              </a:xfrm>
              <a:custGeom>
                <a:rect b="b" l="l" r="r" t="t"/>
                <a:pathLst>
                  <a:path extrusionOk="0" h="15866" w="2341">
                    <a:moveTo>
                      <a:pt x="291" y="0"/>
                    </a:moveTo>
                    <a:cubicBezTo>
                      <a:pt x="279" y="0"/>
                      <a:pt x="266" y="1"/>
                      <a:pt x="253" y="3"/>
                    </a:cubicBezTo>
                    <a:cubicBezTo>
                      <a:pt x="104" y="24"/>
                      <a:pt x="1" y="162"/>
                      <a:pt x="22" y="309"/>
                    </a:cubicBezTo>
                    <a:cubicBezTo>
                      <a:pt x="39" y="427"/>
                      <a:pt x="1492" y="10606"/>
                      <a:pt x="1795" y="15865"/>
                    </a:cubicBezTo>
                    <a:lnTo>
                      <a:pt x="2340" y="15865"/>
                    </a:lnTo>
                    <a:cubicBezTo>
                      <a:pt x="2044" y="10638"/>
                      <a:pt x="628" y="714"/>
                      <a:pt x="559" y="233"/>
                    </a:cubicBezTo>
                    <a:cubicBezTo>
                      <a:pt x="540" y="97"/>
                      <a:pt x="424"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61"/>
            <p:cNvGrpSpPr/>
            <p:nvPr/>
          </p:nvGrpSpPr>
          <p:grpSpPr>
            <a:xfrm>
              <a:off x="4704470" y="4478833"/>
              <a:ext cx="706501" cy="702065"/>
              <a:chOff x="4791175" y="4530525"/>
              <a:chExt cx="569300" cy="565725"/>
            </a:xfrm>
          </p:grpSpPr>
          <p:sp>
            <p:nvSpPr>
              <p:cNvPr id="1151" name="Google Shape;1151;p61"/>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1"/>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1"/>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1"/>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1"/>
            <p:cNvGrpSpPr/>
            <p:nvPr/>
          </p:nvGrpSpPr>
          <p:grpSpPr>
            <a:xfrm>
              <a:off x="4461512" y="4981934"/>
              <a:ext cx="200266" cy="198963"/>
              <a:chOff x="4449850" y="4905150"/>
              <a:chExt cx="161375" cy="160325"/>
            </a:xfrm>
          </p:grpSpPr>
          <p:sp>
            <p:nvSpPr>
              <p:cNvPr id="1156" name="Google Shape;1156;p61"/>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1"/>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8" name="Google Shape;1158;p61"/>
          <p:cNvSpPr/>
          <p:nvPr/>
        </p:nvSpPr>
        <p:spPr>
          <a:xfrm flipH="1">
            <a:off x="6812048" y="-46950"/>
            <a:ext cx="2375727" cy="2804199"/>
          </a:xfrm>
          <a:custGeom>
            <a:rect b="b" l="l" r="r" t="t"/>
            <a:pathLst>
              <a:path extrusionOk="0" h="84502" w="71585">
                <a:moveTo>
                  <a:pt x="1" y="0"/>
                </a:moveTo>
                <a:lnTo>
                  <a:pt x="1" y="84501"/>
                </a:lnTo>
                <a:cubicBezTo>
                  <a:pt x="477" y="83955"/>
                  <a:pt x="874" y="83403"/>
                  <a:pt x="1139" y="82890"/>
                </a:cubicBezTo>
                <a:cubicBezTo>
                  <a:pt x="2672" y="79929"/>
                  <a:pt x="2697" y="76446"/>
                  <a:pt x="2700" y="73111"/>
                </a:cubicBezTo>
                <a:cubicBezTo>
                  <a:pt x="2702" y="69777"/>
                  <a:pt x="2754" y="66288"/>
                  <a:pt x="4329" y="63351"/>
                </a:cubicBezTo>
                <a:cubicBezTo>
                  <a:pt x="6516" y="59275"/>
                  <a:pt x="11131" y="57170"/>
                  <a:pt x="15568" y="55862"/>
                </a:cubicBezTo>
                <a:cubicBezTo>
                  <a:pt x="20006" y="54556"/>
                  <a:pt x="24722" y="53701"/>
                  <a:pt x="28491" y="51020"/>
                </a:cubicBezTo>
                <a:cubicBezTo>
                  <a:pt x="39032" y="43516"/>
                  <a:pt x="35754" y="27781"/>
                  <a:pt x="44955" y="19139"/>
                </a:cubicBezTo>
                <a:cubicBezTo>
                  <a:pt x="51913" y="12607"/>
                  <a:pt x="67486" y="11669"/>
                  <a:pt x="71584" y="1497"/>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1"/>
          <p:cNvSpPr/>
          <p:nvPr/>
        </p:nvSpPr>
        <p:spPr>
          <a:xfrm flipH="1">
            <a:off x="6677074" y="-46928"/>
            <a:ext cx="2510701" cy="1530127"/>
          </a:xfrm>
          <a:custGeom>
            <a:rect b="b" l="l" r="r" t="t"/>
            <a:pathLst>
              <a:path extrusionOk="0" h="46109" w="75652">
                <a:moveTo>
                  <a:pt x="1" y="0"/>
                </a:moveTo>
                <a:lnTo>
                  <a:pt x="1" y="46108"/>
                </a:lnTo>
                <a:cubicBezTo>
                  <a:pt x="1086" y="45834"/>
                  <a:pt x="2128" y="45411"/>
                  <a:pt x="3098" y="44854"/>
                </a:cubicBezTo>
                <a:cubicBezTo>
                  <a:pt x="6905" y="42653"/>
                  <a:pt x="9630" y="38836"/>
                  <a:pt x="12059" y="35015"/>
                </a:cubicBezTo>
                <a:cubicBezTo>
                  <a:pt x="14488" y="31193"/>
                  <a:pt x="16806" y="27177"/>
                  <a:pt x="20156" y="24252"/>
                </a:cubicBezTo>
                <a:cubicBezTo>
                  <a:pt x="24658" y="20319"/>
                  <a:pt x="30596" y="18751"/>
                  <a:pt x="36394" y="18220"/>
                </a:cubicBezTo>
                <a:cubicBezTo>
                  <a:pt x="42194" y="17688"/>
                  <a:pt x="48043" y="18078"/>
                  <a:pt x="53840" y="17512"/>
                </a:cubicBezTo>
                <a:cubicBezTo>
                  <a:pt x="59636" y="16947"/>
                  <a:pt x="65564" y="15302"/>
                  <a:pt x="70004" y="11290"/>
                </a:cubicBezTo>
                <a:cubicBezTo>
                  <a:pt x="73124" y="8470"/>
                  <a:pt x="75316" y="4271"/>
                  <a:pt x="75652"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1"/>
          <p:cNvSpPr/>
          <p:nvPr/>
        </p:nvSpPr>
        <p:spPr>
          <a:xfrm flipH="1">
            <a:off x="7625606" y="-46928"/>
            <a:ext cx="1562169" cy="606721"/>
          </a:xfrm>
          <a:custGeom>
            <a:rect b="b" l="l" r="r" t="t"/>
            <a:pathLst>
              <a:path extrusionOk="0" h="18283" w="47071">
                <a:moveTo>
                  <a:pt x="1" y="0"/>
                </a:moveTo>
                <a:lnTo>
                  <a:pt x="1" y="18282"/>
                </a:lnTo>
                <a:cubicBezTo>
                  <a:pt x="2594" y="17456"/>
                  <a:pt x="5313" y="16985"/>
                  <a:pt x="8003" y="16739"/>
                </a:cubicBezTo>
                <a:cubicBezTo>
                  <a:pt x="13802" y="16206"/>
                  <a:pt x="19652" y="16597"/>
                  <a:pt x="25448" y="16031"/>
                </a:cubicBezTo>
                <a:cubicBezTo>
                  <a:pt x="31244" y="15466"/>
                  <a:pt x="37173" y="13822"/>
                  <a:pt x="41613" y="9810"/>
                </a:cubicBezTo>
                <a:cubicBezTo>
                  <a:pt x="44371" y="7317"/>
                  <a:pt x="46404" y="3746"/>
                  <a:pt x="47071" y="1"/>
                </a:cubicBezTo>
                <a:lnTo>
                  <a:pt x="1"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4" name="Shape 1164"/>
        <p:cNvGrpSpPr/>
        <p:nvPr/>
      </p:nvGrpSpPr>
      <p:grpSpPr>
        <a:xfrm>
          <a:off x="0" y="0"/>
          <a:ext cx="0" cy="0"/>
          <a:chOff x="0" y="0"/>
          <a:chExt cx="0" cy="0"/>
        </a:xfrm>
      </p:grpSpPr>
      <p:sp>
        <p:nvSpPr>
          <p:cNvPr id="1165" name="Google Shape;1165;p62"/>
          <p:cNvSpPr/>
          <p:nvPr/>
        </p:nvSpPr>
        <p:spPr>
          <a:xfrm>
            <a:off x="6016675" y="2412825"/>
            <a:ext cx="2414100" cy="546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Review supplier cost to save $1M</a:t>
            </a:r>
            <a:endParaRPr b="1">
              <a:solidFill>
                <a:schemeClr val="lt1"/>
              </a:solidFill>
              <a:latin typeface="Archivo"/>
              <a:ea typeface="Archivo"/>
              <a:cs typeface="Archivo"/>
              <a:sym typeface="Archivo"/>
            </a:endParaRPr>
          </a:p>
        </p:txBody>
      </p:sp>
      <p:sp>
        <p:nvSpPr>
          <p:cNvPr id="1166" name="Google Shape;1166;p62"/>
          <p:cNvSpPr/>
          <p:nvPr/>
        </p:nvSpPr>
        <p:spPr>
          <a:xfrm>
            <a:off x="3288751" y="2412825"/>
            <a:ext cx="2550300" cy="546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Simplify core functions processes to save $1M</a:t>
            </a:r>
            <a:endParaRPr b="1">
              <a:solidFill>
                <a:schemeClr val="lt1"/>
              </a:solidFill>
              <a:latin typeface="Archivo"/>
              <a:ea typeface="Archivo"/>
              <a:cs typeface="Archivo"/>
              <a:sym typeface="Archivo"/>
            </a:endParaRPr>
          </a:p>
        </p:txBody>
      </p:sp>
      <p:sp>
        <p:nvSpPr>
          <p:cNvPr id="1167" name="Google Shape;1167;p62"/>
          <p:cNvSpPr/>
          <p:nvPr/>
        </p:nvSpPr>
        <p:spPr>
          <a:xfrm>
            <a:off x="720000" y="2412825"/>
            <a:ext cx="2414100" cy="546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Font typeface="Arial"/>
              <a:buNone/>
            </a:pPr>
            <a:r>
              <a:rPr b="1" lang="en">
                <a:solidFill>
                  <a:schemeClr val="lt1"/>
                </a:solidFill>
                <a:latin typeface="Archivo"/>
                <a:ea typeface="Archivo"/>
                <a:cs typeface="Archivo"/>
                <a:sym typeface="Archivo"/>
              </a:rPr>
              <a:t>Outsource non-core</a:t>
            </a:r>
            <a:endParaRPr b="1">
              <a:solidFill>
                <a:schemeClr val="lt1"/>
              </a:solidFill>
              <a:latin typeface="Archivo"/>
              <a:ea typeface="Archivo"/>
              <a:cs typeface="Archivo"/>
              <a:sym typeface="Archivo"/>
            </a:endParaRPr>
          </a:p>
          <a:p>
            <a:pPr indent="0" lvl="0" marL="0" rtl="0" algn="ctr">
              <a:spcBef>
                <a:spcPts val="0"/>
              </a:spcBef>
              <a:spcAft>
                <a:spcPts val="0"/>
              </a:spcAft>
              <a:buClr>
                <a:schemeClr val="dk1"/>
              </a:buClr>
              <a:buFont typeface="Arial"/>
              <a:buNone/>
            </a:pPr>
            <a:r>
              <a:rPr b="1" lang="en">
                <a:solidFill>
                  <a:schemeClr val="lt1"/>
                </a:solidFill>
                <a:latin typeface="Archivo"/>
                <a:ea typeface="Archivo"/>
                <a:cs typeface="Archivo"/>
                <a:sym typeface="Archivo"/>
              </a:rPr>
              <a:t>functions to save $3M</a:t>
            </a:r>
            <a:endParaRPr b="1">
              <a:solidFill>
                <a:schemeClr val="lt1"/>
              </a:solidFill>
              <a:latin typeface="Archivo"/>
              <a:ea typeface="Archivo"/>
              <a:cs typeface="Archivo"/>
              <a:sym typeface="Archivo"/>
            </a:endParaRPr>
          </a:p>
        </p:txBody>
      </p:sp>
      <p:sp>
        <p:nvSpPr>
          <p:cNvPr id="1168" name="Google Shape;1168;p62"/>
          <p:cNvSpPr/>
          <p:nvPr/>
        </p:nvSpPr>
        <p:spPr>
          <a:xfrm>
            <a:off x="2668500" y="1563625"/>
            <a:ext cx="3790800" cy="6879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Font typeface="Arial"/>
              <a:buNone/>
            </a:pPr>
            <a:r>
              <a:rPr b="1" lang="en">
                <a:solidFill>
                  <a:schemeClr val="lt1"/>
                </a:solidFill>
                <a:latin typeface="Archivo"/>
                <a:ea typeface="Archivo"/>
                <a:cs typeface="Archivo"/>
                <a:sym typeface="Archivo"/>
              </a:rPr>
              <a:t>Reduce costs by $5 million through operational improvements </a:t>
            </a:r>
            <a:endParaRPr b="1" sz="1200">
              <a:latin typeface="Archivo"/>
              <a:ea typeface="Archivo"/>
              <a:cs typeface="Archivo"/>
              <a:sym typeface="Archivo"/>
            </a:endParaRPr>
          </a:p>
        </p:txBody>
      </p:sp>
      <p:sp>
        <p:nvSpPr>
          <p:cNvPr id="1169" name="Google Shape;1169;p62"/>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A</a:t>
            </a:r>
            <a:r>
              <a:rPr lang="en">
                <a:solidFill>
                  <a:schemeClr val="dk1"/>
                </a:solidFill>
              </a:rPr>
              <a:t>nswers and supporting</a:t>
            </a:r>
            <a:r>
              <a:rPr lang="en"/>
              <a:t> arguments</a:t>
            </a:r>
            <a:endParaRPr/>
          </a:p>
        </p:txBody>
      </p:sp>
      <p:sp>
        <p:nvSpPr>
          <p:cNvPr id="1170" name="Google Shape;1170;p62"/>
          <p:cNvSpPr/>
          <p:nvPr/>
        </p:nvSpPr>
        <p:spPr>
          <a:xfrm>
            <a:off x="946025" y="3587675"/>
            <a:ext cx="21882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Select non-core functions</a:t>
            </a:r>
            <a:endParaRPr>
              <a:solidFill>
                <a:schemeClr val="dk1"/>
              </a:solidFill>
              <a:latin typeface="Archivo Light"/>
              <a:ea typeface="Archivo Light"/>
              <a:cs typeface="Archivo Light"/>
              <a:sym typeface="Archivo Light"/>
            </a:endParaRPr>
          </a:p>
        </p:txBody>
      </p:sp>
      <p:sp>
        <p:nvSpPr>
          <p:cNvPr id="1171" name="Google Shape;1171;p62"/>
          <p:cNvSpPr/>
          <p:nvPr/>
        </p:nvSpPr>
        <p:spPr>
          <a:xfrm>
            <a:off x="946133" y="3040150"/>
            <a:ext cx="21882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Evaluate cost and service level of potential partners</a:t>
            </a:r>
            <a:endParaRPr>
              <a:solidFill>
                <a:schemeClr val="dk1"/>
              </a:solidFill>
              <a:latin typeface="Archivo Light"/>
              <a:ea typeface="Archivo Light"/>
              <a:cs typeface="Archivo Light"/>
              <a:sym typeface="Archivo Light"/>
            </a:endParaRPr>
          </a:p>
        </p:txBody>
      </p:sp>
      <p:sp>
        <p:nvSpPr>
          <p:cNvPr id="1172" name="Google Shape;1172;p62"/>
          <p:cNvSpPr/>
          <p:nvPr/>
        </p:nvSpPr>
        <p:spPr>
          <a:xfrm>
            <a:off x="946123" y="4135200"/>
            <a:ext cx="21882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Choose one partner for each function</a:t>
            </a:r>
            <a:endParaRPr>
              <a:solidFill>
                <a:schemeClr val="dk1"/>
              </a:solidFill>
              <a:latin typeface="Archivo Light"/>
              <a:ea typeface="Archivo Light"/>
              <a:cs typeface="Archivo Light"/>
              <a:sym typeface="Archivo Light"/>
            </a:endParaRPr>
          </a:p>
        </p:txBody>
      </p:sp>
      <p:sp>
        <p:nvSpPr>
          <p:cNvPr id="1173" name="Google Shape;1173;p62"/>
          <p:cNvSpPr/>
          <p:nvPr/>
        </p:nvSpPr>
        <p:spPr>
          <a:xfrm>
            <a:off x="3427950" y="3040150"/>
            <a:ext cx="24141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Design current processes</a:t>
            </a:r>
            <a:endParaRPr>
              <a:solidFill>
                <a:schemeClr val="dk1"/>
              </a:solidFill>
              <a:latin typeface="Archivo Light"/>
              <a:ea typeface="Archivo Light"/>
              <a:cs typeface="Archivo Light"/>
              <a:sym typeface="Archivo Light"/>
            </a:endParaRPr>
          </a:p>
        </p:txBody>
      </p:sp>
      <p:sp>
        <p:nvSpPr>
          <p:cNvPr id="1174" name="Google Shape;1174;p62"/>
          <p:cNvSpPr/>
          <p:nvPr/>
        </p:nvSpPr>
        <p:spPr>
          <a:xfrm>
            <a:off x="3427950" y="3587675"/>
            <a:ext cx="24141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Compare current process to best-in-class benchmarks</a:t>
            </a:r>
            <a:endParaRPr>
              <a:solidFill>
                <a:schemeClr val="dk1"/>
              </a:solidFill>
              <a:latin typeface="Archivo Light"/>
              <a:ea typeface="Archivo Light"/>
              <a:cs typeface="Archivo Light"/>
              <a:sym typeface="Archivo Light"/>
            </a:endParaRPr>
          </a:p>
        </p:txBody>
      </p:sp>
      <p:sp>
        <p:nvSpPr>
          <p:cNvPr id="1175" name="Google Shape;1175;p62"/>
          <p:cNvSpPr/>
          <p:nvPr/>
        </p:nvSpPr>
        <p:spPr>
          <a:xfrm>
            <a:off x="3427950" y="4135200"/>
            <a:ext cx="24141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Adopt best practices based on benchmarks</a:t>
            </a:r>
            <a:endParaRPr>
              <a:solidFill>
                <a:schemeClr val="dk1"/>
              </a:solidFill>
              <a:latin typeface="Archivo Light"/>
              <a:ea typeface="Archivo Light"/>
              <a:cs typeface="Archivo Light"/>
              <a:sym typeface="Archivo Light"/>
            </a:endParaRPr>
          </a:p>
        </p:txBody>
      </p:sp>
      <p:sp>
        <p:nvSpPr>
          <p:cNvPr id="1176" name="Google Shape;1176;p62"/>
          <p:cNvSpPr/>
          <p:nvPr/>
        </p:nvSpPr>
        <p:spPr>
          <a:xfrm>
            <a:off x="6185067" y="3040150"/>
            <a:ext cx="21882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Select and review current supplier costs</a:t>
            </a:r>
            <a:endParaRPr>
              <a:solidFill>
                <a:schemeClr val="dk1"/>
              </a:solidFill>
              <a:latin typeface="Archivo Light"/>
              <a:ea typeface="Archivo Light"/>
              <a:cs typeface="Archivo Light"/>
              <a:sym typeface="Archivo Light"/>
            </a:endParaRPr>
          </a:p>
        </p:txBody>
      </p:sp>
      <p:sp>
        <p:nvSpPr>
          <p:cNvPr id="1177" name="Google Shape;1177;p62"/>
          <p:cNvSpPr/>
          <p:nvPr/>
        </p:nvSpPr>
        <p:spPr>
          <a:xfrm>
            <a:off x="6185062" y="3587675"/>
            <a:ext cx="21882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Evaluate cost of potential alternative suppliers</a:t>
            </a:r>
            <a:endParaRPr>
              <a:solidFill>
                <a:schemeClr val="dk1"/>
              </a:solidFill>
              <a:latin typeface="Archivo Light"/>
              <a:ea typeface="Archivo Light"/>
              <a:cs typeface="Archivo Light"/>
              <a:sym typeface="Archivo Light"/>
            </a:endParaRPr>
          </a:p>
        </p:txBody>
      </p:sp>
      <p:sp>
        <p:nvSpPr>
          <p:cNvPr id="1178" name="Google Shape;1178;p62"/>
          <p:cNvSpPr/>
          <p:nvPr/>
        </p:nvSpPr>
        <p:spPr>
          <a:xfrm>
            <a:off x="6185050" y="4135200"/>
            <a:ext cx="2188200" cy="468300"/>
          </a:xfrm>
          <a:prstGeom prst="rect">
            <a:avLst/>
          </a:prstGeom>
          <a:noFill/>
          <a:ln>
            <a:noFill/>
          </a:ln>
        </p:spPr>
        <p:txBody>
          <a:bodyPr anchorCtr="0" anchor="t" bIns="18000" lIns="90000" spcFirstLastPara="1" rIns="90000" wrap="square" tIns="18000">
            <a:noAutofit/>
          </a:bodyPr>
          <a:lstStyle/>
          <a:p>
            <a:pPr indent="0" lvl="0" marL="0" marR="0" rtl="0" algn="l">
              <a:spcBef>
                <a:spcPts val="0"/>
              </a:spcBef>
              <a:spcAft>
                <a:spcPts val="0"/>
              </a:spcAft>
              <a:buNone/>
            </a:pPr>
            <a:r>
              <a:rPr lang="en">
                <a:solidFill>
                  <a:schemeClr val="dk1"/>
                </a:solidFill>
                <a:latin typeface="Archivo Light"/>
                <a:ea typeface="Archivo Light"/>
                <a:cs typeface="Archivo Light"/>
                <a:sym typeface="Archivo Light"/>
              </a:rPr>
              <a:t>Negotiate supplier contracts/choose options</a:t>
            </a:r>
            <a:endParaRPr>
              <a:solidFill>
                <a:schemeClr val="dk1"/>
              </a:solidFill>
              <a:latin typeface="Archivo Light"/>
              <a:ea typeface="Archivo Light"/>
              <a:cs typeface="Archivo Light"/>
              <a:sym typeface="Archivo Light"/>
            </a:endParaRPr>
          </a:p>
        </p:txBody>
      </p:sp>
      <p:sp>
        <p:nvSpPr>
          <p:cNvPr id="1179" name="Google Shape;1179;p62"/>
          <p:cNvSpPr txBox="1"/>
          <p:nvPr/>
        </p:nvSpPr>
        <p:spPr>
          <a:xfrm>
            <a:off x="1587150" y="1073688"/>
            <a:ext cx="5969700" cy="3387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b="1" lang="en" sz="1800">
                <a:solidFill>
                  <a:schemeClr val="accent1"/>
                </a:solidFill>
                <a:latin typeface="Archivo"/>
                <a:ea typeface="Archivo"/>
                <a:cs typeface="Archivo"/>
                <a:sym typeface="Archivo"/>
              </a:rPr>
              <a:t>How can the company reduce costs by 10%?</a:t>
            </a:r>
            <a:endParaRPr b="1" sz="1800">
              <a:solidFill>
                <a:schemeClr val="accent1"/>
              </a:solidFill>
              <a:latin typeface="Archivo"/>
              <a:ea typeface="Archivo"/>
              <a:cs typeface="Archivo"/>
              <a:sym typeface="Archivo"/>
            </a:endParaRPr>
          </a:p>
        </p:txBody>
      </p:sp>
      <p:cxnSp>
        <p:nvCxnSpPr>
          <p:cNvPr id="1180" name="Google Shape;1180;p62"/>
          <p:cNvCxnSpPr>
            <a:stCxn id="1168" idx="1"/>
            <a:endCxn id="1167" idx="0"/>
          </p:cNvCxnSpPr>
          <p:nvPr/>
        </p:nvCxnSpPr>
        <p:spPr>
          <a:xfrm flipH="1">
            <a:off x="1927200" y="1907575"/>
            <a:ext cx="741300" cy="505200"/>
          </a:xfrm>
          <a:prstGeom prst="bentConnector2">
            <a:avLst/>
          </a:prstGeom>
          <a:noFill/>
          <a:ln cap="flat" cmpd="sng" w="9525">
            <a:solidFill>
              <a:schemeClr val="dk1"/>
            </a:solidFill>
            <a:prstDash val="solid"/>
            <a:round/>
            <a:headEnd len="med" w="med" type="none"/>
            <a:tailEnd len="med" w="med" type="none"/>
          </a:ln>
        </p:spPr>
      </p:cxnSp>
      <p:cxnSp>
        <p:nvCxnSpPr>
          <p:cNvPr id="1181" name="Google Shape;1181;p62"/>
          <p:cNvCxnSpPr>
            <a:stCxn id="1168" idx="3"/>
            <a:endCxn id="1165" idx="0"/>
          </p:cNvCxnSpPr>
          <p:nvPr/>
        </p:nvCxnSpPr>
        <p:spPr>
          <a:xfrm>
            <a:off x="6459300" y="1907575"/>
            <a:ext cx="764400" cy="505200"/>
          </a:xfrm>
          <a:prstGeom prst="bentConnector2">
            <a:avLst/>
          </a:prstGeom>
          <a:noFill/>
          <a:ln cap="flat" cmpd="sng" w="9525">
            <a:solidFill>
              <a:schemeClr val="dk1"/>
            </a:solidFill>
            <a:prstDash val="solid"/>
            <a:round/>
            <a:headEnd len="med" w="med" type="none"/>
            <a:tailEnd len="med" w="med" type="none"/>
          </a:ln>
        </p:spPr>
      </p:cxnSp>
      <p:cxnSp>
        <p:nvCxnSpPr>
          <p:cNvPr id="1182" name="Google Shape;1182;p62"/>
          <p:cNvCxnSpPr>
            <a:stCxn id="1168" idx="2"/>
            <a:endCxn id="1166" idx="0"/>
          </p:cNvCxnSpPr>
          <p:nvPr/>
        </p:nvCxnSpPr>
        <p:spPr>
          <a:xfrm>
            <a:off x="4563900" y="2251525"/>
            <a:ext cx="0" cy="161400"/>
          </a:xfrm>
          <a:prstGeom prst="straightConnector1">
            <a:avLst/>
          </a:prstGeom>
          <a:noFill/>
          <a:ln cap="flat" cmpd="sng" w="9525">
            <a:solidFill>
              <a:schemeClr val="dk1"/>
            </a:solidFill>
            <a:prstDash val="solid"/>
            <a:round/>
            <a:headEnd len="med" w="med" type="none"/>
            <a:tailEnd len="med" w="med" type="none"/>
          </a:ln>
        </p:spPr>
      </p:cxnSp>
      <p:sp>
        <p:nvSpPr>
          <p:cNvPr id="1183" name="Google Shape;1183;p62"/>
          <p:cNvSpPr/>
          <p:nvPr/>
        </p:nvSpPr>
        <p:spPr>
          <a:xfrm>
            <a:off x="720000" y="3040150"/>
            <a:ext cx="119400" cy="1535700"/>
          </a:xfrm>
          <a:prstGeom prst="leftBracket">
            <a:avLst>
              <a:gd fmla="val 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2"/>
          <p:cNvSpPr/>
          <p:nvPr/>
        </p:nvSpPr>
        <p:spPr>
          <a:xfrm>
            <a:off x="3288750" y="3040150"/>
            <a:ext cx="119400" cy="1535700"/>
          </a:xfrm>
          <a:prstGeom prst="leftBracket">
            <a:avLst>
              <a:gd fmla="val 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2"/>
          <p:cNvSpPr/>
          <p:nvPr/>
        </p:nvSpPr>
        <p:spPr>
          <a:xfrm>
            <a:off x="6010350" y="3040150"/>
            <a:ext cx="119400" cy="1535700"/>
          </a:xfrm>
          <a:prstGeom prst="leftBracket">
            <a:avLst>
              <a:gd fmla="val 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9" name="Shape 1189"/>
        <p:cNvGrpSpPr/>
        <p:nvPr/>
      </p:nvGrpSpPr>
      <p:grpSpPr>
        <a:xfrm>
          <a:off x="0" y="0"/>
          <a:ext cx="0" cy="0"/>
          <a:chOff x="0" y="0"/>
          <a:chExt cx="0" cy="0"/>
        </a:xfrm>
      </p:grpSpPr>
      <p:sp>
        <p:nvSpPr>
          <p:cNvPr id="1190" name="Google Shape;1190;p6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I</a:t>
            </a:r>
            <a:r>
              <a:rPr lang="en">
                <a:solidFill>
                  <a:schemeClr val="dk1"/>
                </a:solidFill>
              </a:rPr>
              <a:t>nitiative prioritization matrix:</a:t>
            </a:r>
            <a:r>
              <a:rPr lang="en">
                <a:solidFill>
                  <a:schemeClr val="accent1"/>
                </a:solidFill>
              </a:rPr>
              <a:t> </a:t>
            </a:r>
            <a:r>
              <a:rPr lang="en"/>
              <a:t>impact &amp; effort</a:t>
            </a:r>
            <a:endParaRPr/>
          </a:p>
        </p:txBody>
      </p:sp>
      <p:sp>
        <p:nvSpPr>
          <p:cNvPr id="1191" name="Google Shape;1191;p63"/>
          <p:cNvSpPr txBox="1"/>
          <p:nvPr>
            <p:ph idx="1" type="body"/>
          </p:nvPr>
        </p:nvSpPr>
        <p:spPr>
          <a:xfrm>
            <a:off x="1130787" y="2003663"/>
            <a:ext cx="2811000" cy="210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initiative with a high impact would mean one of the following:</a:t>
            </a:r>
            <a:endParaRPr/>
          </a:p>
          <a:p>
            <a:pPr indent="-317500" lvl="0" marL="457200" rtl="0" algn="l">
              <a:spcBef>
                <a:spcPts val="1200"/>
              </a:spcBef>
              <a:spcAft>
                <a:spcPts val="0"/>
              </a:spcAft>
              <a:buSzPts val="1400"/>
              <a:buChar char="●"/>
            </a:pPr>
            <a:r>
              <a:rPr lang="en"/>
              <a:t>The initiative needs to happen in order to achieve the desired future state</a:t>
            </a:r>
            <a:endParaRPr/>
          </a:p>
          <a:p>
            <a:pPr indent="-317500" lvl="0" marL="457200" rtl="0" algn="l">
              <a:spcBef>
                <a:spcPts val="1000"/>
              </a:spcBef>
              <a:spcAft>
                <a:spcPts val="0"/>
              </a:spcAft>
              <a:buSzPts val="1400"/>
              <a:buChar char="●"/>
            </a:pPr>
            <a:r>
              <a:rPr lang="en"/>
              <a:t>The initiative will significantly reduce the cost or increase our revenue</a:t>
            </a:r>
            <a:endParaRPr/>
          </a:p>
        </p:txBody>
      </p:sp>
      <p:sp>
        <p:nvSpPr>
          <p:cNvPr id="1192" name="Google Shape;1192;p63"/>
          <p:cNvSpPr txBox="1"/>
          <p:nvPr>
            <p:ph idx="2" type="body"/>
          </p:nvPr>
        </p:nvSpPr>
        <p:spPr>
          <a:xfrm>
            <a:off x="5202212" y="2003663"/>
            <a:ext cx="2811000" cy="210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“effort” criteria is assessed based on the following concepts:</a:t>
            </a:r>
            <a:endParaRPr/>
          </a:p>
          <a:p>
            <a:pPr indent="-317500" lvl="0" marL="457200" rtl="0" algn="l">
              <a:spcBef>
                <a:spcPts val="1200"/>
              </a:spcBef>
              <a:spcAft>
                <a:spcPts val="0"/>
              </a:spcAft>
              <a:buSzPts val="1400"/>
              <a:buChar char="●"/>
            </a:pPr>
            <a:r>
              <a:rPr lang="en"/>
              <a:t>Ease of implementation</a:t>
            </a:r>
            <a:endParaRPr/>
          </a:p>
          <a:p>
            <a:pPr indent="-317500" lvl="0" marL="457200" rtl="0" algn="l">
              <a:spcBef>
                <a:spcPts val="1000"/>
              </a:spcBef>
              <a:spcAft>
                <a:spcPts val="0"/>
              </a:spcAft>
              <a:buSzPts val="1400"/>
              <a:buChar char="●"/>
            </a:pPr>
            <a:r>
              <a:rPr lang="en"/>
              <a:t>Time frame required</a:t>
            </a:r>
            <a:endParaRPr/>
          </a:p>
          <a:p>
            <a:pPr indent="-317500" lvl="0" marL="457200" rtl="0" algn="l">
              <a:spcBef>
                <a:spcPts val="1000"/>
              </a:spcBef>
              <a:spcAft>
                <a:spcPts val="0"/>
              </a:spcAft>
              <a:buSzPts val="1400"/>
              <a:buChar char="●"/>
            </a:pPr>
            <a:r>
              <a:rPr lang="en"/>
              <a:t>Resources required (number of people, capital investment, etc.)</a:t>
            </a:r>
            <a:endParaRPr/>
          </a:p>
        </p:txBody>
      </p:sp>
      <p:sp>
        <p:nvSpPr>
          <p:cNvPr id="1193" name="Google Shape;1193;p63"/>
          <p:cNvSpPr txBox="1"/>
          <p:nvPr>
            <p:ph idx="3" type="title"/>
          </p:nvPr>
        </p:nvSpPr>
        <p:spPr>
          <a:xfrm>
            <a:off x="1130787" y="1549088"/>
            <a:ext cx="2811000" cy="45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Impact</a:t>
            </a:r>
            <a:endParaRPr/>
          </a:p>
        </p:txBody>
      </p:sp>
      <p:sp>
        <p:nvSpPr>
          <p:cNvPr id="1194" name="Google Shape;1194;p63"/>
          <p:cNvSpPr txBox="1"/>
          <p:nvPr>
            <p:ph idx="4" type="title"/>
          </p:nvPr>
        </p:nvSpPr>
        <p:spPr>
          <a:xfrm>
            <a:off x="5202213" y="1549088"/>
            <a:ext cx="2811000" cy="45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Effort</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8" name="Shape 1198"/>
        <p:cNvGrpSpPr/>
        <p:nvPr/>
      </p:nvGrpSpPr>
      <p:grpSpPr>
        <a:xfrm>
          <a:off x="0" y="0"/>
          <a:ext cx="0" cy="0"/>
          <a:chOff x="0" y="0"/>
          <a:chExt cx="0" cy="0"/>
        </a:xfrm>
      </p:grpSpPr>
      <p:sp>
        <p:nvSpPr>
          <p:cNvPr id="1199" name="Google Shape;1199;p64"/>
          <p:cNvSpPr/>
          <p:nvPr/>
        </p:nvSpPr>
        <p:spPr>
          <a:xfrm>
            <a:off x="6349500" y="1214300"/>
            <a:ext cx="2074200" cy="3528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Effort</a:t>
            </a:r>
            <a:endParaRPr b="1" sz="1800">
              <a:solidFill>
                <a:schemeClr val="lt1"/>
              </a:solidFill>
              <a:latin typeface="Archivo"/>
              <a:ea typeface="Archivo"/>
              <a:cs typeface="Archivo"/>
              <a:sym typeface="Archivo"/>
            </a:endParaRPr>
          </a:p>
        </p:txBody>
      </p:sp>
      <p:sp>
        <p:nvSpPr>
          <p:cNvPr id="1200" name="Google Shape;1200;p64"/>
          <p:cNvSpPr/>
          <p:nvPr/>
        </p:nvSpPr>
        <p:spPr>
          <a:xfrm>
            <a:off x="4114500" y="1214300"/>
            <a:ext cx="2074200" cy="3528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Impact</a:t>
            </a:r>
            <a:endParaRPr b="1" sz="1800">
              <a:solidFill>
                <a:schemeClr val="lt1"/>
              </a:solidFill>
              <a:latin typeface="Archivo"/>
              <a:ea typeface="Archivo"/>
              <a:cs typeface="Archivo"/>
              <a:sym typeface="Archivo"/>
            </a:endParaRPr>
          </a:p>
        </p:txBody>
      </p:sp>
      <p:sp>
        <p:nvSpPr>
          <p:cNvPr id="1201" name="Google Shape;1201;p64"/>
          <p:cNvSpPr/>
          <p:nvPr/>
        </p:nvSpPr>
        <p:spPr>
          <a:xfrm>
            <a:off x="720000" y="1214300"/>
            <a:ext cx="3233700" cy="3528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Initiative</a:t>
            </a:r>
            <a:endParaRPr b="1" sz="1800">
              <a:solidFill>
                <a:schemeClr val="lt1"/>
              </a:solidFill>
              <a:latin typeface="Archivo"/>
              <a:ea typeface="Archivo"/>
              <a:cs typeface="Archivo"/>
              <a:sym typeface="Archivo"/>
            </a:endParaRPr>
          </a:p>
        </p:txBody>
      </p:sp>
      <p:sp>
        <p:nvSpPr>
          <p:cNvPr id="1202" name="Google Shape;1202;p64"/>
          <p:cNvSpPr txBox="1"/>
          <p:nvPr>
            <p:ph type="title"/>
          </p:nvPr>
        </p:nvSpPr>
        <p:spPr>
          <a:xfrm>
            <a:off x="713250" y="4451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P</a:t>
            </a:r>
            <a:r>
              <a:rPr lang="en">
                <a:solidFill>
                  <a:schemeClr val="dk1"/>
                </a:solidFill>
              </a:rPr>
              <a:t>rioritization</a:t>
            </a:r>
            <a:r>
              <a:rPr lang="en">
                <a:solidFill>
                  <a:schemeClr val="accent1"/>
                </a:solidFill>
              </a:rPr>
              <a:t> </a:t>
            </a:r>
            <a:r>
              <a:rPr lang="en"/>
              <a:t>matrix</a:t>
            </a:r>
            <a:endParaRPr/>
          </a:p>
        </p:txBody>
      </p:sp>
      <p:sp>
        <p:nvSpPr>
          <p:cNvPr id="1203" name="Google Shape;1203;p64"/>
          <p:cNvSpPr/>
          <p:nvPr/>
        </p:nvSpPr>
        <p:spPr>
          <a:xfrm>
            <a:off x="1225175" y="1720375"/>
            <a:ext cx="2728500" cy="35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Font typeface="Arial"/>
              <a:buNone/>
            </a:pPr>
            <a:r>
              <a:rPr lang="en">
                <a:solidFill>
                  <a:schemeClr val="dk1"/>
                </a:solidFill>
                <a:latin typeface="Archivo Light"/>
                <a:ea typeface="Archivo Light"/>
                <a:cs typeface="Archivo Light"/>
                <a:sym typeface="Archivo Light"/>
              </a:rPr>
              <a:t>List all your potential initiatives</a:t>
            </a:r>
            <a:endParaRPr>
              <a:solidFill>
                <a:schemeClr val="dk1"/>
              </a:solidFill>
              <a:latin typeface="Archivo Light"/>
              <a:ea typeface="Archivo Light"/>
              <a:cs typeface="Archivo Light"/>
              <a:sym typeface="Archivo Light"/>
            </a:endParaRPr>
          </a:p>
        </p:txBody>
      </p:sp>
      <p:sp>
        <p:nvSpPr>
          <p:cNvPr id="1204" name="Google Shape;1204;p64"/>
          <p:cNvSpPr/>
          <p:nvPr/>
        </p:nvSpPr>
        <p:spPr>
          <a:xfrm>
            <a:off x="1225175" y="2226442"/>
            <a:ext cx="2728500" cy="35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List all your potential initiatives</a:t>
            </a:r>
            <a:endParaRPr>
              <a:solidFill>
                <a:schemeClr val="dk1"/>
              </a:solidFill>
              <a:latin typeface="Archivo Light"/>
              <a:ea typeface="Archivo Light"/>
              <a:cs typeface="Archivo Light"/>
              <a:sym typeface="Archivo Light"/>
            </a:endParaRPr>
          </a:p>
        </p:txBody>
      </p:sp>
      <p:sp>
        <p:nvSpPr>
          <p:cNvPr id="1205" name="Google Shape;1205;p64"/>
          <p:cNvSpPr/>
          <p:nvPr/>
        </p:nvSpPr>
        <p:spPr>
          <a:xfrm>
            <a:off x="1225175" y="3238577"/>
            <a:ext cx="2728500" cy="35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List all your potential initiatives</a:t>
            </a:r>
            <a:endParaRPr>
              <a:solidFill>
                <a:schemeClr val="dk1"/>
              </a:solidFill>
              <a:latin typeface="Archivo Light"/>
              <a:ea typeface="Archivo Light"/>
              <a:cs typeface="Archivo Light"/>
              <a:sym typeface="Archivo Light"/>
            </a:endParaRPr>
          </a:p>
        </p:txBody>
      </p:sp>
      <p:sp>
        <p:nvSpPr>
          <p:cNvPr id="1206" name="Google Shape;1206;p64"/>
          <p:cNvSpPr/>
          <p:nvPr/>
        </p:nvSpPr>
        <p:spPr>
          <a:xfrm>
            <a:off x="1225175" y="2732510"/>
            <a:ext cx="2728500" cy="35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List all your potential initiatives</a:t>
            </a:r>
            <a:endParaRPr>
              <a:solidFill>
                <a:schemeClr val="dk1"/>
              </a:solidFill>
              <a:latin typeface="Archivo Light"/>
              <a:ea typeface="Archivo Light"/>
              <a:cs typeface="Archivo Light"/>
              <a:sym typeface="Archivo Light"/>
            </a:endParaRPr>
          </a:p>
        </p:txBody>
      </p:sp>
      <p:sp>
        <p:nvSpPr>
          <p:cNvPr id="1207" name="Google Shape;1207;p64"/>
          <p:cNvSpPr/>
          <p:nvPr/>
        </p:nvSpPr>
        <p:spPr>
          <a:xfrm>
            <a:off x="1225175" y="3744625"/>
            <a:ext cx="2728500" cy="35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List all your potential initiatives</a:t>
            </a:r>
            <a:endParaRPr>
              <a:solidFill>
                <a:schemeClr val="dk1"/>
              </a:solidFill>
              <a:latin typeface="Archivo Light"/>
              <a:ea typeface="Archivo Light"/>
              <a:cs typeface="Archivo Light"/>
              <a:sym typeface="Archivo Light"/>
            </a:endParaRPr>
          </a:p>
        </p:txBody>
      </p:sp>
      <p:sp>
        <p:nvSpPr>
          <p:cNvPr id="1208" name="Google Shape;1208;p64"/>
          <p:cNvSpPr/>
          <p:nvPr/>
        </p:nvSpPr>
        <p:spPr>
          <a:xfrm>
            <a:off x="1225175" y="4250692"/>
            <a:ext cx="2728500" cy="35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List all your potential initiatives</a:t>
            </a:r>
            <a:endParaRPr>
              <a:solidFill>
                <a:schemeClr val="dk1"/>
              </a:solidFill>
              <a:latin typeface="Archivo Light"/>
              <a:ea typeface="Archivo Light"/>
              <a:cs typeface="Archivo Light"/>
              <a:sym typeface="Archivo Light"/>
            </a:endParaRPr>
          </a:p>
        </p:txBody>
      </p:sp>
      <p:sp>
        <p:nvSpPr>
          <p:cNvPr id="1209" name="Google Shape;1209;p64"/>
          <p:cNvSpPr/>
          <p:nvPr/>
        </p:nvSpPr>
        <p:spPr>
          <a:xfrm>
            <a:off x="6349800" y="1720375"/>
            <a:ext cx="2074200" cy="35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Very high</a:t>
            </a:r>
            <a:endParaRPr>
              <a:solidFill>
                <a:schemeClr val="dk1"/>
              </a:solidFill>
              <a:latin typeface="Archivo Light"/>
              <a:ea typeface="Archivo Light"/>
              <a:cs typeface="Archivo Light"/>
              <a:sym typeface="Archivo Light"/>
            </a:endParaRPr>
          </a:p>
        </p:txBody>
      </p:sp>
      <p:sp>
        <p:nvSpPr>
          <p:cNvPr id="1210" name="Google Shape;1210;p64"/>
          <p:cNvSpPr/>
          <p:nvPr/>
        </p:nvSpPr>
        <p:spPr>
          <a:xfrm>
            <a:off x="6349800" y="2226444"/>
            <a:ext cx="2074200" cy="35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High</a:t>
            </a:r>
            <a:endParaRPr>
              <a:solidFill>
                <a:schemeClr val="dk1"/>
              </a:solidFill>
              <a:latin typeface="Archivo Light"/>
              <a:ea typeface="Archivo Light"/>
              <a:cs typeface="Archivo Light"/>
              <a:sym typeface="Archivo Light"/>
            </a:endParaRPr>
          </a:p>
        </p:txBody>
      </p:sp>
      <p:sp>
        <p:nvSpPr>
          <p:cNvPr id="1211" name="Google Shape;1211;p64"/>
          <p:cNvSpPr/>
          <p:nvPr/>
        </p:nvSpPr>
        <p:spPr>
          <a:xfrm>
            <a:off x="6349800" y="3238581"/>
            <a:ext cx="2074200" cy="35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High</a:t>
            </a:r>
            <a:endParaRPr>
              <a:solidFill>
                <a:schemeClr val="dk1"/>
              </a:solidFill>
              <a:latin typeface="Archivo Light"/>
              <a:ea typeface="Archivo Light"/>
              <a:cs typeface="Archivo Light"/>
              <a:sym typeface="Archivo Light"/>
            </a:endParaRPr>
          </a:p>
        </p:txBody>
      </p:sp>
      <p:sp>
        <p:nvSpPr>
          <p:cNvPr id="1212" name="Google Shape;1212;p64"/>
          <p:cNvSpPr/>
          <p:nvPr/>
        </p:nvSpPr>
        <p:spPr>
          <a:xfrm>
            <a:off x="6349800" y="2732512"/>
            <a:ext cx="2074200" cy="35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Low</a:t>
            </a:r>
            <a:endParaRPr>
              <a:solidFill>
                <a:schemeClr val="dk1"/>
              </a:solidFill>
              <a:latin typeface="Archivo Light"/>
              <a:ea typeface="Archivo Light"/>
              <a:cs typeface="Archivo Light"/>
              <a:sym typeface="Archivo Light"/>
            </a:endParaRPr>
          </a:p>
        </p:txBody>
      </p:sp>
      <p:sp>
        <p:nvSpPr>
          <p:cNvPr id="1213" name="Google Shape;1213;p64"/>
          <p:cNvSpPr/>
          <p:nvPr/>
        </p:nvSpPr>
        <p:spPr>
          <a:xfrm>
            <a:off x="6349800" y="3744630"/>
            <a:ext cx="2074200" cy="35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Very high</a:t>
            </a:r>
            <a:endParaRPr>
              <a:solidFill>
                <a:schemeClr val="dk1"/>
              </a:solidFill>
              <a:latin typeface="Archivo Light"/>
              <a:ea typeface="Archivo Light"/>
              <a:cs typeface="Archivo Light"/>
              <a:sym typeface="Archivo Light"/>
            </a:endParaRPr>
          </a:p>
        </p:txBody>
      </p:sp>
      <p:sp>
        <p:nvSpPr>
          <p:cNvPr id="1214" name="Google Shape;1214;p64"/>
          <p:cNvSpPr/>
          <p:nvPr/>
        </p:nvSpPr>
        <p:spPr>
          <a:xfrm>
            <a:off x="6349800" y="4250699"/>
            <a:ext cx="2074200" cy="352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High</a:t>
            </a:r>
            <a:endParaRPr>
              <a:solidFill>
                <a:schemeClr val="dk1"/>
              </a:solidFill>
              <a:latin typeface="Archivo Light"/>
              <a:ea typeface="Archivo Light"/>
              <a:cs typeface="Archivo Light"/>
              <a:sym typeface="Archivo Light"/>
            </a:endParaRPr>
          </a:p>
        </p:txBody>
      </p:sp>
      <p:sp>
        <p:nvSpPr>
          <p:cNvPr id="1215" name="Google Shape;1215;p64"/>
          <p:cNvSpPr/>
          <p:nvPr/>
        </p:nvSpPr>
        <p:spPr>
          <a:xfrm>
            <a:off x="4539888" y="1763675"/>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4"/>
          <p:cNvSpPr/>
          <p:nvPr/>
        </p:nvSpPr>
        <p:spPr>
          <a:xfrm>
            <a:off x="5035188" y="1763675"/>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4"/>
          <p:cNvSpPr/>
          <p:nvPr/>
        </p:nvSpPr>
        <p:spPr>
          <a:xfrm>
            <a:off x="5530488" y="1763675"/>
            <a:ext cx="233100" cy="23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4"/>
          <p:cNvSpPr/>
          <p:nvPr/>
        </p:nvSpPr>
        <p:spPr>
          <a:xfrm>
            <a:off x="4539888" y="2281835"/>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4"/>
          <p:cNvSpPr/>
          <p:nvPr/>
        </p:nvSpPr>
        <p:spPr>
          <a:xfrm>
            <a:off x="5035188" y="2281835"/>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4"/>
          <p:cNvSpPr/>
          <p:nvPr/>
        </p:nvSpPr>
        <p:spPr>
          <a:xfrm>
            <a:off x="5530488" y="2281835"/>
            <a:ext cx="233100" cy="23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4"/>
          <p:cNvSpPr/>
          <p:nvPr/>
        </p:nvSpPr>
        <p:spPr>
          <a:xfrm>
            <a:off x="4539888" y="2799995"/>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4"/>
          <p:cNvSpPr/>
          <p:nvPr/>
        </p:nvSpPr>
        <p:spPr>
          <a:xfrm>
            <a:off x="5035188" y="2799995"/>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4"/>
          <p:cNvSpPr/>
          <p:nvPr/>
        </p:nvSpPr>
        <p:spPr>
          <a:xfrm>
            <a:off x="5530488" y="2799995"/>
            <a:ext cx="233100" cy="23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4"/>
          <p:cNvSpPr/>
          <p:nvPr/>
        </p:nvSpPr>
        <p:spPr>
          <a:xfrm>
            <a:off x="4539888" y="3318155"/>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4"/>
          <p:cNvSpPr/>
          <p:nvPr/>
        </p:nvSpPr>
        <p:spPr>
          <a:xfrm>
            <a:off x="5035188" y="3318155"/>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4"/>
          <p:cNvSpPr/>
          <p:nvPr/>
        </p:nvSpPr>
        <p:spPr>
          <a:xfrm>
            <a:off x="5530488" y="3318155"/>
            <a:ext cx="233100" cy="23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4"/>
          <p:cNvSpPr/>
          <p:nvPr/>
        </p:nvSpPr>
        <p:spPr>
          <a:xfrm>
            <a:off x="4539888" y="3836315"/>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4"/>
          <p:cNvSpPr/>
          <p:nvPr/>
        </p:nvSpPr>
        <p:spPr>
          <a:xfrm>
            <a:off x="5035188" y="3836315"/>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4"/>
          <p:cNvSpPr/>
          <p:nvPr/>
        </p:nvSpPr>
        <p:spPr>
          <a:xfrm>
            <a:off x="5530488" y="3836315"/>
            <a:ext cx="233100" cy="23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4"/>
          <p:cNvSpPr/>
          <p:nvPr/>
        </p:nvSpPr>
        <p:spPr>
          <a:xfrm>
            <a:off x="4539888" y="4354475"/>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4"/>
          <p:cNvSpPr/>
          <p:nvPr/>
        </p:nvSpPr>
        <p:spPr>
          <a:xfrm>
            <a:off x="5035188" y="4354475"/>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4"/>
          <p:cNvSpPr/>
          <p:nvPr/>
        </p:nvSpPr>
        <p:spPr>
          <a:xfrm>
            <a:off x="5530488" y="4354475"/>
            <a:ext cx="233100" cy="23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4"/>
          <p:cNvSpPr/>
          <p:nvPr/>
        </p:nvSpPr>
        <p:spPr>
          <a:xfrm>
            <a:off x="682025" y="1682425"/>
            <a:ext cx="428700" cy="42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1</a:t>
            </a:r>
            <a:endParaRPr b="1" sz="1800">
              <a:solidFill>
                <a:schemeClr val="lt1"/>
              </a:solidFill>
              <a:latin typeface="Archivo"/>
              <a:ea typeface="Archivo"/>
              <a:cs typeface="Archivo"/>
              <a:sym typeface="Archivo"/>
            </a:endParaRPr>
          </a:p>
        </p:txBody>
      </p:sp>
      <p:sp>
        <p:nvSpPr>
          <p:cNvPr id="1234" name="Google Shape;1234;p64"/>
          <p:cNvSpPr/>
          <p:nvPr/>
        </p:nvSpPr>
        <p:spPr>
          <a:xfrm>
            <a:off x="682025" y="2191060"/>
            <a:ext cx="428700" cy="42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2</a:t>
            </a:r>
            <a:endParaRPr b="1" sz="1800">
              <a:solidFill>
                <a:schemeClr val="lt1"/>
              </a:solidFill>
              <a:latin typeface="Archivo"/>
              <a:ea typeface="Archivo"/>
              <a:cs typeface="Archivo"/>
              <a:sym typeface="Archivo"/>
            </a:endParaRPr>
          </a:p>
        </p:txBody>
      </p:sp>
      <p:sp>
        <p:nvSpPr>
          <p:cNvPr id="1235" name="Google Shape;1235;p64"/>
          <p:cNvSpPr/>
          <p:nvPr/>
        </p:nvSpPr>
        <p:spPr>
          <a:xfrm>
            <a:off x="682025" y="2699695"/>
            <a:ext cx="428700" cy="42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3</a:t>
            </a:r>
            <a:endParaRPr b="1" sz="1800">
              <a:solidFill>
                <a:schemeClr val="lt1"/>
              </a:solidFill>
              <a:latin typeface="Archivo"/>
              <a:ea typeface="Archivo"/>
              <a:cs typeface="Archivo"/>
              <a:sym typeface="Archivo"/>
            </a:endParaRPr>
          </a:p>
        </p:txBody>
      </p:sp>
      <p:sp>
        <p:nvSpPr>
          <p:cNvPr id="1236" name="Google Shape;1236;p64"/>
          <p:cNvSpPr/>
          <p:nvPr/>
        </p:nvSpPr>
        <p:spPr>
          <a:xfrm>
            <a:off x="682025" y="3208330"/>
            <a:ext cx="428700" cy="42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4</a:t>
            </a:r>
            <a:endParaRPr b="1" sz="1800">
              <a:solidFill>
                <a:schemeClr val="lt1"/>
              </a:solidFill>
              <a:latin typeface="Archivo"/>
              <a:ea typeface="Archivo"/>
              <a:cs typeface="Archivo"/>
              <a:sym typeface="Archivo"/>
            </a:endParaRPr>
          </a:p>
        </p:txBody>
      </p:sp>
      <p:sp>
        <p:nvSpPr>
          <p:cNvPr id="1237" name="Google Shape;1237;p64"/>
          <p:cNvSpPr/>
          <p:nvPr/>
        </p:nvSpPr>
        <p:spPr>
          <a:xfrm>
            <a:off x="682025" y="3716965"/>
            <a:ext cx="428700" cy="42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5</a:t>
            </a:r>
            <a:endParaRPr b="1" sz="1800">
              <a:solidFill>
                <a:schemeClr val="lt1"/>
              </a:solidFill>
              <a:latin typeface="Archivo"/>
              <a:ea typeface="Archivo"/>
              <a:cs typeface="Archivo"/>
              <a:sym typeface="Archivo"/>
            </a:endParaRPr>
          </a:p>
        </p:txBody>
      </p:sp>
      <p:sp>
        <p:nvSpPr>
          <p:cNvPr id="1238" name="Google Shape;1238;p64"/>
          <p:cNvSpPr/>
          <p:nvPr/>
        </p:nvSpPr>
        <p:spPr>
          <a:xfrm>
            <a:off x="682025" y="4225600"/>
            <a:ext cx="428700" cy="42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6</a:t>
            </a:r>
            <a:endParaRPr b="1" sz="1800">
              <a:solidFill>
                <a:schemeClr val="lt1"/>
              </a:solidFill>
              <a:latin typeface="Archivo"/>
              <a:ea typeface="Archivo"/>
              <a:cs typeface="Archivo"/>
              <a:sym typeface="Archivo"/>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 name="Shape 1242"/>
        <p:cNvGrpSpPr/>
        <p:nvPr/>
      </p:nvGrpSpPr>
      <p:grpSpPr>
        <a:xfrm>
          <a:off x="0" y="0"/>
          <a:ext cx="0" cy="0"/>
          <a:chOff x="0" y="0"/>
          <a:chExt cx="0" cy="0"/>
        </a:xfrm>
      </p:grpSpPr>
      <p:sp>
        <p:nvSpPr>
          <p:cNvPr id="1243" name="Google Shape;1243;p65"/>
          <p:cNvSpPr/>
          <p:nvPr/>
        </p:nvSpPr>
        <p:spPr>
          <a:xfrm>
            <a:off x="713225" y="3132731"/>
            <a:ext cx="4192200" cy="523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5"/>
          <p:cNvSpPr/>
          <p:nvPr/>
        </p:nvSpPr>
        <p:spPr>
          <a:xfrm>
            <a:off x="944525" y="1486969"/>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5"/>
          <p:cNvSpPr txBox="1"/>
          <p:nvPr>
            <p:ph type="title"/>
          </p:nvPr>
        </p:nvSpPr>
        <p:spPr>
          <a:xfrm>
            <a:off x="865625" y="2524706"/>
            <a:ext cx="4058700" cy="57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C</a:t>
            </a:r>
            <a:r>
              <a:rPr lang="en">
                <a:solidFill>
                  <a:schemeClr val="lt1"/>
                </a:solidFill>
              </a:rPr>
              <a:t>hange</a:t>
            </a:r>
            <a:r>
              <a:rPr lang="en"/>
              <a:t> management</a:t>
            </a:r>
            <a:endParaRPr/>
          </a:p>
        </p:txBody>
      </p:sp>
      <p:sp>
        <p:nvSpPr>
          <p:cNvPr id="1246" name="Google Shape;1246;p65"/>
          <p:cNvSpPr txBox="1"/>
          <p:nvPr>
            <p:ph idx="1" type="subTitle"/>
          </p:nvPr>
        </p:nvSpPr>
        <p:spPr>
          <a:xfrm>
            <a:off x="865625" y="3187638"/>
            <a:ext cx="3925200" cy="41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247" name="Google Shape;1247;p65"/>
          <p:cNvSpPr txBox="1"/>
          <p:nvPr>
            <p:ph idx="2" type="title"/>
          </p:nvPr>
        </p:nvSpPr>
        <p:spPr>
          <a:xfrm>
            <a:off x="865625" y="1638506"/>
            <a:ext cx="1109100" cy="65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1" name="Shape 1251"/>
        <p:cNvGrpSpPr/>
        <p:nvPr/>
      </p:nvGrpSpPr>
      <p:grpSpPr>
        <a:xfrm>
          <a:off x="0" y="0"/>
          <a:ext cx="0" cy="0"/>
          <a:chOff x="0" y="0"/>
          <a:chExt cx="0" cy="0"/>
        </a:xfrm>
      </p:grpSpPr>
      <p:sp>
        <p:nvSpPr>
          <p:cNvPr id="1252" name="Google Shape;1252;p6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a:t>
            </a:r>
            <a:r>
              <a:rPr lang="en">
                <a:solidFill>
                  <a:schemeClr val="dk1"/>
                </a:solidFill>
              </a:rPr>
              <a:t>hange management </a:t>
            </a:r>
            <a:r>
              <a:rPr lang="en"/>
              <a:t>approach</a:t>
            </a:r>
            <a:endParaRPr/>
          </a:p>
        </p:txBody>
      </p:sp>
      <p:sp>
        <p:nvSpPr>
          <p:cNvPr id="1253" name="Google Shape;1253;p66"/>
          <p:cNvSpPr txBox="1"/>
          <p:nvPr>
            <p:ph idx="1" type="body"/>
          </p:nvPr>
        </p:nvSpPr>
        <p:spPr>
          <a:xfrm>
            <a:off x="713225" y="1514425"/>
            <a:ext cx="4182600" cy="23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1200"/>
              </a:spcBef>
              <a:spcAft>
                <a:spcPts val="0"/>
              </a:spcAft>
              <a:buNone/>
            </a:pPr>
            <a:r>
              <a:rPr lang="en"/>
              <a:t>Lists like this one:</a:t>
            </a:r>
            <a:endParaRPr/>
          </a:p>
          <a:p>
            <a:pPr indent="-317500" lvl="0" marL="457200" rtl="0" algn="l">
              <a:spcBef>
                <a:spcPts val="1200"/>
              </a:spcBef>
              <a:spcAft>
                <a:spcPts val="0"/>
              </a:spcAft>
              <a:buSzPts val="1400"/>
              <a:buFont typeface="Archivo Light"/>
              <a:buChar char="●"/>
            </a:pPr>
            <a:r>
              <a:rPr lang="en"/>
              <a:t>They’re simple </a:t>
            </a:r>
            <a:endParaRPr/>
          </a:p>
          <a:p>
            <a:pPr indent="-317500" lvl="0" marL="457200" rtl="0" algn="l">
              <a:spcBef>
                <a:spcPts val="0"/>
              </a:spcBef>
              <a:spcAft>
                <a:spcPts val="0"/>
              </a:spcAft>
              <a:buSzPts val="1400"/>
              <a:buFont typeface="Archivo Light"/>
              <a:buChar char="●"/>
            </a:pPr>
            <a:r>
              <a:rPr lang="en"/>
              <a:t>You can organize your ideas clearly</a:t>
            </a:r>
            <a:endParaRPr/>
          </a:p>
          <a:p>
            <a:pPr indent="-317500" lvl="0" marL="457200" rtl="0" algn="l">
              <a:spcBef>
                <a:spcPts val="0"/>
              </a:spcBef>
              <a:spcAft>
                <a:spcPts val="0"/>
              </a:spcAft>
              <a:buSzPts val="1400"/>
              <a:buFont typeface="Archivo Light"/>
              <a:buChar char="●"/>
            </a:pPr>
            <a:r>
              <a:rPr lang="en"/>
              <a:t>You’ll never forget to buy milk!</a:t>
            </a:r>
            <a:endParaRPr/>
          </a:p>
          <a:p>
            <a:pPr indent="0" lvl="0" marL="0" rtl="0" algn="l">
              <a:spcBef>
                <a:spcPts val="1200"/>
              </a:spcBef>
              <a:spcAft>
                <a:spcPts val="1200"/>
              </a:spcAft>
              <a:buNone/>
            </a:pPr>
            <a:r>
              <a:rPr lang="en"/>
              <a:t>And the most important thing: the audience won’t miss the point of your presentation</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7" name="Shape 1257"/>
        <p:cNvGrpSpPr/>
        <p:nvPr/>
      </p:nvGrpSpPr>
      <p:grpSpPr>
        <a:xfrm>
          <a:off x="0" y="0"/>
          <a:ext cx="0" cy="0"/>
          <a:chOff x="0" y="0"/>
          <a:chExt cx="0" cy="0"/>
        </a:xfrm>
      </p:grpSpPr>
      <p:sp>
        <p:nvSpPr>
          <p:cNvPr id="1258" name="Google Shape;1258;p67"/>
          <p:cNvSpPr/>
          <p:nvPr/>
        </p:nvSpPr>
        <p:spPr>
          <a:xfrm>
            <a:off x="713225" y="1386971"/>
            <a:ext cx="651300" cy="6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7"/>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B</a:t>
            </a:r>
            <a:r>
              <a:rPr lang="en">
                <a:solidFill>
                  <a:schemeClr val="dk1"/>
                </a:solidFill>
              </a:rPr>
              <a:t>usiness</a:t>
            </a:r>
            <a:r>
              <a:rPr lang="en">
                <a:solidFill>
                  <a:schemeClr val="accent1"/>
                </a:solidFill>
              </a:rPr>
              <a:t> </a:t>
            </a:r>
            <a:r>
              <a:rPr lang="en"/>
              <a:t>case</a:t>
            </a:r>
            <a:endParaRPr/>
          </a:p>
        </p:txBody>
      </p:sp>
      <p:sp>
        <p:nvSpPr>
          <p:cNvPr id="1260" name="Google Shape;1260;p67"/>
          <p:cNvSpPr txBox="1"/>
          <p:nvPr/>
        </p:nvSpPr>
        <p:spPr>
          <a:xfrm>
            <a:off x="738275" y="1531571"/>
            <a:ext cx="6012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01</a:t>
            </a:r>
            <a:endParaRPr b="1" sz="1800">
              <a:solidFill>
                <a:schemeClr val="lt1"/>
              </a:solidFill>
              <a:latin typeface="Archivo"/>
              <a:ea typeface="Archivo"/>
              <a:cs typeface="Archivo"/>
              <a:sym typeface="Archivo"/>
            </a:endParaRPr>
          </a:p>
        </p:txBody>
      </p:sp>
      <p:sp>
        <p:nvSpPr>
          <p:cNvPr id="1261" name="Google Shape;1261;p67"/>
          <p:cNvSpPr txBox="1"/>
          <p:nvPr/>
        </p:nvSpPr>
        <p:spPr>
          <a:xfrm>
            <a:off x="1364525" y="1432013"/>
            <a:ext cx="1947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Mercury is the closest planet to the Sun</a:t>
            </a:r>
            <a:endParaRPr>
              <a:latin typeface="Archivo Light"/>
              <a:ea typeface="Archivo Light"/>
              <a:cs typeface="Archivo Light"/>
              <a:sym typeface="Archivo Light"/>
            </a:endParaRPr>
          </a:p>
        </p:txBody>
      </p:sp>
      <p:sp>
        <p:nvSpPr>
          <p:cNvPr id="1262" name="Google Shape;1262;p67"/>
          <p:cNvSpPr txBox="1"/>
          <p:nvPr/>
        </p:nvSpPr>
        <p:spPr>
          <a:xfrm>
            <a:off x="1364525" y="2554269"/>
            <a:ext cx="1947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Jupiter is the biggest planet of them all</a:t>
            </a:r>
            <a:endParaRPr>
              <a:latin typeface="Archivo Light"/>
              <a:ea typeface="Archivo Light"/>
              <a:cs typeface="Archivo Light"/>
              <a:sym typeface="Archivo Light"/>
            </a:endParaRPr>
          </a:p>
        </p:txBody>
      </p:sp>
      <p:sp>
        <p:nvSpPr>
          <p:cNvPr id="1263" name="Google Shape;1263;p67"/>
          <p:cNvSpPr txBox="1"/>
          <p:nvPr/>
        </p:nvSpPr>
        <p:spPr>
          <a:xfrm>
            <a:off x="1389575" y="3676525"/>
            <a:ext cx="1947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Venus is the second planet from the Sun</a:t>
            </a:r>
            <a:endParaRPr>
              <a:latin typeface="Archivo Light"/>
              <a:ea typeface="Archivo Light"/>
              <a:cs typeface="Archivo Light"/>
              <a:sym typeface="Archivo Light"/>
            </a:endParaRPr>
          </a:p>
        </p:txBody>
      </p:sp>
      <p:sp>
        <p:nvSpPr>
          <p:cNvPr id="1264" name="Google Shape;1264;p67"/>
          <p:cNvSpPr txBox="1"/>
          <p:nvPr/>
        </p:nvSpPr>
        <p:spPr>
          <a:xfrm>
            <a:off x="6483175" y="1432013"/>
            <a:ext cx="1947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Saturn is composed of hydrogen and helium</a:t>
            </a:r>
            <a:endParaRPr>
              <a:latin typeface="Archivo Light"/>
              <a:ea typeface="Archivo Light"/>
              <a:cs typeface="Archivo Light"/>
              <a:sym typeface="Archivo Light"/>
            </a:endParaRPr>
          </a:p>
        </p:txBody>
      </p:sp>
      <p:sp>
        <p:nvSpPr>
          <p:cNvPr id="1265" name="Google Shape;1265;p67"/>
          <p:cNvSpPr txBox="1"/>
          <p:nvPr/>
        </p:nvSpPr>
        <p:spPr>
          <a:xfrm>
            <a:off x="6483175" y="2554269"/>
            <a:ext cx="1947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Mars is actually a very cold place</a:t>
            </a:r>
            <a:endParaRPr>
              <a:latin typeface="Archivo Light"/>
              <a:ea typeface="Archivo Light"/>
              <a:cs typeface="Archivo Light"/>
              <a:sym typeface="Archivo Light"/>
            </a:endParaRPr>
          </a:p>
        </p:txBody>
      </p:sp>
      <p:sp>
        <p:nvSpPr>
          <p:cNvPr id="1266" name="Google Shape;1266;p67"/>
          <p:cNvSpPr txBox="1"/>
          <p:nvPr/>
        </p:nvSpPr>
        <p:spPr>
          <a:xfrm>
            <a:off x="6483175" y="3676525"/>
            <a:ext cx="1947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Neptune is the farthest planet from the Sun</a:t>
            </a:r>
            <a:endParaRPr>
              <a:latin typeface="Archivo Light"/>
              <a:ea typeface="Archivo Light"/>
              <a:cs typeface="Archivo Light"/>
              <a:sym typeface="Archivo Light"/>
            </a:endParaRPr>
          </a:p>
        </p:txBody>
      </p:sp>
      <p:sp>
        <p:nvSpPr>
          <p:cNvPr id="1267" name="Google Shape;1267;p67"/>
          <p:cNvSpPr/>
          <p:nvPr/>
        </p:nvSpPr>
        <p:spPr>
          <a:xfrm>
            <a:off x="3529800" y="2148600"/>
            <a:ext cx="2084400" cy="13566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Company </a:t>
            </a:r>
            <a:endParaRPr b="1" sz="1800">
              <a:solidFill>
                <a:schemeClr val="lt1"/>
              </a:solidFill>
              <a:latin typeface="Archivo"/>
              <a:ea typeface="Archivo"/>
              <a:cs typeface="Archivo"/>
              <a:sym typeface="Archivo"/>
            </a:endParaRPr>
          </a:p>
          <a:p>
            <a:pPr indent="0" lvl="0" marL="0" rtl="0" algn="ctr">
              <a:spcBef>
                <a:spcPts val="0"/>
              </a:spcBef>
              <a:spcAft>
                <a:spcPts val="0"/>
              </a:spcAft>
              <a:buNone/>
            </a:pPr>
            <a:r>
              <a:rPr b="1" lang="en" sz="1800">
                <a:solidFill>
                  <a:schemeClr val="lt1"/>
                </a:solidFill>
                <a:latin typeface="Archivo"/>
                <a:ea typeface="Archivo"/>
                <a:cs typeface="Archivo"/>
                <a:sym typeface="Archivo"/>
              </a:rPr>
              <a:t>logo here</a:t>
            </a:r>
            <a:endParaRPr b="1" sz="1800">
              <a:solidFill>
                <a:schemeClr val="lt1"/>
              </a:solidFill>
              <a:latin typeface="Archivo"/>
              <a:ea typeface="Archivo"/>
              <a:cs typeface="Archivo"/>
              <a:sym typeface="Archivo"/>
            </a:endParaRPr>
          </a:p>
        </p:txBody>
      </p:sp>
      <p:sp>
        <p:nvSpPr>
          <p:cNvPr id="1268" name="Google Shape;1268;p67"/>
          <p:cNvSpPr/>
          <p:nvPr/>
        </p:nvSpPr>
        <p:spPr>
          <a:xfrm>
            <a:off x="3529800" y="1524000"/>
            <a:ext cx="2084400" cy="4002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800">
                <a:solidFill>
                  <a:schemeClr val="lt1"/>
                </a:solidFill>
                <a:latin typeface="Archivo"/>
                <a:ea typeface="Archivo"/>
                <a:cs typeface="Archivo"/>
                <a:sym typeface="Archivo"/>
              </a:rPr>
              <a:t>Business name</a:t>
            </a:r>
            <a:endParaRPr b="1" sz="1800">
              <a:solidFill>
                <a:schemeClr val="lt1"/>
              </a:solidFill>
              <a:latin typeface="Archivo"/>
              <a:ea typeface="Archivo"/>
              <a:cs typeface="Archivo"/>
              <a:sym typeface="Archivo"/>
            </a:endParaRPr>
          </a:p>
        </p:txBody>
      </p:sp>
      <p:sp>
        <p:nvSpPr>
          <p:cNvPr id="1269" name="Google Shape;1269;p67"/>
          <p:cNvSpPr/>
          <p:nvPr/>
        </p:nvSpPr>
        <p:spPr>
          <a:xfrm>
            <a:off x="3529800" y="3797175"/>
            <a:ext cx="2084400" cy="4002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xx/xx/xx</a:t>
            </a:r>
            <a:endParaRPr b="1" sz="1800">
              <a:solidFill>
                <a:schemeClr val="lt1"/>
              </a:solidFill>
              <a:latin typeface="Archivo"/>
              <a:ea typeface="Archivo"/>
              <a:cs typeface="Archivo"/>
              <a:sym typeface="Archivo"/>
            </a:endParaRPr>
          </a:p>
        </p:txBody>
      </p:sp>
      <p:sp>
        <p:nvSpPr>
          <p:cNvPr id="1270" name="Google Shape;1270;p67"/>
          <p:cNvSpPr/>
          <p:nvPr/>
        </p:nvSpPr>
        <p:spPr>
          <a:xfrm>
            <a:off x="713225" y="2501396"/>
            <a:ext cx="651300" cy="6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7"/>
          <p:cNvSpPr txBox="1"/>
          <p:nvPr/>
        </p:nvSpPr>
        <p:spPr>
          <a:xfrm>
            <a:off x="738275" y="2645996"/>
            <a:ext cx="6012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02</a:t>
            </a:r>
            <a:endParaRPr b="1" sz="1800">
              <a:solidFill>
                <a:schemeClr val="lt1"/>
              </a:solidFill>
              <a:latin typeface="Archivo"/>
              <a:ea typeface="Archivo"/>
              <a:cs typeface="Archivo"/>
              <a:sym typeface="Archivo"/>
            </a:endParaRPr>
          </a:p>
        </p:txBody>
      </p:sp>
      <p:sp>
        <p:nvSpPr>
          <p:cNvPr id="1272" name="Google Shape;1272;p67"/>
          <p:cNvSpPr/>
          <p:nvPr/>
        </p:nvSpPr>
        <p:spPr>
          <a:xfrm>
            <a:off x="738275" y="3615821"/>
            <a:ext cx="651300" cy="6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7"/>
          <p:cNvSpPr txBox="1"/>
          <p:nvPr/>
        </p:nvSpPr>
        <p:spPr>
          <a:xfrm>
            <a:off x="763325" y="3760421"/>
            <a:ext cx="6012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03</a:t>
            </a:r>
            <a:endParaRPr b="1" sz="1800">
              <a:solidFill>
                <a:schemeClr val="lt1"/>
              </a:solidFill>
              <a:latin typeface="Archivo"/>
              <a:ea typeface="Archivo"/>
              <a:cs typeface="Archivo"/>
              <a:sym typeface="Archivo"/>
            </a:endParaRPr>
          </a:p>
        </p:txBody>
      </p:sp>
      <p:sp>
        <p:nvSpPr>
          <p:cNvPr id="1274" name="Google Shape;1274;p67"/>
          <p:cNvSpPr/>
          <p:nvPr/>
        </p:nvSpPr>
        <p:spPr>
          <a:xfrm>
            <a:off x="5799575" y="1386971"/>
            <a:ext cx="651300" cy="6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7"/>
          <p:cNvSpPr txBox="1"/>
          <p:nvPr/>
        </p:nvSpPr>
        <p:spPr>
          <a:xfrm>
            <a:off x="5824625" y="1531571"/>
            <a:ext cx="6012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04</a:t>
            </a:r>
            <a:endParaRPr b="1" sz="1800">
              <a:solidFill>
                <a:schemeClr val="lt1"/>
              </a:solidFill>
              <a:latin typeface="Archivo"/>
              <a:ea typeface="Archivo"/>
              <a:cs typeface="Archivo"/>
              <a:sym typeface="Archivo"/>
            </a:endParaRPr>
          </a:p>
        </p:txBody>
      </p:sp>
      <p:sp>
        <p:nvSpPr>
          <p:cNvPr id="1276" name="Google Shape;1276;p67"/>
          <p:cNvSpPr/>
          <p:nvPr/>
        </p:nvSpPr>
        <p:spPr>
          <a:xfrm>
            <a:off x="5799575" y="2501396"/>
            <a:ext cx="651300" cy="6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7"/>
          <p:cNvSpPr txBox="1"/>
          <p:nvPr/>
        </p:nvSpPr>
        <p:spPr>
          <a:xfrm>
            <a:off x="5824625" y="2645996"/>
            <a:ext cx="6012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05</a:t>
            </a:r>
            <a:endParaRPr b="1" sz="1800">
              <a:solidFill>
                <a:schemeClr val="lt1"/>
              </a:solidFill>
              <a:latin typeface="Archivo"/>
              <a:ea typeface="Archivo"/>
              <a:cs typeface="Archivo"/>
              <a:sym typeface="Archivo"/>
            </a:endParaRPr>
          </a:p>
        </p:txBody>
      </p:sp>
      <p:sp>
        <p:nvSpPr>
          <p:cNvPr id="1278" name="Google Shape;1278;p67"/>
          <p:cNvSpPr/>
          <p:nvPr/>
        </p:nvSpPr>
        <p:spPr>
          <a:xfrm>
            <a:off x="5824625" y="3615821"/>
            <a:ext cx="651300" cy="6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7"/>
          <p:cNvSpPr txBox="1"/>
          <p:nvPr/>
        </p:nvSpPr>
        <p:spPr>
          <a:xfrm>
            <a:off x="5849675" y="3760421"/>
            <a:ext cx="6012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06</a:t>
            </a:r>
            <a:endParaRPr b="1" sz="1800">
              <a:solidFill>
                <a:schemeClr val="lt1"/>
              </a:solidFill>
              <a:latin typeface="Archivo"/>
              <a:ea typeface="Archivo"/>
              <a:cs typeface="Archivo"/>
              <a:sym typeface="Archivo"/>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3" name="Shape 1283"/>
        <p:cNvGrpSpPr/>
        <p:nvPr/>
      </p:nvGrpSpPr>
      <p:grpSpPr>
        <a:xfrm>
          <a:off x="0" y="0"/>
          <a:ext cx="0" cy="0"/>
          <a:chOff x="0" y="0"/>
          <a:chExt cx="0" cy="0"/>
        </a:xfrm>
      </p:grpSpPr>
      <p:sp>
        <p:nvSpPr>
          <p:cNvPr id="1284" name="Google Shape;1284;p68"/>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a:t>
            </a:r>
            <a:r>
              <a:rPr lang="en">
                <a:solidFill>
                  <a:schemeClr val="dk1"/>
                </a:solidFill>
              </a:rPr>
              <a:t>ompetitor </a:t>
            </a:r>
            <a:r>
              <a:rPr lang="en"/>
              <a:t>comparison table</a:t>
            </a:r>
            <a:endParaRPr/>
          </a:p>
        </p:txBody>
      </p:sp>
      <p:graphicFrame>
        <p:nvGraphicFramePr>
          <p:cNvPr id="1285" name="Google Shape;1285;p68"/>
          <p:cNvGraphicFramePr/>
          <p:nvPr/>
        </p:nvGraphicFramePr>
        <p:xfrm>
          <a:off x="720000" y="1465500"/>
          <a:ext cx="3000000" cy="3000000"/>
        </p:xfrm>
        <a:graphic>
          <a:graphicData uri="http://schemas.openxmlformats.org/drawingml/2006/table">
            <a:tbl>
              <a:tblPr>
                <a:noFill/>
                <a:tableStyleId>{D6CBFD61-9CC1-4848-B8E2-E103B36D63B7}</a:tableStyleId>
              </a:tblPr>
              <a:tblGrid>
                <a:gridCol w="1926000"/>
                <a:gridCol w="1926000"/>
                <a:gridCol w="1926000"/>
                <a:gridCol w="1926000"/>
              </a:tblGrid>
              <a:tr h="47045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A</a:t>
                      </a:r>
                      <a:r>
                        <a:rPr b="1" lang="en" sz="1800">
                          <a:solidFill>
                            <a:schemeClr val="lt1"/>
                          </a:solidFill>
                          <a:latin typeface="Archivo"/>
                          <a:ea typeface="Archivo"/>
                          <a:cs typeface="Archivo"/>
                          <a:sym typeface="Archivo"/>
                        </a:rPr>
                        <a:t>ttributes</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C</a:t>
                      </a:r>
                      <a:r>
                        <a:rPr b="1" lang="en" sz="1800">
                          <a:solidFill>
                            <a:schemeClr val="lt1"/>
                          </a:solidFill>
                          <a:latin typeface="Archivo"/>
                          <a:ea typeface="Archivo"/>
                          <a:cs typeface="Archivo"/>
                          <a:sym typeface="Archivo"/>
                        </a:rPr>
                        <a:t>ompetitor A</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C</a:t>
                      </a:r>
                      <a:r>
                        <a:rPr b="1" lang="en" sz="1800">
                          <a:solidFill>
                            <a:schemeClr val="lt1"/>
                          </a:solidFill>
                          <a:latin typeface="Archivo"/>
                          <a:ea typeface="Archivo"/>
                          <a:cs typeface="Archivo"/>
                          <a:sym typeface="Archivo"/>
                        </a:rPr>
                        <a:t>ompetitor B</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M</a:t>
                      </a:r>
                      <a:r>
                        <a:rPr b="1" lang="en" sz="1800">
                          <a:solidFill>
                            <a:schemeClr val="lt1"/>
                          </a:solidFill>
                          <a:latin typeface="Archivo"/>
                          <a:ea typeface="Archivo"/>
                          <a:cs typeface="Archivo"/>
                          <a:sym typeface="Archivo"/>
                        </a:rPr>
                        <a:t>y business</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r h="47045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P</a:t>
                      </a:r>
                      <a:r>
                        <a:rPr b="1" lang="en" sz="1800">
                          <a:solidFill>
                            <a:schemeClr val="lt1"/>
                          </a:solidFill>
                          <a:latin typeface="Archivo"/>
                          <a:ea typeface="Archivo"/>
                          <a:cs typeface="Archivo"/>
                          <a:sym typeface="Archivo"/>
                        </a:rPr>
                        <a:t>rice</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$360</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$320</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$300</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45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Q</a:t>
                      </a:r>
                      <a:r>
                        <a:rPr b="1" lang="en" sz="1800">
                          <a:solidFill>
                            <a:schemeClr val="lt1"/>
                          </a:solidFill>
                          <a:latin typeface="Archivo"/>
                          <a:ea typeface="Archivo"/>
                          <a:cs typeface="Archivo"/>
                          <a:sym typeface="Archivo"/>
                        </a:rPr>
                        <a:t>uality</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Low</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Medium</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High</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45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C</a:t>
                      </a:r>
                      <a:r>
                        <a:rPr b="1" lang="en" sz="1800">
                          <a:solidFill>
                            <a:schemeClr val="lt1"/>
                          </a:solidFill>
                          <a:latin typeface="Archivo"/>
                          <a:ea typeface="Archivo"/>
                          <a:cs typeface="Archivo"/>
                          <a:sym typeface="Archivo"/>
                        </a:rPr>
                        <a:t>ustomer age</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20-40</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18-45</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18-50</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45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R</a:t>
                      </a:r>
                      <a:r>
                        <a:rPr b="1" lang="en" sz="1800">
                          <a:solidFill>
                            <a:schemeClr val="lt1"/>
                          </a:solidFill>
                          <a:latin typeface="Archivo"/>
                          <a:ea typeface="Archivo"/>
                          <a:cs typeface="Archivo"/>
                          <a:sym typeface="Archivo"/>
                        </a:rPr>
                        <a:t>eputation</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Bad</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Archivo Light"/>
                          <a:ea typeface="Archivo Light"/>
                          <a:cs typeface="Archivo Light"/>
                          <a:sym typeface="Archivo Light"/>
                        </a:rPr>
                        <a:t>Average</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Good</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450">
                <a:tc>
                  <a:txBody>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L</a:t>
                      </a:r>
                      <a:r>
                        <a:rPr b="1" lang="en" sz="1800">
                          <a:solidFill>
                            <a:schemeClr val="lt1"/>
                          </a:solidFill>
                          <a:latin typeface="Archivo"/>
                          <a:ea typeface="Archivo"/>
                          <a:cs typeface="Archivo"/>
                          <a:sym typeface="Archivo"/>
                        </a:rPr>
                        <a:t>ocation</a:t>
                      </a:r>
                      <a:endParaRPr b="1" sz="1800">
                        <a:solidFill>
                          <a:schemeClr val="lt1"/>
                        </a:solidFill>
                        <a:latin typeface="Archivo"/>
                        <a:ea typeface="Archivo"/>
                        <a:cs typeface="Archivo"/>
                        <a:sym typeface="Ar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Spain</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Italy</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USA</a:t>
                      </a:r>
                      <a:endParaRPr>
                        <a:solidFill>
                          <a:schemeClr val="dk1"/>
                        </a:solidFill>
                        <a:latin typeface="Archivo Light"/>
                        <a:ea typeface="Archivo Light"/>
                        <a:cs typeface="Archivo Light"/>
                        <a:sym typeface="Archivo Ligh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69"/>
          <p:cNvSpPr/>
          <p:nvPr/>
        </p:nvSpPr>
        <p:spPr>
          <a:xfrm>
            <a:off x="6410200" y="3179575"/>
            <a:ext cx="2020800" cy="1424700"/>
          </a:xfrm>
          <a:prstGeom prst="roundRect">
            <a:avLst>
              <a:gd fmla="val 8927"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9"/>
          <p:cNvSpPr/>
          <p:nvPr/>
        </p:nvSpPr>
        <p:spPr>
          <a:xfrm>
            <a:off x="2849225" y="1017725"/>
            <a:ext cx="5581500" cy="1622100"/>
          </a:xfrm>
          <a:prstGeom prst="roundRect">
            <a:avLst>
              <a:gd fmla="val 8927"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9"/>
          <p:cNvSpPr/>
          <p:nvPr/>
        </p:nvSpPr>
        <p:spPr>
          <a:xfrm>
            <a:off x="2849225" y="3179575"/>
            <a:ext cx="3446700" cy="1424700"/>
          </a:xfrm>
          <a:prstGeom prst="roundRect">
            <a:avLst>
              <a:gd fmla="val 8927"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9"/>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Target</a:t>
            </a:r>
            <a:endParaRPr>
              <a:solidFill>
                <a:schemeClr val="dk1"/>
              </a:solidFill>
            </a:endParaRPr>
          </a:p>
        </p:txBody>
      </p:sp>
      <p:sp>
        <p:nvSpPr>
          <p:cNvPr id="1294" name="Google Shape;1294;p69"/>
          <p:cNvSpPr txBox="1"/>
          <p:nvPr/>
        </p:nvSpPr>
        <p:spPr>
          <a:xfrm>
            <a:off x="888900" y="3700825"/>
            <a:ext cx="1437300" cy="25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30 years old</a:t>
            </a:r>
            <a:endParaRPr>
              <a:solidFill>
                <a:schemeClr val="dk1"/>
              </a:solidFill>
              <a:latin typeface="Archivo Light"/>
              <a:ea typeface="Archivo Light"/>
              <a:cs typeface="Archivo Light"/>
              <a:sym typeface="Archivo Light"/>
            </a:endParaRPr>
          </a:p>
        </p:txBody>
      </p:sp>
      <p:sp>
        <p:nvSpPr>
          <p:cNvPr id="1295" name="Google Shape;1295;p69"/>
          <p:cNvSpPr txBox="1"/>
          <p:nvPr/>
        </p:nvSpPr>
        <p:spPr>
          <a:xfrm>
            <a:off x="2918813" y="1132875"/>
            <a:ext cx="935100" cy="25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H</a:t>
            </a:r>
            <a:r>
              <a:rPr b="1" lang="en">
                <a:solidFill>
                  <a:schemeClr val="accent1"/>
                </a:solidFill>
                <a:latin typeface="Archivo"/>
                <a:ea typeface="Archivo"/>
                <a:cs typeface="Archivo"/>
                <a:sym typeface="Archivo"/>
              </a:rPr>
              <a:t>obby 1</a:t>
            </a:r>
            <a:endParaRPr b="1">
              <a:solidFill>
                <a:schemeClr val="accent1"/>
              </a:solidFill>
              <a:latin typeface="Archivo"/>
              <a:ea typeface="Archivo"/>
              <a:cs typeface="Archivo"/>
              <a:sym typeface="Archivo"/>
            </a:endParaRPr>
          </a:p>
        </p:txBody>
      </p:sp>
      <p:sp>
        <p:nvSpPr>
          <p:cNvPr id="1296" name="Google Shape;1296;p69"/>
          <p:cNvSpPr txBox="1"/>
          <p:nvPr/>
        </p:nvSpPr>
        <p:spPr>
          <a:xfrm>
            <a:off x="2918813" y="1499250"/>
            <a:ext cx="935100" cy="25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H</a:t>
            </a:r>
            <a:r>
              <a:rPr b="1" lang="en">
                <a:solidFill>
                  <a:schemeClr val="accent1"/>
                </a:solidFill>
                <a:latin typeface="Archivo"/>
                <a:ea typeface="Archivo"/>
                <a:cs typeface="Archivo"/>
                <a:sym typeface="Archivo"/>
              </a:rPr>
              <a:t>obby 2</a:t>
            </a:r>
            <a:endParaRPr b="1">
              <a:solidFill>
                <a:schemeClr val="accent1"/>
              </a:solidFill>
              <a:latin typeface="Archivo"/>
              <a:ea typeface="Archivo"/>
              <a:cs typeface="Archivo"/>
              <a:sym typeface="Archivo"/>
            </a:endParaRPr>
          </a:p>
        </p:txBody>
      </p:sp>
      <p:sp>
        <p:nvSpPr>
          <p:cNvPr id="1297" name="Google Shape;1297;p69"/>
          <p:cNvSpPr txBox="1"/>
          <p:nvPr/>
        </p:nvSpPr>
        <p:spPr>
          <a:xfrm>
            <a:off x="2918813" y="1865625"/>
            <a:ext cx="935100" cy="25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H</a:t>
            </a:r>
            <a:r>
              <a:rPr b="1" lang="en">
                <a:solidFill>
                  <a:schemeClr val="accent1"/>
                </a:solidFill>
                <a:latin typeface="Archivo"/>
                <a:ea typeface="Archivo"/>
                <a:cs typeface="Archivo"/>
                <a:sym typeface="Archivo"/>
              </a:rPr>
              <a:t>obby 3</a:t>
            </a:r>
            <a:endParaRPr b="1">
              <a:solidFill>
                <a:schemeClr val="accent1"/>
              </a:solidFill>
              <a:latin typeface="Archivo"/>
              <a:ea typeface="Archivo"/>
              <a:cs typeface="Archivo"/>
              <a:sym typeface="Archivo"/>
            </a:endParaRPr>
          </a:p>
        </p:txBody>
      </p:sp>
      <p:sp>
        <p:nvSpPr>
          <p:cNvPr id="1298" name="Google Shape;1298;p69"/>
          <p:cNvSpPr txBox="1"/>
          <p:nvPr/>
        </p:nvSpPr>
        <p:spPr>
          <a:xfrm>
            <a:off x="2918813" y="2232000"/>
            <a:ext cx="935100" cy="25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H</a:t>
            </a:r>
            <a:r>
              <a:rPr b="1" lang="en">
                <a:solidFill>
                  <a:schemeClr val="accent1"/>
                </a:solidFill>
                <a:latin typeface="Archivo"/>
                <a:ea typeface="Archivo"/>
                <a:cs typeface="Archivo"/>
                <a:sym typeface="Archivo"/>
              </a:rPr>
              <a:t>obby 4</a:t>
            </a:r>
            <a:endParaRPr b="1">
              <a:solidFill>
                <a:schemeClr val="accent1"/>
              </a:solidFill>
              <a:latin typeface="Archivo"/>
              <a:ea typeface="Archivo"/>
              <a:cs typeface="Archivo"/>
              <a:sym typeface="Archivo"/>
            </a:endParaRPr>
          </a:p>
        </p:txBody>
      </p:sp>
      <p:sp>
        <p:nvSpPr>
          <p:cNvPr id="1299" name="Google Shape;1299;p69"/>
          <p:cNvSpPr txBox="1"/>
          <p:nvPr/>
        </p:nvSpPr>
        <p:spPr>
          <a:xfrm>
            <a:off x="5802700" y="1132875"/>
            <a:ext cx="607500" cy="25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50</a:t>
            </a:r>
            <a:r>
              <a:rPr lang="en">
                <a:solidFill>
                  <a:schemeClr val="dk1"/>
                </a:solidFill>
                <a:latin typeface="Archivo Light"/>
                <a:ea typeface="Archivo Light"/>
                <a:cs typeface="Archivo Light"/>
                <a:sym typeface="Archivo Light"/>
              </a:rPr>
              <a:t>%</a:t>
            </a:r>
            <a:endParaRPr>
              <a:solidFill>
                <a:schemeClr val="dk1"/>
              </a:solidFill>
              <a:latin typeface="Archivo Light"/>
              <a:ea typeface="Archivo Light"/>
              <a:cs typeface="Archivo Light"/>
              <a:sym typeface="Archivo Light"/>
            </a:endParaRPr>
          </a:p>
        </p:txBody>
      </p:sp>
      <p:sp>
        <p:nvSpPr>
          <p:cNvPr id="1300" name="Google Shape;1300;p69"/>
          <p:cNvSpPr txBox="1"/>
          <p:nvPr/>
        </p:nvSpPr>
        <p:spPr>
          <a:xfrm>
            <a:off x="5802700" y="1506892"/>
            <a:ext cx="607500" cy="25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60</a:t>
            </a:r>
            <a:r>
              <a:rPr lang="en">
                <a:solidFill>
                  <a:schemeClr val="dk1"/>
                </a:solidFill>
                <a:latin typeface="Archivo Light"/>
                <a:ea typeface="Archivo Light"/>
                <a:cs typeface="Archivo Light"/>
                <a:sym typeface="Archivo Light"/>
              </a:rPr>
              <a:t>%</a:t>
            </a:r>
            <a:endParaRPr>
              <a:solidFill>
                <a:schemeClr val="dk1"/>
              </a:solidFill>
              <a:latin typeface="Archivo Light"/>
              <a:ea typeface="Archivo Light"/>
              <a:cs typeface="Archivo Light"/>
              <a:sym typeface="Archivo Light"/>
            </a:endParaRPr>
          </a:p>
        </p:txBody>
      </p:sp>
      <p:sp>
        <p:nvSpPr>
          <p:cNvPr id="1301" name="Google Shape;1301;p69"/>
          <p:cNvSpPr txBox="1"/>
          <p:nvPr/>
        </p:nvSpPr>
        <p:spPr>
          <a:xfrm>
            <a:off x="5802700" y="1880908"/>
            <a:ext cx="607500" cy="25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70</a:t>
            </a:r>
            <a:r>
              <a:rPr lang="en">
                <a:solidFill>
                  <a:schemeClr val="dk1"/>
                </a:solidFill>
                <a:latin typeface="Archivo Light"/>
                <a:ea typeface="Archivo Light"/>
                <a:cs typeface="Archivo Light"/>
                <a:sym typeface="Archivo Light"/>
              </a:rPr>
              <a:t>%</a:t>
            </a:r>
            <a:endParaRPr>
              <a:solidFill>
                <a:schemeClr val="dk1"/>
              </a:solidFill>
              <a:latin typeface="Archivo Light"/>
              <a:ea typeface="Archivo Light"/>
              <a:cs typeface="Archivo Light"/>
              <a:sym typeface="Archivo Light"/>
            </a:endParaRPr>
          </a:p>
        </p:txBody>
      </p:sp>
      <p:sp>
        <p:nvSpPr>
          <p:cNvPr id="1302" name="Google Shape;1302;p69"/>
          <p:cNvSpPr txBox="1"/>
          <p:nvPr/>
        </p:nvSpPr>
        <p:spPr>
          <a:xfrm>
            <a:off x="5802700" y="2254925"/>
            <a:ext cx="607500" cy="25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80</a:t>
            </a:r>
            <a:r>
              <a:rPr lang="en">
                <a:solidFill>
                  <a:schemeClr val="dk1"/>
                </a:solidFill>
                <a:latin typeface="Archivo Light"/>
                <a:ea typeface="Archivo Light"/>
                <a:cs typeface="Archivo Light"/>
                <a:sym typeface="Archivo Light"/>
              </a:rPr>
              <a:t>%</a:t>
            </a:r>
            <a:endParaRPr>
              <a:solidFill>
                <a:schemeClr val="dk1"/>
              </a:solidFill>
              <a:latin typeface="Archivo Light"/>
              <a:ea typeface="Archivo Light"/>
              <a:cs typeface="Archivo Light"/>
              <a:sym typeface="Archivo Light"/>
            </a:endParaRPr>
          </a:p>
        </p:txBody>
      </p:sp>
      <p:sp>
        <p:nvSpPr>
          <p:cNvPr id="1303" name="Google Shape;1303;p69"/>
          <p:cNvSpPr/>
          <p:nvPr/>
        </p:nvSpPr>
        <p:spPr>
          <a:xfrm>
            <a:off x="6777250" y="3254250"/>
            <a:ext cx="1280100" cy="1280100"/>
          </a:xfrm>
          <a:prstGeom prst="blockArc">
            <a:avLst>
              <a:gd fmla="val 10800000" name="adj1"/>
              <a:gd fmla="val 0" name="adj2"/>
              <a:gd fmla="val 25000"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9"/>
          <p:cNvSpPr/>
          <p:nvPr/>
        </p:nvSpPr>
        <p:spPr>
          <a:xfrm rot="10800000">
            <a:off x="6777250" y="3254250"/>
            <a:ext cx="1280100" cy="1280100"/>
          </a:xfrm>
          <a:prstGeom prst="blockArc">
            <a:avLst>
              <a:gd fmla="val 10800000" name="adj1"/>
              <a:gd fmla="val 0" name="adj2"/>
              <a:gd fmla="val 25000"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9"/>
          <p:cNvSpPr/>
          <p:nvPr/>
        </p:nvSpPr>
        <p:spPr>
          <a:xfrm>
            <a:off x="3080225" y="3243125"/>
            <a:ext cx="2984700" cy="1322700"/>
          </a:xfrm>
          <a:prstGeom prst="rect">
            <a:avLst/>
          </a:prstGeom>
          <a:noFill/>
          <a:ln>
            <a:noFill/>
          </a:ln>
        </p:spPr>
        <p:txBody>
          <a:bodyPr anchorCtr="0" anchor="t" bIns="126000" lIns="91425" spcFirstLastPara="1" rIns="91425" wrap="square" tIns="126000">
            <a:noAutofit/>
          </a:bodyPr>
          <a:lstStyle/>
          <a:p>
            <a:pPr indent="0" lvl="0" marL="0" rtl="0" algn="ctr">
              <a:lnSpc>
                <a:spcPct val="100000"/>
              </a:lnSpc>
              <a:spcBef>
                <a:spcPts val="0"/>
              </a:spcBef>
              <a:spcAft>
                <a:spcPts val="0"/>
              </a:spcAft>
              <a:buNone/>
            </a:pPr>
            <a:r>
              <a:rPr lang="en">
                <a:solidFill>
                  <a:schemeClr val="dk1"/>
                </a:solidFill>
                <a:latin typeface="Archivo Light"/>
                <a:ea typeface="Archivo Light"/>
                <a:cs typeface="Archivo Light"/>
                <a:sym typeface="Archivo Light"/>
              </a:rPr>
              <a:t>Venus has a beautiful name and is the second planet from the Sun. It’s terribly hot, even hotter than Mercury, and its atmosphere is extremely poisonous</a:t>
            </a:r>
            <a:endParaRPr>
              <a:solidFill>
                <a:schemeClr val="dk1"/>
              </a:solidFill>
              <a:latin typeface="Archivo Light"/>
              <a:ea typeface="Archivo Light"/>
              <a:cs typeface="Archivo Light"/>
              <a:sym typeface="Archivo Light"/>
            </a:endParaRPr>
          </a:p>
        </p:txBody>
      </p:sp>
      <p:sp>
        <p:nvSpPr>
          <p:cNvPr id="1306" name="Google Shape;1306;p69"/>
          <p:cNvSpPr txBox="1"/>
          <p:nvPr/>
        </p:nvSpPr>
        <p:spPr>
          <a:xfrm>
            <a:off x="6803000" y="1123950"/>
            <a:ext cx="1437300" cy="32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Archivo"/>
                <a:ea typeface="Archivo"/>
                <a:cs typeface="Archivo"/>
                <a:sym typeface="Archivo"/>
              </a:rPr>
              <a:t>M</a:t>
            </a:r>
            <a:r>
              <a:rPr b="1" lang="en">
                <a:solidFill>
                  <a:schemeClr val="dk1"/>
                </a:solidFill>
                <a:latin typeface="Archivo"/>
                <a:ea typeface="Archivo"/>
                <a:cs typeface="Archivo"/>
                <a:sym typeface="Archivo"/>
              </a:rPr>
              <a:t>ars</a:t>
            </a:r>
            <a:endParaRPr b="1">
              <a:latin typeface="Archivo"/>
              <a:ea typeface="Archivo"/>
              <a:cs typeface="Archivo"/>
              <a:sym typeface="Archivo"/>
            </a:endParaRPr>
          </a:p>
        </p:txBody>
      </p:sp>
      <p:sp>
        <p:nvSpPr>
          <p:cNvPr id="1307" name="Google Shape;1307;p69"/>
          <p:cNvSpPr txBox="1"/>
          <p:nvPr/>
        </p:nvSpPr>
        <p:spPr>
          <a:xfrm>
            <a:off x="6803000" y="1870050"/>
            <a:ext cx="1437300" cy="32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Archivo"/>
                <a:ea typeface="Archivo"/>
                <a:cs typeface="Archivo"/>
                <a:sym typeface="Archivo"/>
              </a:rPr>
              <a:t>Mercury</a:t>
            </a:r>
            <a:endParaRPr b="1">
              <a:latin typeface="Archivo"/>
              <a:ea typeface="Archivo"/>
              <a:cs typeface="Archivo"/>
              <a:sym typeface="Archivo"/>
            </a:endParaRPr>
          </a:p>
        </p:txBody>
      </p:sp>
      <p:sp>
        <p:nvSpPr>
          <p:cNvPr id="1308" name="Google Shape;1308;p69"/>
          <p:cNvSpPr/>
          <p:nvPr/>
        </p:nvSpPr>
        <p:spPr>
          <a:xfrm>
            <a:off x="6803000" y="2038575"/>
            <a:ext cx="1437300" cy="57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Mercury is the smallest planet</a:t>
            </a:r>
            <a:endParaRPr>
              <a:solidFill>
                <a:schemeClr val="dk1"/>
              </a:solidFill>
              <a:latin typeface="Archivo Light"/>
              <a:ea typeface="Archivo Light"/>
              <a:cs typeface="Archivo Light"/>
              <a:sym typeface="Archivo Light"/>
            </a:endParaRPr>
          </a:p>
        </p:txBody>
      </p:sp>
      <p:sp>
        <p:nvSpPr>
          <p:cNvPr id="1309" name="Google Shape;1309;p69"/>
          <p:cNvSpPr/>
          <p:nvPr/>
        </p:nvSpPr>
        <p:spPr>
          <a:xfrm>
            <a:off x="6803000" y="1339500"/>
            <a:ext cx="1437300" cy="57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Mars is actually a cold place</a:t>
            </a:r>
            <a:endParaRPr>
              <a:solidFill>
                <a:schemeClr val="dk1"/>
              </a:solidFill>
              <a:latin typeface="Archivo Light"/>
              <a:ea typeface="Archivo Light"/>
              <a:cs typeface="Archivo Light"/>
              <a:sym typeface="Archivo Light"/>
            </a:endParaRPr>
          </a:p>
        </p:txBody>
      </p:sp>
      <p:cxnSp>
        <p:nvCxnSpPr>
          <p:cNvPr id="1310" name="Google Shape;1310;p69"/>
          <p:cNvCxnSpPr/>
          <p:nvPr/>
        </p:nvCxnSpPr>
        <p:spPr>
          <a:xfrm rot="10800000">
            <a:off x="6647500" y="3499213"/>
            <a:ext cx="422400" cy="0"/>
          </a:xfrm>
          <a:prstGeom prst="straightConnector1">
            <a:avLst/>
          </a:prstGeom>
          <a:noFill/>
          <a:ln cap="flat" cmpd="sng" w="9525">
            <a:solidFill>
              <a:schemeClr val="accent2"/>
            </a:solidFill>
            <a:prstDash val="solid"/>
            <a:round/>
            <a:headEnd len="med" w="med" type="none"/>
            <a:tailEnd len="med" w="med" type="none"/>
          </a:ln>
        </p:spPr>
      </p:cxnSp>
      <p:cxnSp>
        <p:nvCxnSpPr>
          <p:cNvPr id="1311" name="Google Shape;1311;p69"/>
          <p:cNvCxnSpPr/>
          <p:nvPr/>
        </p:nvCxnSpPr>
        <p:spPr>
          <a:xfrm rot="10800000">
            <a:off x="7710900" y="4258838"/>
            <a:ext cx="422400" cy="0"/>
          </a:xfrm>
          <a:prstGeom prst="straightConnector1">
            <a:avLst/>
          </a:prstGeom>
          <a:noFill/>
          <a:ln cap="flat" cmpd="sng" w="9525">
            <a:solidFill>
              <a:schemeClr val="accent2"/>
            </a:solidFill>
            <a:prstDash val="solid"/>
            <a:round/>
            <a:headEnd len="med" w="med" type="none"/>
            <a:tailEnd len="med" w="med" type="none"/>
          </a:ln>
        </p:spPr>
      </p:cxnSp>
      <p:sp>
        <p:nvSpPr>
          <p:cNvPr id="1312" name="Google Shape;1312;p69"/>
          <p:cNvSpPr txBox="1"/>
          <p:nvPr/>
        </p:nvSpPr>
        <p:spPr>
          <a:xfrm>
            <a:off x="7847250" y="4258850"/>
            <a:ext cx="607500" cy="25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50</a:t>
            </a:r>
            <a:r>
              <a:rPr lang="en">
                <a:solidFill>
                  <a:schemeClr val="dk1"/>
                </a:solidFill>
                <a:latin typeface="Archivo Light"/>
                <a:ea typeface="Archivo Light"/>
                <a:cs typeface="Archivo Light"/>
                <a:sym typeface="Archivo Light"/>
              </a:rPr>
              <a:t>%</a:t>
            </a:r>
            <a:endParaRPr>
              <a:solidFill>
                <a:schemeClr val="dk1"/>
              </a:solidFill>
              <a:latin typeface="Archivo Light"/>
              <a:ea typeface="Archivo Light"/>
              <a:cs typeface="Archivo Light"/>
              <a:sym typeface="Archivo Light"/>
            </a:endParaRPr>
          </a:p>
        </p:txBody>
      </p:sp>
      <p:sp>
        <p:nvSpPr>
          <p:cNvPr id="1313" name="Google Shape;1313;p69"/>
          <p:cNvSpPr txBox="1"/>
          <p:nvPr/>
        </p:nvSpPr>
        <p:spPr>
          <a:xfrm>
            <a:off x="6396975" y="3237425"/>
            <a:ext cx="607500" cy="25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Archivo Light"/>
                <a:ea typeface="Archivo Light"/>
                <a:cs typeface="Archivo Light"/>
                <a:sym typeface="Archivo Light"/>
              </a:rPr>
              <a:t>50</a:t>
            </a:r>
            <a:r>
              <a:rPr lang="en">
                <a:solidFill>
                  <a:schemeClr val="dk1"/>
                </a:solidFill>
                <a:latin typeface="Archivo Light"/>
                <a:ea typeface="Archivo Light"/>
                <a:cs typeface="Archivo Light"/>
                <a:sym typeface="Archivo Light"/>
              </a:rPr>
              <a:t>%</a:t>
            </a:r>
            <a:endParaRPr>
              <a:solidFill>
                <a:schemeClr val="dk1"/>
              </a:solidFill>
              <a:latin typeface="Archivo Light"/>
              <a:ea typeface="Archivo Light"/>
              <a:cs typeface="Archivo Light"/>
              <a:sym typeface="Archivo Light"/>
            </a:endParaRPr>
          </a:p>
        </p:txBody>
      </p:sp>
      <p:pic>
        <p:nvPicPr>
          <p:cNvPr id="1314" name="Google Shape;1314;p69"/>
          <p:cNvPicPr preferRelativeResize="0"/>
          <p:nvPr/>
        </p:nvPicPr>
        <p:blipFill rotWithShape="1">
          <a:blip r:embed="rId3">
            <a:alphaModFix/>
          </a:blip>
          <a:srcRect b="16856" l="11363" r="4027" t="16856"/>
          <a:stretch/>
        </p:blipFill>
        <p:spPr>
          <a:xfrm>
            <a:off x="762000" y="1017725"/>
            <a:ext cx="1691100" cy="1987800"/>
          </a:xfrm>
          <a:prstGeom prst="roundRect">
            <a:avLst>
              <a:gd fmla="val 16667" name="adj"/>
            </a:avLst>
          </a:prstGeom>
          <a:noFill/>
          <a:ln>
            <a:noFill/>
          </a:ln>
        </p:spPr>
      </p:pic>
      <p:sp>
        <p:nvSpPr>
          <p:cNvPr id="1315" name="Google Shape;1315;p69"/>
          <p:cNvSpPr/>
          <p:nvPr/>
        </p:nvSpPr>
        <p:spPr>
          <a:xfrm>
            <a:off x="6522938" y="1159425"/>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9"/>
          <p:cNvSpPr/>
          <p:nvPr/>
        </p:nvSpPr>
        <p:spPr>
          <a:xfrm>
            <a:off x="3853925" y="1203525"/>
            <a:ext cx="19182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9"/>
          <p:cNvSpPr/>
          <p:nvPr/>
        </p:nvSpPr>
        <p:spPr>
          <a:xfrm>
            <a:off x="3853925" y="1203525"/>
            <a:ext cx="9711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9"/>
          <p:cNvSpPr/>
          <p:nvPr/>
        </p:nvSpPr>
        <p:spPr>
          <a:xfrm>
            <a:off x="3853925" y="1571825"/>
            <a:ext cx="19182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9"/>
          <p:cNvSpPr/>
          <p:nvPr/>
        </p:nvSpPr>
        <p:spPr>
          <a:xfrm>
            <a:off x="3853925" y="1571825"/>
            <a:ext cx="11571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9"/>
          <p:cNvSpPr/>
          <p:nvPr/>
        </p:nvSpPr>
        <p:spPr>
          <a:xfrm>
            <a:off x="3853925" y="1940125"/>
            <a:ext cx="19182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9"/>
          <p:cNvSpPr/>
          <p:nvPr/>
        </p:nvSpPr>
        <p:spPr>
          <a:xfrm>
            <a:off x="3853925" y="1940125"/>
            <a:ext cx="12801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9"/>
          <p:cNvSpPr/>
          <p:nvPr/>
        </p:nvSpPr>
        <p:spPr>
          <a:xfrm>
            <a:off x="3853925" y="2308425"/>
            <a:ext cx="19182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9"/>
          <p:cNvSpPr/>
          <p:nvPr/>
        </p:nvSpPr>
        <p:spPr>
          <a:xfrm>
            <a:off x="3853925" y="2308425"/>
            <a:ext cx="14373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9"/>
          <p:cNvSpPr/>
          <p:nvPr/>
        </p:nvSpPr>
        <p:spPr>
          <a:xfrm>
            <a:off x="6522938" y="1884750"/>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9"/>
          <p:cNvSpPr/>
          <p:nvPr/>
        </p:nvSpPr>
        <p:spPr>
          <a:xfrm>
            <a:off x="2862725" y="2781400"/>
            <a:ext cx="3419700" cy="256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Venus</a:t>
            </a:r>
            <a:endParaRPr b="1">
              <a:solidFill>
                <a:schemeClr val="lt1"/>
              </a:solidFill>
              <a:latin typeface="Archivo"/>
              <a:ea typeface="Archivo"/>
              <a:cs typeface="Archivo"/>
              <a:sym typeface="Archivo"/>
            </a:endParaRPr>
          </a:p>
        </p:txBody>
      </p:sp>
      <p:sp>
        <p:nvSpPr>
          <p:cNvPr id="1326" name="Google Shape;1326;p69"/>
          <p:cNvSpPr/>
          <p:nvPr/>
        </p:nvSpPr>
        <p:spPr>
          <a:xfrm>
            <a:off x="866250" y="3399113"/>
            <a:ext cx="1482600" cy="256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Age</a:t>
            </a:r>
            <a:endParaRPr b="1">
              <a:solidFill>
                <a:schemeClr val="lt1"/>
              </a:solidFill>
              <a:latin typeface="Archivo"/>
              <a:ea typeface="Archivo"/>
              <a:cs typeface="Archivo"/>
              <a:sym typeface="Archivo"/>
            </a:endParaRPr>
          </a:p>
        </p:txBody>
      </p:sp>
      <p:sp>
        <p:nvSpPr>
          <p:cNvPr id="1327" name="Google Shape;1327;p69"/>
          <p:cNvSpPr txBox="1"/>
          <p:nvPr/>
        </p:nvSpPr>
        <p:spPr>
          <a:xfrm>
            <a:off x="888900" y="4317800"/>
            <a:ext cx="1437300" cy="25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Lawyer</a:t>
            </a:r>
            <a:endParaRPr>
              <a:solidFill>
                <a:schemeClr val="dk1"/>
              </a:solidFill>
              <a:latin typeface="Archivo Light"/>
              <a:ea typeface="Archivo Light"/>
              <a:cs typeface="Archivo Light"/>
              <a:sym typeface="Archivo Light"/>
            </a:endParaRPr>
          </a:p>
        </p:txBody>
      </p:sp>
      <p:sp>
        <p:nvSpPr>
          <p:cNvPr id="1328" name="Google Shape;1328;p69"/>
          <p:cNvSpPr/>
          <p:nvPr/>
        </p:nvSpPr>
        <p:spPr>
          <a:xfrm>
            <a:off x="866250" y="4023200"/>
            <a:ext cx="1482600" cy="256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Occupation</a:t>
            </a:r>
            <a:endParaRPr b="1">
              <a:solidFill>
                <a:schemeClr val="lt1"/>
              </a:solidFill>
              <a:latin typeface="Archivo"/>
              <a:ea typeface="Archivo"/>
              <a:cs typeface="Archivo"/>
              <a:sym typeface="Archivo"/>
            </a:endParaRPr>
          </a:p>
        </p:txBody>
      </p:sp>
      <p:sp>
        <p:nvSpPr>
          <p:cNvPr id="1329" name="Google Shape;1329;p69"/>
          <p:cNvSpPr/>
          <p:nvPr/>
        </p:nvSpPr>
        <p:spPr>
          <a:xfrm>
            <a:off x="866250" y="2851225"/>
            <a:ext cx="1482600" cy="256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Anna Wilson</a:t>
            </a:r>
            <a:endParaRPr b="1">
              <a:solidFill>
                <a:schemeClr val="lt1"/>
              </a:solidFill>
              <a:latin typeface="Archivo"/>
              <a:ea typeface="Archivo"/>
              <a:cs typeface="Archivo"/>
              <a:sym typeface="Archivo"/>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3" name="Shape 1333"/>
        <p:cNvGrpSpPr/>
        <p:nvPr/>
      </p:nvGrpSpPr>
      <p:grpSpPr>
        <a:xfrm>
          <a:off x="0" y="0"/>
          <a:ext cx="0" cy="0"/>
          <a:chOff x="0" y="0"/>
          <a:chExt cx="0" cy="0"/>
        </a:xfrm>
      </p:grpSpPr>
      <p:sp>
        <p:nvSpPr>
          <p:cNvPr id="1334" name="Google Shape;1334;p70"/>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I</a:t>
            </a:r>
            <a:r>
              <a:rPr lang="en">
                <a:solidFill>
                  <a:schemeClr val="dk1"/>
                </a:solidFill>
              </a:rPr>
              <a:t>mplement, track </a:t>
            </a:r>
            <a:r>
              <a:rPr lang="en"/>
              <a:t>&amp; manage progress</a:t>
            </a:r>
            <a:endParaRPr/>
          </a:p>
        </p:txBody>
      </p:sp>
      <p:sp>
        <p:nvSpPr>
          <p:cNvPr id="1335" name="Google Shape;1335;p70"/>
          <p:cNvSpPr txBox="1"/>
          <p:nvPr/>
        </p:nvSpPr>
        <p:spPr>
          <a:xfrm>
            <a:off x="720000" y="2109650"/>
            <a:ext cx="933600" cy="41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Venus</a:t>
            </a:r>
            <a:endParaRPr b="1">
              <a:solidFill>
                <a:schemeClr val="accent1"/>
              </a:solidFill>
              <a:latin typeface="Archivo"/>
              <a:ea typeface="Archivo"/>
              <a:cs typeface="Archivo"/>
              <a:sym typeface="Archivo"/>
            </a:endParaRPr>
          </a:p>
        </p:txBody>
      </p:sp>
      <p:sp>
        <p:nvSpPr>
          <p:cNvPr id="1336" name="Google Shape;1336;p70"/>
          <p:cNvSpPr txBox="1"/>
          <p:nvPr/>
        </p:nvSpPr>
        <p:spPr>
          <a:xfrm>
            <a:off x="720000" y="2525338"/>
            <a:ext cx="933600" cy="41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Mars</a:t>
            </a:r>
            <a:endParaRPr b="1">
              <a:solidFill>
                <a:schemeClr val="accent1"/>
              </a:solidFill>
              <a:latin typeface="Archivo"/>
              <a:ea typeface="Archivo"/>
              <a:cs typeface="Archivo"/>
              <a:sym typeface="Archivo"/>
            </a:endParaRPr>
          </a:p>
        </p:txBody>
      </p:sp>
      <p:sp>
        <p:nvSpPr>
          <p:cNvPr id="1337" name="Google Shape;1337;p70"/>
          <p:cNvSpPr txBox="1"/>
          <p:nvPr/>
        </p:nvSpPr>
        <p:spPr>
          <a:xfrm>
            <a:off x="720000" y="2940978"/>
            <a:ext cx="933600" cy="41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Neptune</a:t>
            </a:r>
            <a:endParaRPr b="1">
              <a:solidFill>
                <a:schemeClr val="accent1"/>
              </a:solidFill>
              <a:latin typeface="Archivo"/>
              <a:ea typeface="Archivo"/>
              <a:cs typeface="Archivo"/>
              <a:sym typeface="Archivo"/>
            </a:endParaRPr>
          </a:p>
        </p:txBody>
      </p:sp>
      <p:sp>
        <p:nvSpPr>
          <p:cNvPr id="1338" name="Google Shape;1338;p70"/>
          <p:cNvSpPr txBox="1"/>
          <p:nvPr/>
        </p:nvSpPr>
        <p:spPr>
          <a:xfrm>
            <a:off x="720000" y="3356569"/>
            <a:ext cx="933600" cy="41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Jupiter</a:t>
            </a:r>
            <a:endParaRPr b="1">
              <a:solidFill>
                <a:schemeClr val="accent1"/>
              </a:solidFill>
              <a:latin typeface="Archivo"/>
              <a:ea typeface="Archivo"/>
              <a:cs typeface="Archivo"/>
              <a:sym typeface="Archivo"/>
            </a:endParaRPr>
          </a:p>
        </p:txBody>
      </p:sp>
      <p:sp>
        <p:nvSpPr>
          <p:cNvPr id="1339" name="Google Shape;1339;p70"/>
          <p:cNvSpPr txBox="1"/>
          <p:nvPr/>
        </p:nvSpPr>
        <p:spPr>
          <a:xfrm>
            <a:off x="720000" y="3772112"/>
            <a:ext cx="933600" cy="41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Earth</a:t>
            </a:r>
            <a:endParaRPr b="1">
              <a:solidFill>
                <a:schemeClr val="accent1"/>
              </a:solidFill>
              <a:latin typeface="Archivo"/>
              <a:ea typeface="Archivo"/>
              <a:cs typeface="Archivo"/>
              <a:sym typeface="Archivo"/>
            </a:endParaRPr>
          </a:p>
        </p:txBody>
      </p:sp>
      <p:sp>
        <p:nvSpPr>
          <p:cNvPr id="1340" name="Google Shape;1340;p70"/>
          <p:cNvSpPr txBox="1"/>
          <p:nvPr/>
        </p:nvSpPr>
        <p:spPr>
          <a:xfrm>
            <a:off x="3896375" y="2109650"/>
            <a:ext cx="569400" cy="41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a:solidFill>
                  <a:schemeClr val="accent1"/>
                </a:solidFill>
                <a:latin typeface="Archivo"/>
                <a:ea typeface="Archivo"/>
                <a:cs typeface="Archivo"/>
                <a:sym typeface="Archivo"/>
              </a:rPr>
              <a:t>40%</a:t>
            </a:r>
            <a:endParaRPr b="1">
              <a:solidFill>
                <a:schemeClr val="accent1"/>
              </a:solidFill>
              <a:latin typeface="Archivo"/>
              <a:ea typeface="Archivo"/>
              <a:cs typeface="Archivo"/>
              <a:sym typeface="Archivo"/>
            </a:endParaRPr>
          </a:p>
        </p:txBody>
      </p:sp>
      <p:sp>
        <p:nvSpPr>
          <p:cNvPr id="1341" name="Google Shape;1341;p70"/>
          <p:cNvSpPr txBox="1"/>
          <p:nvPr/>
        </p:nvSpPr>
        <p:spPr>
          <a:xfrm>
            <a:off x="3896375" y="2525340"/>
            <a:ext cx="569400" cy="41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a:solidFill>
                  <a:schemeClr val="accent1"/>
                </a:solidFill>
                <a:latin typeface="Archivo"/>
                <a:ea typeface="Archivo"/>
                <a:cs typeface="Archivo"/>
                <a:sym typeface="Archivo"/>
              </a:rPr>
              <a:t>35%</a:t>
            </a:r>
            <a:endParaRPr b="1">
              <a:solidFill>
                <a:schemeClr val="accent1"/>
              </a:solidFill>
              <a:latin typeface="Archivo"/>
              <a:ea typeface="Archivo"/>
              <a:cs typeface="Archivo"/>
              <a:sym typeface="Archivo"/>
            </a:endParaRPr>
          </a:p>
        </p:txBody>
      </p:sp>
      <p:sp>
        <p:nvSpPr>
          <p:cNvPr id="1342" name="Google Shape;1342;p70"/>
          <p:cNvSpPr txBox="1"/>
          <p:nvPr/>
        </p:nvSpPr>
        <p:spPr>
          <a:xfrm>
            <a:off x="3896375" y="2940982"/>
            <a:ext cx="569400" cy="41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a:solidFill>
                  <a:schemeClr val="accent1"/>
                </a:solidFill>
                <a:latin typeface="Archivo"/>
                <a:ea typeface="Archivo"/>
                <a:cs typeface="Archivo"/>
                <a:sym typeface="Archivo"/>
              </a:rPr>
              <a:t>70%</a:t>
            </a:r>
            <a:endParaRPr b="1">
              <a:solidFill>
                <a:schemeClr val="accent1"/>
              </a:solidFill>
              <a:latin typeface="Archivo"/>
              <a:ea typeface="Archivo"/>
              <a:cs typeface="Archivo"/>
              <a:sym typeface="Archivo"/>
            </a:endParaRPr>
          </a:p>
        </p:txBody>
      </p:sp>
      <p:sp>
        <p:nvSpPr>
          <p:cNvPr id="1343" name="Google Shape;1343;p70"/>
          <p:cNvSpPr txBox="1"/>
          <p:nvPr/>
        </p:nvSpPr>
        <p:spPr>
          <a:xfrm>
            <a:off x="3896375" y="3356575"/>
            <a:ext cx="569400" cy="41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a:solidFill>
                  <a:schemeClr val="accent1"/>
                </a:solidFill>
                <a:latin typeface="Archivo"/>
                <a:ea typeface="Archivo"/>
                <a:cs typeface="Archivo"/>
                <a:sym typeface="Archivo"/>
              </a:rPr>
              <a:t>15%</a:t>
            </a:r>
            <a:endParaRPr b="1">
              <a:solidFill>
                <a:schemeClr val="accent1"/>
              </a:solidFill>
              <a:latin typeface="Archivo"/>
              <a:ea typeface="Archivo"/>
              <a:cs typeface="Archivo"/>
              <a:sym typeface="Archivo"/>
            </a:endParaRPr>
          </a:p>
        </p:txBody>
      </p:sp>
      <p:sp>
        <p:nvSpPr>
          <p:cNvPr id="1344" name="Google Shape;1344;p70"/>
          <p:cNvSpPr txBox="1"/>
          <p:nvPr/>
        </p:nvSpPr>
        <p:spPr>
          <a:xfrm>
            <a:off x="3896375" y="3772120"/>
            <a:ext cx="569400" cy="41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a:solidFill>
                  <a:schemeClr val="accent1"/>
                </a:solidFill>
                <a:latin typeface="Archivo"/>
                <a:ea typeface="Archivo"/>
                <a:cs typeface="Archivo"/>
                <a:sym typeface="Archivo"/>
              </a:rPr>
              <a:t>85%</a:t>
            </a:r>
            <a:endParaRPr b="1">
              <a:solidFill>
                <a:schemeClr val="accent1"/>
              </a:solidFill>
              <a:latin typeface="Archivo"/>
              <a:ea typeface="Archivo"/>
              <a:cs typeface="Archivo"/>
              <a:sym typeface="Archivo"/>
            </a:endParaRPr>
          </a:p>
        </p:txBody>
      </p:sp>
      <p:sp>
        <p:nvSpPr>
          <p:cNvPr id="1345" name="Google Shape;1345;p70"/>
          <p:cNvSpPr txBox="1"/>
          <p:nvPr/>
        </p:nvSpPr>
        <p:spPr>
          <a:xfrm>
            <a:off x="720000" y="4187800"/>
            <a:ext cx="933600" cy="41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1"/>
                </a:solidFill>
                <a:latin typeface="Archivo"/>
                <a:ea typeface="Archivo"/>
                <a:cs typeface="Archivo"/>
                <a:sym typeface="Archivo"/>
              </a:rPr>
              <a:t>Ceres</a:t>
            </a:r>
            <a:endParaRPr b="1">
              <a:solidFill>
                <a:schemeClr val="accent1"/>
              </a:solidFill>
              <a:latin typeface="Archivo"/>
              <a:ea typeface="Archivo"/>
              <a:cs typeface="Archivo"/>
              <a:sym typeface="Archivo"/>
            </a:endParaRPr>
          </a:p>
        </p:txBody>
      </p:sp>
      <p:sp>
        <p:nvSpPr>
          <p:cNvPr id="1346" name="Google Shape;1346;p70"/>
          <p:cNvSpPr txBox="1"/>
          <p:nvPr/>
        </p:nvSpPr>
        <p:spPr>
          <a:xfrm>
            <a:off x="3896375" y="4187810"/>
            <a:ext cx="569400" cy="41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a:solidFill>
                  <a:schemeClr val="accent1"/>
                </a:solidFill>
                <a:latin typeface="Archivo"/>
                <a:ea typeface="Archivo"/>
                <a:cs typeface="Archivo"/>
                <a:sym typeface="Archivo"/>
              </a:rPr>
              <a:t>60%</a:t>
            </a:r>
            <a:endParaRPr b="1">
              <a:solidFill>
                <a:schemeClr val="accent1"/>
              </a:solidFill>
              <a:latin typeface="Archivo"/>
              <a:ea typeface="Archivo"/>
              <a:cs typeface="Archivo"/>
              <a:sym typeface="Archivo"/>
            </a:endParaRPr>
          </a:p>
        </p:txBody>
      </p:sp>
      <p:sp>
        <p:nvSpPr>
          <p:cNvPr id="1347" name="Google Shape;1347;p70"/>
          <p:cNvSpPr txBox="1"/>
          <p:nvPr/>
        </p:nvSpPr>
        <p:spPr>
          <a:xfrm>
            <a:off x="5883825" y="2147700"/>
            <a:ext cx="2533500" cy="32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www.yourlinkhere.com</a:t>
            </a:r>
            <a:endParaRPr>
              <a:solidFill>
                <a:schemeClr val="dk1"/>
              </a:solidFill>
              <a:latin typeface="Archivo Light"/>
              <a:ea typeface="Archivo Light"/>
              <a:cs typeface="Archivo Light"/>
              <a:sym typeface="Archivo Light"/>
            </a:endParaRPr>
          </a:p>
        </p:txBody>
      </p:sp>
      <p:sp>
        <p:nvSpPr>
          <p:cNvPr id="1348" name="Google Shape;1348;p70"/>
          <p:cNvSpPr txBox="1"/>
          <p:nvPr/>
        </p:nvSpPr>
        <p:spPr>
          <a:xfrm>
            <a:off x="5883825" y="2563345"/>
            <a:ext cx="2533500" cy="32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www.yourlinkhere.com</a:t>
            </a:r>
            <a:endParaRPr>
              <a:solidFill>
                <a:schemeClr val="dk1"/>
              </a:solidFill>
              <a:latin typeface="Archivo Light"/>
              <a:ea typeface="Archivo Light"/>
              <a:cs typeface="Archivo Light"/>
              <a:sym typeface="Archivo Light"/>
            </a:endParaRPr>
          </a:p>
        </p:txBody>
      </p:sp>
      <p:sp>
        <p:nvSpPr>
          <p:cNvPr id="1349" name="Google Shape;1349;p70"/>
          <p:cNvSpPr txBox="1"/>
          <p:nvPr/>
        </p:nvSpPr>
        <p:spPr>
          <a:xfrm>
            <a:off x="5883825" y="2978992"/>
            <a:ext cx="2533500" cy="32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www.yourlinkhere.com</a:t>
            </a:r>
            <a:endParaRPr>
              <a:solidFill>
                <a:schemeClr val="dk1"/>
              </a:solidFill>
              <a:latin typeface="Archivo Light"/>
              <a:ea typeface="Archivo Light"/>
              <a:cs typeface="Archivo Light"/>
              <a:sym typeface="Archivo Light"/>
            </a:endParaRPr>
          </a:p>
        </p:txBody>
      </p:sp>
      <p:sp>
        <p:nvSpPr>
          <p:cNvPr id="1350" name="Google Shape;1350;p70"/>
          <p:cNvSpPr txBox="1"/>
          <p:nvPr/>
        </p:nvSpPr>
        <p:spPr>
          <a:xfrm>
            <a:off x="5883825" y="3394685"/>
            <a:ext cx="2533500" cy="32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www.yourlinkhere.com</a:t>
            </a:r>
            <a:endParaRPr>
              <a:solidFill>
                <a:schemeClr val="dk1"/>
              </a:solidFill>
              <a:latin typeface="Archivo Light"/>
              <a:ea typeface="Archivo Light"/>
              <a:cs typeface="Archivo Light"/>
              <a:sym typeface="Archivo Light"/>
            </a:endParaRPr>
          </a:p>
        </p:txBody>
      </p:sp>
      <p:sp>
        <p:nvSpPr>
          <p:cNvPr id="1351" name="Google Shape;1351;p70"/>
          <p:cNvSpPr txBox="1"/>
          <p:nvPr/>
        </p:nvSpPr>
        <p:spPr>
          <a:xfrm>
            <a:off x="5883825" y="3810329"/>
            <a:ext cx="2533500" cy="32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www.yourlinkhere.com</a:t>
            </a:r>
            <a:endParaRPr>
              <a:solidFill>
                <a:schemeClr val="dk1"/>
              </a:solidFill>
              <a:latin typeface="Archivo Light"/>
              <a:ea typeface="Archivo Light"/>
              <a:cs typeface="Archivo Light"/>
              <a:sym typeface="Archivo Light"/>
            </a:endParaRPr>
          </a:p>
        </p:txBody>
      </p:sp>
      <p:sp>
        <p:nvSpPr>
          <p:cNvPr id="1352" name="Google Shape;1352;p70"/>
          <p:cNvSpPr txBox="1"/>
          <p:nvPr/>
        </p:nvSpPr>
        <p:spPr>
          <a:xfrm>
            <a:off x="5883825" y="4225975"/>
            <a:ext cx="2533500" cy="32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www.yourlinkhere.com</a:t>
            </a:r>
            <a:endParaRPr>
              <a:solidFill>
                <a:schemeClr val="dk1"/>
              </a:solidFill>
              <a:latin typeface="Archivo Light"/>
              <a:ea typeface="Archivo Light"/>
              <a:cs typeface="Archivo Light"/>
              <a:sym typeface="Archivo Light"/>
            </a:endParaRPr>
          </a:p>
        </p:txBody>
      </p:sp>
      <p:sp>
        <p:nvSpPr>
          <p:cNvPr id="1353" name="Google Shape;1353;p70"/>
          <p:cNvSpPr/>
          <p:nvPr/>
        </p:nvSpPr>
        <p:spPr>
          <a:xfrm>
            <a:off x="4733823" y="2221325"/>
            <a:ext cx="168000" cy="1680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0"/>
          <p:cNvSpPr/>
          <p:nvPr/>
        </p:nvSpPr>
        <p:spPr>
          <a:xfrm>
            <a:off x="5090796" y="2221325"/>
            <a:ext cx="168000" cy="16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0"/>
          <p:cNvSpPr/>
          <p:nvPr/>
        </p:nvSpPr>
        <p:spPr>
          <a:xfrm>
            <a:off x="5447769" y="2221325"/>
            <a:ext cx="168000" cy="168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0"/>
          <p:cNvSpPr/>
          <p:nvPr/>
        </p:nvSpPr>
        <p:spPr>
          <a:xfrm>
            <a:off x="4733823" y="2640425"/>
            <a:ext cx="168000" cy="1680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0"/>
          <p:cNvSpPr/>
          <p:nvPr/>
        </p:nvSpPr>
        <p:spPr>
          <a:xfrm>
            <a:off x="5090796" y="2640425"/>
            <a:ext cx="168000" cy="16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0"/>
          <p:cNvSpPr/>
          <p:nvPr/>
        </p:nvSpPr>
        <p:spPr>
          <a:xfrm>
            <a:off x="5447769" y="2640425"/>
            <a:ext cx="168000" cy="168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0"/>
          <p:cNvSpPr/>
          <p:nvPr/>
        </p:nvSpPr>
        <p:spPr>
          <a:xfrm>
            <a:off x="4733823" y="3059525"/>
            <a:ext cx="168000" cy="1680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0"/>
          <p:cNvSpPr/>
          <p:nvPr/>
        </p:nvSpPr>
        <p:spPr>
          <a:xfrm>
            <a:off x="5090796" y="3059525"/>
            <a:ext cx="168000" cy="16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0"/>
          <p:cNvSpPr/>
          <p:nvPr/>
        </p:nvSpPr>
        <p:spPr>
          <a:xfrm>
            <a:off x="5447769" y="3059525"/>
            <a:ext cx="168000" cy="168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0"/>
          <p:cNvSpPr/>
          <p:nvPr/>
        </p:nvSpPr>
        <p:spPr>
          <a:xfrm>
            <a:off x="4733823" y="3478625"/>
            <a:ext cx="168000" cy="1680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0"/>
          <p:cNvSpPr/>
          <p:nvPr/>
        </p:nvSpPr>
        <p:spPr>
          <a:xfrm>
            <a:off x="5090796" y="3478625"/>
            <a:ext cx="168000" cy="16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0"/>
          <p:cNvSpPr/>
          <p:nvPr/>
        </p:nvSpPr>
        <p:spPr>
          <a:xfrm>
            <a:off x="5447769" y="3478625"/>
            <a:ext cx="168000" cy="168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0"/>
          <p:cNvSpPr/>
          <p:nvPr/>
        </p:nvSpPr>
        <p:spPr>
          <a:xfrm>
            <a:off x="4733823" y="3897725"/>
            <a:ext cx="168000" cy="1680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0"/>
          <p:cNvSpPr/>
          <p:nvPr/>
        </p:nvSpPr>
        <p:spPr>
          <a:xfrm>
            <a:off x="5090796" y="3897725"/>
            <a:ext cx="168000" cy="16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0"/>
          <p:cNvSpPr/>
          <p:nvPr/>
        </p:nvSpPr>
        <p:spPr>
          <a:xfrm>
            <a:off x="5447769" y="3897725"/>
            <a:ext cx="168000" cy="168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0"/>
          <p:cNvSpPr/>
          <p:nvPr/>
        </p:nvSpPr>
        <p:spPr>
          <a:xfrm>
            <a:off x="4733823" y="4316825"/>
            <a:ext cx="168000" cy="1680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0"/>
          <p:cNvSpPr/>
          <p:nvPr/>
        </p:nvSpPr>
        <p:spPr>
          <a:xfrm>
            <a:off x="5090796" y="4316825"/>
            <a:ext cx="168000" cy="16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0"/>
          <p:cNvSpPr/>
          <p:nvPr/>
        </p:nvSpPr>
        <p:spPr>
          <a:xfrm>
            <a:off x="5447769" y="4316825"/>
            <a:ext cx="168000" cy="168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0"/>
          <p:cNvSpPr/>
          <p:nvPr/>
        </p:nvSpPr>
        <p:spPr>
          <a:xfrm>
            <a:off x="1682175" y="3087825"/>
            <a:ext cx="21564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0"/>
          <p:cNvSpPr/>
          <p:nvPr/>
        </p:nvSpPr>
        <p:spPr>
          <a:xfrm>
            <a:off x="1682175" y="3087825"/>
            <a:ext cx="16560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0"/>
          <p:cNvSpPr/>
          <p:nvPr/>
        </p:nvSpPr>
        <p:spPr>
          <a:xfrm>
            <a:off x="1682175" y="2678250"/>
            <a:ext cx="21564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0"/>
          <p:cNvSpPr/>
          <p:nvPr/>
        </p:nvSpPr>
        <p:spPr>
          <a:xfrm>
            <a:off x="1682175" y="2678250"/>
            <a:ext cx="9336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0"/>
          <p:cNvSpPr/>
          <p:nvPr/>
        </p:nvSpPr>
        <p:spPr>
          <a:xfrm>
            <a:off x="1682175" y="2278200"/>
            <a:ext cx="21564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0"/>
          <p:cNvSpPr/>
          <p:nvPr/>
        </p:nvSpPr>
        <p:spPr>
          <a:xfrm>
            <a:off x="1682175" y="2278200"/>
            <a:ext cx="10038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0"/>
          <p:cNvSpPr/>
          <p:nvPr/>
        </p:nvSpPr>
        <p:spPr>
          <a:xfrm>
            <a:off x="1682175" y="4307025"/>
            <a:ext cx="21564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0"/>
          <p:cNvSpPr/>
          <p:nvPr/>
        </p:nvSpPr>
        <p:spPr>
          <a:xfrm>
            <a:off x="1682175" y="4307025"/>
            <a:ext cx="12324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0"/>
          <p:cNvSpPr/>
          <p:nvPr/>
        </p:nvSpPr>
        <p:spPr>
          <a:xfrm>
            <a:off x="1682175" y="3897450"/>
            <a:ext cx="21564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0"/>
          <p:cNvSpPr/>
          <p:nvPr/>
        </p:nvSpPr>
        <p:spPr>
          <a:xfrm>
            <a:off x="1682175" y="3897450"/>
            <a:ext cx="18135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0"/>
          <p:cNvSpPr/>
          <p:nvPr/>
        </p:nvSpPr>
        <p:spPr>
          <a:xfrm>
            <a:off x="1682175" y="3497400"/>
            <a:ext cx="2156400" cy="144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0"/>
          <p:cNvSpPr/>
          <p:nvPr/>
        </p:nvSpPr>
        <p:spPr>
          <a:xfrm>
            <a:off x="1682175" y="3497400"/>
            <a:ext cx="365700" cy="144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0"/>
          <p:cNvSpPr/>
          <p:nvPr/>
        </p:nvSpPr>
        <p:spPr>
          <a:xfrm>
            <a:off x="713225" y="1161650"/>
            <a:ext cx="7704000" cy="3207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Manage progress</a:t>
            </a:r>
            <a:endParaRPr b="1" sz="1800">
              <a:solidFill>
                <a:schemeClr val="lt1"/>
              </a:solidFill>
              <a:latin typeface="Archivo"/>
              <a:ea typeface="Archivo"/>
              <a:cs typeface="Archivo"/>
              <a:sym typeface="Archivo"/>
            </a:endParaRPr>
          </a:p>
        </p:txBody>
      </p:sp>
      <p:sp>
        <p:nvSpPr>
          <p:cNvPr id="1384" name="Google Shape;1384;p70"/>
          <p:cNvSpPr/>
          <p:nvPr/>
        </p:nvSpPr>
        <p:spPr>
          <a:xfrm>
            <a:off x="713225" y="1691500"/>
            <a:ext cx="3815400" cy="3207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Progress</a:t>
            </a:r>
            <a:endParaRPr b="1" sz="1800">
              <a:solidFill>
                <a:schemeClr val="lt1"/>
              </a:solidFill>
              <a:latin typeface="Archivo"/>
              <a:ea typeface="Archivo"/>
              <a:cs typeface="Archivo"/>
              <a:sym typeface="Archivo"/>
            </a:endParaRPr>
          </a:p>
        </p:txBody>
      </p:sp>
      <p:sp>
        <p:nvSpPr>
          <p:cNvPr id="1385" name="Google Shape;1385;p70"/>
          <p:cNvSpPr/>
          <p:nvPr/>
        </p:nvSpPr>
        <p:spPr>
          <a:xfrm>
            <a:off x="4604700" y="1691500"/>
            <a:ext cx="1110300" cy="3207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Status</a:t>
            </a:r>
            <a:endParaRPr b="1" sz="1800">
              <a:solidFill>
                <a:schemeClr val="lt1"/>
              </a:solidFill>
              <a:latin typeface="Archivo"/>
              <a:ea typeface="Archivo"/>
              <a:cs typeface="Archivo"/>
              <a:sym typeface="Archivo"/>
            </a:endParaRPr>
          </a:p>
        </p:txBody>
      </p:sp>
      <p:sp>
        <p:nvSpPr>
          <p:cNvPr id="1386" name="Google Shape;1386;p70"/>
          <p:cNvSpPr/>
          <p:nvPr/>
        </p:nvSpPr>
        <p:spPr>
          <a:xfrm>
            <a:off x="5819775" y="1691500"/>
            <a:ext cx="2597400" cy="3207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Link</a:t>
            </a:r>
            <a:endParaRPr b="1" sz="1800">
              <a:solidFill>
                <a:schemeClr val="lt1"/>
              </a:solidFill>
              <a:latin typeface="Archivo"/>
              <a:ea typeface="Archivo"/>
              <a:cs typeface="Archivo"/>
              <a:sym typeface="Archivo"/>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0" name="Shape 1390"/>
        <p:cNvGrpSpPr/>
        <p:nvPr/>
      </p:nvGrpSpPr>
      <p:grpSpPr>
        <a:xfrm>
          <a:off x="0" y="0"/>
          <a:ext cx="0" cy="0"/>
          <a:chOff x="0" y="0"/>
          <a:chExt cx="0" cy="0"/>
        </a:xfrm>
      </p:grpSpPr>
      <p:sp>
        <p:nvSpPr>
          <p:cNvPr id="1391" name="Google Shape;1391;p7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a:t>
            </a:r>
            <a:r>
              <a:rPr lang="en">
                <a:solidFill>
                  <a:schemeClr val="dk1"/>
                </a:solidFill>
              </a:rPr>
              <a:t>hange management</a:t>
            </a:r>
            <a:r>
              <a:rPr lang="en">
                <a:solidFill>
                  <a:schemeClr val="accent1"/>
                </a:solidFill>
              </a:rPr>
              <a:t> </a:t>
            </a:r>
            <a:r>
              <a:rPr lang="en"/>
              <a:t>strategy &amp; plan</a:t>
            </a:r>
            <a:endParaRPr/>
          </a:p>
        </p:txBody>
      </p:sp>
      <p:graphicFrame>
        <p:nvGraphicFramePr>
          <p:cNvPr id="1392" name="Google Shape;1392;p71"/>
          <p:cNvGraphicFramePr/>
          <p:nvPr/>
        </p:nvGraphicFramePr>
        <p:xfrm>
          <a:off x="622363" y="1155540"/>
          <a:ext cx="3000000" cy="3000000"/>
        </p:xfrm>
        <a:graphic>
          <a:graphicData uri="http://schemas.openxmlformats.org/drawingml/2006/table">
            <a:tbl>
              <a:tblPr>
                <a:noFill/>
                <a:tableStyleId>{D6CBFD61-9CC1-4848-B8E2-E103B36D63B7}</a:tableStyleId>
              </a:tblPr>
              <a:tblGrid>
                <a:gridCol w="1037200"/>
                <a:gridCol w="1227025"/>
                <a:gridCol w="1282325"/>
                <a:gridCol w="1272150"/>
                <a:gridCol w="1281700"/>
                <a:gridCol w="1242225"/>
                <a:gridCol w="556650"/>
              </a:tblGrid>
              <a:tr h="375500">
                <a:tc gridSpan="6">
                  <a:txBody>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Size of the change </a:t>
                      </a:r>
                      <a:endParaRPr b="1" sz="1200">
                        <a:solidFill>
                          <a:schemeClr val="accent1"/>
                        </a:solidFill>
                        <a:latin typeface="Archivo"/>
                        <a:ea typeface="Archivo"/>
                        <a:cs typeface="Archivo"/>
                        <a:sym typeface="Archivo"/>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hMerge="1"/>
                <a:tc hMerge="1"/>
                <a:tc hMerge="1"/>
                <a:tc hMerge="1"/>
                <a:tc rowSpan="7">
                  <a:txBody>
                    <a:bodyPr/>
                    <a:lstStyle/>
                    <a:p>
                      <a:pPr indent="0" lvl="0" marL="0" rtl="0" algn="l">
                        <a:spcBef>
                          <a:spcPts val="0"/>
                        </a:spcBef>
                        <a:spcAft>
                          <a:spcPts val="0"/>
                        </a:spcAft>
                        <a:buNone/>
                      </a:pPr>
                      <a:r>
                        <a:t/>
                      </a:r>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505075">
                <a:tc>
                  <a:txBody>
                    <a:bodyPr/>
                    <a:lstStyle/>
                    <a:p>
                      <a:pPr indent="0" lvl="0" marL="0" rtl="0" algn="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Extreme</a:t>
                      </a:r>
                      <a:endParaRPr b="1">
                        <a:solidFill>
                          <a:schemeClr val="accent1"/>
                        </a:solidFill>
                        <a:latin typeface="Archivo"/>
                        <a:ea typeface="Archivo"/>
                        <a:cs typeface="Archivo"/>
                        <a:sym typeface="Archivo"/>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Insert name of the change</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Archivo Light"/>
                          <a:ea typeface="Archivo Light"/>
                          <a:cs typeface="Archivo Light"/>
                          <a:sym typeface="Archivo Light"/>
                        </a:rPr>
                        <a:t>Insert name of the change</a:t>
                      </a:r>
                      <a:endParaRPr>
                        <a:solidFill>
                          <a:schemeClr val="lt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Archivo Light"/>
                          <a:ea typeface="Archivo Light"/>
                          <a:cs typeface="Archivo Light"/>
                          <a:sym typeface="Archivo Light"/>
                        </a:rPr>
                        <a:t>Insert name of the change</a:t>
                      </a:r>
                      <a:endParaRPr>
                        <a:solidFill>
                          <a:schemeClr val="lt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vMerge="1"/>
              </a:tr>
              <a:tr h="536250">
                <a:tc>
                  <a:txBody>
                    <a:bodyPr/>
                    <a:lstStyle/>
                    <a:p>
                      <a:pPr indent="0" lvl="0" marL="0" rtl="0" algn="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High</a:t>
                      </a:r>
                      <a:endParaRPr b="1">
                        <a:solidFill>
                          <a:schemeClr val="accent1"/>
                        </a:solidFill>
                        <a:latin typeface="Archivo"/>
                        <a:ea typeface="Archivo"/>
                        <a:cs typeface="Archivo"/>
                        <a:sym typeface="Archivo"/>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Archivo Light"/>
                          <a:ea typeface="Archivo Light"/>
                          <a:cs typeface="Archivo Light"/>
                          <a:sym typeface="Archivo Light"/>
                        </a:rPr>
                        <a:t>Insert name of the change</a:t>
                      </a:r>
                      <a:endParaRPr>
                        <a:solidFill>
                          <a:schemeClr val="lt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Archivo Light"/>
                          <a:ea typeface="Archivo Light"/>
                          <a:cs typeface="Archivo Light"/>
                          <a:sym typeface="Archivo Light"/>
                        </a:rPr>
                        <a:t>Insert name of the change</a:t>
                      </a:r>
                      <a:endParaRPr>
                        <a:solidFill>
                          <a:schemeClr val="lt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Archivo Light"/>
                          <a:ea typeface="Archivo Light"/>
                          <a:cs typeface="Archivo Light"/>
                          <a:sym typeface="Archivo Light"/>
                        </a:rPr>
                        <a:t>Insert name of the change</a:t>
                      </a:r>
                      <a:endParaRPr>
                        <a:solidFill>
                          <a:schemeClr val="lt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vMerge="1"/>
              </a:tr>
              <a:tr h="536225">
                <a:tc>
                  <a:txBody>
                    <a:bodyPr/>
                    <a:lstStyle/>
                    <a:p>
                      <a:pPr indent="0" lvl="0" marL="0" rtl="0" algn="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Medium</a:t>
                      </a:r>
                      <a:endParaRPr b="1">
                        <a:solidFill>
                          <a:schemeClr val="accent1"/>
                        </a:solidFill>
                        <a:latin typeface="Archivo"/>
                        <a:ea typeface="Archivo"/>
                        <a:cs typeface="Archivo"/>
                        <a:sym typeface="Archivo"/>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Archivo Light"/>
                          <a:ea typeface="Archivo Light"/>
                          <a:cs typeface="Archivo Light"/>
                          <a:sym typeface="Archivo Light"/>
                        </a:rPr>
                        <a:t>Insert name of the change</a:t>
                      </a:r>
                      <a:endParaRPr>
                        <a:solidFill>
                          <a:schemeClr val="lt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vMerge="1"/>
              </a:tr>
              <a:tr h="534875">
                <a:tc>
                  <a:txBody>
                    <a:bodyPr/>
                    <a:lstStyle/>
                    <a:p>
                      <a:pPr indent="0" lvl="0" marL="0" rtl="0" algn="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Moderate</a:t>
                      </a:r>
                      <a:endParaRPr b="1">
                        <a:solidFill>
                          <a:schemeClr val="accent1"/>
                        </a:solidFill>
                        <a:latin typeface="Archivo"/>
                        <a:ea typeface="Archivo"/>
                        <a:cs typeface="Archivo"/>
                        <a:sym typeface="Archivo"/>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vMerge="1"/>
              </a:tr>
              <a:tr h="504200">
                <a:tc>
                  <a:txBody>
                    <a:bodyPr/>
                    <a:lstStyle/>
                    <a:p>
                      <a:pPr indent="0" lvl="0" marL="0" rtl="0" algn="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Low</a:t>
                      </a:r>
                      <a:endParaRPr b="1">
                        <a:solidFill>
                          <a:schemeClr val="accent1"/>
                        </a:solidFill>
                        <a:latin typeface="Archivo"/>
                        <a:ea typeface="Archivo"/>
                        <a:cs typeface="Archivo"/>
                        <a:sym typeface="Archivo"/>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Archivo Light"/>
                        <a:ea typeface="Archivo Light"/>
                        <a:cs typeface="Archivo Light"/>
                        <a:sym typeface="Archivo Light"/>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vMerge="1"/>
              </a:tr>
              <a:tr h="426725">
                <a:tc>
                  <a:txBody>
                    <a:bodyPr/>
                    <a:lstStyle/>
                    <a:p>
                      <a:pPr indent="0" lvl="0" marL="0" rtl="0" algn="l">
                        <a:spcBef>
                          <a:spcPts val="0"/>
                        </a:spcBef>
                        <a:spcAft>
                          <a:spcPts val="0"/>
                        </a:spcAft>
                        <a:buNone/>
                      </a:pPr>
                      <a:r>
                        <a:t/>
                      </a:r>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1 team impacted</a:t>
                      </a:r>
                      <a:endParaRPr b="1">
                        <a:solidFill>
                          <a:schemeClr val="accent1"/>
                        </a:solidFill>
                        <a:latin typeface="Archivo"/>
                        <a:ea typeface="Archivo"/>
                        <a:cs typeface="Archivo"/>
                        <a:sym typeface="Archiv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1 business unit</a:t>
                      </a:r>
                      <a:endParaRPr b="1">
                        <a:solidFill>
                          <a:schemeClr val="accent1"/>
                        </a:solidFill>
                        <a:latin typeface="Archivo"/>
                        <a:ea typeface="Archivo"/>
                        <a:cs typeface="Archivo"/>
                        <a:sym typeface="Archiv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1 division</a:t>
                      </a:r>
                      <a:endParaRPr b="1">
                        <a:solidFill>
                          <a:schemeClr val="accent1"/>
                        </a:solidFill>
                        <a:latin typeface="Archivo"/>
                        <a:ea typeface="Archivo"/>
                        <a:cs typeface="Archivo"/>
                        <a:sym typeface="Archiv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1"/>
                          </a:solidFill>
                          <a:latin typeface="Archivo"/>
                          <a:ea typeface="Archivo"/>
                          <a:cs typeface="Archivo"/>
                          <a:sym typeface="Archivo"/>
                        </a:rPr>
                        <a:t>H</a:t>
                      </a:r>
                      <a:r>
                        <a:rPr b="1" lang="en">
                          <a:solidFill>
                            <a:schemeClr val="accent1"/>
                          </a:solidFill>
                          <a:latin typeface="Archivo"/>
                          <a:ea typeface="Archivo"/>
                          <a:cs typeface="Archivo"/>
                          <a:sym typeface="Archivo"/>
                        </a:rPr>
                        <a:t>alf company</a:t>
                      </a:r>
                      <a:endParaRPr b="1">
                        <a:solidFill>
                          <a:schemeClr val="accent1"/>
                        </a:solidFill>
                        <a:latin typeface="Archivo"/>
                        <a:ea typeface="Archivo"/>
                        <a:cs typeface="Archivo"/>
                        <a:sym typeface="Archiv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Font typeface="Arial"/>
                        <a:buNone/>
                      </a:pPr>
                      <a:r>
                        <a:rPr b="1" lang="en">
                          <a:solidFill>
                            <a:schemeClr val="accent1"/>
                          </a:solidFill>
                          <a:latin typeface="Archivo"/>
                          <a:ea typeface="Archivo"/>
                          <a:cs typeface="Archivo"/>
                          <a:sym typeface="Archivo"/>
                        </a:rPr>
                        <a:t>E</a:t>
                      </a:r>
                      <a:r>
                        <a:rPr b="1" lang="en">
                          <a:solidFill>
                            <a:schemeClr val="accent1"/>
                          </a:solidFill>
                          <a:latin typeface="Archivo"/>
                          <a:ea typeface="Archivo"/>
                          <a:cs typeface="Archivo"/>
                          <a:sym typeface="Archivo"/>
                        </a:rPr>
                        <a:t>xtreme</a:t>
                      </a:r>
                      <a:endParaRPr b="1">
                        <a:solidFill>
                          <a:schemeClr val="accent1"/>
                        </a:solidFill>
                        <a:latin typeface="Archivo"/>
                        <a:ea typeface="Archivo"/>
                        <a:cs typeface="Archivo"/>
                        <a:sym typeface="Archiv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vMerge="1"/>
              </a:tr>
            </a:tbl>
          </a:graphicData>
        </a:graphic>
      </p:graphicFrame>
      <p:sp>
        <p:nvSpPr>
          <p:cNvPr id="1393" name="Google Shape;1393;p71"/>
          <p:cNvSpPr/>
          <p:nvPr/>
        </p:nvSpPr>
        <p:spPr>
          <a:xfrm rot="5400000">
            <a:off x="6958300" y="2910926"/>
            <a:ext cx="2551800" cy="322500"/>
          </a:xfrm>
          <a:prstGeom prst="rect">
            <a:avLst/>
          </a:prstGeom>
          <a:noFill/>
          <a:ln>
            <a:noFill/>
          </a:ln>
        </p:spPr>
        <p:txBody>
          <a:bodyPr anchorCtr="0" anchor="ctr" bIns="88900" lIns="180975" spcFirstLastPara="1" rIns="180975" wrap="square" tIns="88900">
            <a:noAutofit/>
          </a:bodyPr>
          <a:lstStyle/>
          <a:p>
            <a:pPr indent="0" lvl="0" marL="0" marR="0" rtl="0" algn="ctr">
              <a:spcBef>
                <a:spcPts val="0"/>
              </a:spcBef>
              <a:spcAft>
                <a:spcPts val="0"/>
              </a:spcAft>
              <a:buNone/>
            </a:pPr>
            <a:r>
              <a:rPr b="1" lang="en">
                <a:solidFill>
                  <a:schemeClr val="accent1"/>
                </a:solidFill>
                <a:latin typeface="Archivo"/>
                <a:ea typeface="Archivo"/>
                <a:cs typeface="Archivo"/>
                <a:sym typeface="Archivo"/>
              </a:rPr>
              <a:t>Complexity of the change</a:t>
            </a:r>
            <a:endParaRPr b="1">
              <a:solidFill>
                <a:schemeClr val="accent1"/>
              </a:solidFill>
              <a:latin typeface="Archivo"/>
              <a:ea typeface="Archivo"/>
              <a:cs typeface="Archivo"/>
              <a:sym typeface="Archivo"/>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7" name="Shape 1397"/>
        <p:cNvGrpSpPr/>
        <p:nvPr/>
      </p:nvGrpSpPr>
      <p:grpSpPr>
        <a:xfrm>
          <a:off x="0" y="0"/>
          <a:ext cx="0" cy="0"/>
          <a:chOff x="0" y="0"/>
          <a:chExt cx="0" cy="0"/>
        </a:xfrm>
      </p:grpSpPr>
      <p:sp>
        <p:nvSpPr>
          <p:cNvPr id="1398" name="Google Shape;1398;p72"/>
          <p:cNvSpPr/>
          <p:nvPr/>
        </p:nvSpPr>
        <p:spPr>
          <a:xfrm>
            <a:off x="1924688" y="3899488"/>
            <a:ext cx="4572600" cy="523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2"/>
          <p:cNvSpPr/>
          <p:nvPr/>
        </p:nvSpPr>
        <p:spPr>
          <a:xfrm>
            <a:off x="792113" y="3424363"/>
            <a:ext cx="951300" cy="9513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2"/>
          <p:cNvSpPr txBox="1"/>
          <p:nvPr>
            <p:ph type="title"/>
          </p:nvPr>
        </p:nvSpPr>
        <p:spPr>
          <a:xfrm>
            <a:off x="2124338" y="3281950"/>
            <a:ext cx="4229700" cy="57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I</a:t>
            </a:r>
            <a:r>
              <a:rPr lang="en">
                <a:solidFill>
                  <a:schemeClr val="dk1"/>
                </a:solidFill>
              </a:rPr>
              <a:t>mplementing</a:t>
            </a:r>
            <a:r>
              <a:rPr lang="en"/>
              <a:t> changes</a:t>
            </a:r>
            <a:endParaRPr/>
          </a:p>
        </p:txBody>
      </p:sp>
      <p:sp>
        <p:nvSpPr>
          <p:cNvPr id="1401" name="Google Shape;1401;p72"/>
          <p:cNvSpPr txBox="1"/>
          <p:nvPr>
            <p:ph idx="1" type="subTitle"/>
          </p:nvPr>
        </p:nvSpPr>
        <p:spPr>
          <a:xfrm>
            <a:off x="2124338" y="3954400"/>
            <a:ext cx="4229700" cy="41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402" name="Google Shape;1402;p72"/>
          <p:cNvSpPr txBox="1"/>
          <p:nvPr>
            <p:ph idx="2" type="title"/>
          </p:nvPr>
        </p:nvSpPr>
        <p:spPr>
          <a:xfrm>
            <a:off x="713213" y="3574813"/>
            <a:ext cx="1109100" cy="65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6" name="Shape 1406"/>
        <p:cNvGrpSpPr/>
        <p:nvPr/>
      </p:nvGrpSpPr>
      <p:grpSpPr>
        <a:xfrm>
          <a:off x="0" y="0"/>
          <a:ext cx="0" cy="0"/>
          <a:chOff x="0" y="0"/>
          <a:chExt cx="0" cy="0"/>
        </a:xfrm>
      </p:grpSpPr>
      <p:sp>
        <p:nvSpPr>
          <p:cNvPr id="1407" name="Google Shape;1407;p7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ales and </a:t>
            </a:r>
            <a:r>
              <a:rPr lang="en"/>
              <a:t>strategy plan</a:t>
            </a:r>
            <a:endParaRPr/>
          </a:p>
        </p:txBody>
      </p:sp>
      <p:cxnSp>
        <p:nvCxnSpPr>
          <p:cNvPr id="1408" name="Google Shape;1408;p73"/>
          <p:cNvCxnSpPr>
            <a:stCxn id="1409" idx="3"/>
            <a:endCxn id="1410" idx="1"/>
          </p:cNvCxnSpPr>
          <p:nvPr/>
        </p:nvCxnSpPr>
        <p:spPr>
          <a:xfrm>
            <a:off x="3191728" y="2445200"/>
            <a:ext cx="369600" cy="600"/>
          </a:xfrm>
          <a:prstGeom prst="bentConnector3">
            <a:avLst>
              <a:gd fmla="val 50017" name="adj1"/>
            </a:avLst>
          </a:prstGeom>
          <a:noFill/>
          <a:ln cap="flat" cmpd="sng" w="9525">
            <a:solidFill>
              <a:schemeClr val="dk1"/>
            </a:solidFill>
            <a:prstDash val="solid"/>
            <a:round/>
            <a:headEnd len="med" w="med" type="none"/>
            <a:tailEnd len="med" w="med" type="none"/>
          </a:ln>
        </p:spPr>
      </p:cxnSp>
      <p:cxnSp>
        <p:nvCxnSpPr>
          <p:cNvPr id="1411" name="Google Shape;1411;p73"/>
          <p:cNvCxnSpPr>
            <a:stCxn id="1410" idx="3"/>
            <a:endCxn id="1412" idx="1"/>
          </p:cNvCxnSpPr>
          <p:nvPr/>
        </p:nvCxnSpPr>
        <p:spPr>
          <a:xfrm>
            <a:off x="5582553" y="2445200"/>
            <a:ext cx="369600" cy="600"/>
          </a:xfrm>
          <a:prstGeom prst="bentConnector3">
            <a:avLst>
              <a:gd fmla="val 50017" name="adj1"/>
            </a:avLst>
          </a:prstGeom>
          <a:noFill/>
          <a:ln cap="flat" cmpd="sng" w="9525">
            <a:solidFill>
              <a:schemeClr val="dk1"/>
            </a:solidFill>
            <a:prstDash val="solid"/>
            <a:round/>
            <a:headEnd len="med" w="med" type="none"/>
            <a:tailEnd len="med" w="med" type="none"/>
          </a:ln>
        </p:spPr>
      </p:cxnSp>
      <p:cxnSp>
        <p:nvCxnSpPr>
          <p:cNvPr id="1413" name="Google Shape;1413;p73"/>
          <p:cNvCxnSpPr>
            <a:stCxn id="1412" idx="3"/>
            <a:endCxn id="1414" idx="3"/>
          </p:cNvCxnSpPr>
          <p:nvPr/>
        </p:nvCxnSpPr>
        <p:spPr>
          <a:xfrm flipH="1">
            <a:off x="6777878" y="2445200"/>
            <a:ext cx="1195500" cy="1442100"/>
          </a:xfrm>
          <a:prstGeom prst="bentConnector3">
            <a:avLst>
              <a:gd fmla="val -19918" name="adj1"/>
            </a:avLst>
          </a:prstGeom>
          <a:noFill/>
          <a:ln cap="flat" cmpd="sng" w="9525">
            <a:solidFill>
              <a:schemeClr val="dk1"/>
            </a:solidFill>
            <a:prstDash val="solid"/>
            <a:round/>
            <a:headEnd len="med" w="med" type="none"/>
            <a:tailEnd len="med" w="med" type="none"/>
          </a:ln>
        </p:spPr>
      </p:cxnSp>
      <p:cxnSp>
        <p:nvCxnSpPr>
          <p:cNvPr id="1415" name="Google Shape;1415;p73"/>
          <p:cNvCxnSpPr>
            <a:stCxn id="1414" idx="1"/>
            <a:endCxn id="1416" idx="3"/>
          </p:cNvCxnSpPr>
          <p:nvPr/>
        </p:nvCxnSpPr>
        <p:spPr>
          <a:xfrm flipH="1">
            <a:off x="4387028" y="3887200"/>
            <a:ext cx="369900" cy="600"/>
          </a:xfrm>
          <a:prstGeom prst="bentConnector3">
            <a:avLst>
              <a:gd fmla="val 49993" name="adj1"/>
            </a:avLst>
          </a:prstGeom>
          <a:noFill/>
          <a:ln cap="flat" cmpd="sng" w="9525">
            <a:solidFill>
              <a:schemeClr val="dk1"/>
            </a:solidFill>
            <a:prstDash val="solid"/>
            <a:round/>
            <a:headEnd len="med" w="med" type="none"/>
            <a:tailEnd len="med" w="med" type="none"/>
          </a:ln>
        </p:spPr>
      </p:cxnSp>
      <p:cxnSp>
        <p:nvCxnSpPr>
          <p:cNvPr id="1417" name="Google Shape;1417;p73"/>
          <p:cNvCxnSpPr>
            <a:stCxn id="1416" idx="1"/>
            <a:endCxn id="1409" idx="1"/>
          </p:cNvCxnSpPr>
          <p:nvPr/>
        </p:nvCxnSpPr>
        <p:spPr>
          <a:xfrm rot="10800000">
            <a:off x="1170478" y="2445100"/>
            <a:ext cx="1195500" cy="1442100"/>
          </a:xfrm>
          <a:prstGeom prst="bentConnector3">
            <a:avLst>
              <a:gd fmla="val 119906" name="adj1"/>
            </a:avLst>
          </a:prstGeom>
          <a:noFill/>
          <a:ln cap="flat" cmpd="sng" w="9525">
            <a:solidFill>
              <a:schemeClr val="dk1"/>
            </a:solidFill>
            <a:prstDash val="solid"/>
            <a:round/>
            <a:headEnd len="med" w="med" type="none"/>
            <a:tailEnd len="med" w="med" type="triangle"/>
          </a:ln>
        </p:spPr>
      </p:cxnSp>
      <p:cxnSp>
        <p:nvCxnSpPr>
          <p:cNvPr id="1418" name="Google Shape;1418;p73"/>
          <p:cNvCxnSpPr>
            <a:stCxn id="1419" idx="4"/>
            <a:endCxn id="1409" idx="0"/>
          </p:cNvCxnSpPr>
          <p:nvPr/>
        </p:nvCxnSpPr>
        <p:spPr>
          <a:xfrm>
            <a:off x="2181178" y="2061050"/>
            <a:ext cx="0" cy="152400"/>
          </a:xfrm>
          <a:prstGeom prst="straightConnector1">
            <a:avLst/>
          </a:prstGeom>
          <a:noFill/>
          <a:ln cap="flat" cmpd="sng" w="9525">
            <a:solidFill>
              <a:schemeClr val="dk1"/>
            </a:solidFill>
            <a:prstDash val="solid"/>
            <a:round/>
            <a:headEnd len="med" w="med" type="none"/>
            <a:tailEnd len="med" w="med" type="none"/>
          </a:ln>
        </p:spPr>
      </p:cxnSp>
      <p:cxnSp>
        <p:nvCxnSpPr>
          <p:cNvPr id="1420" name="Google Shape;1420;p73"/>
          <p:cNvCxnSpPr>
            <a:stCxn id="1421" idx="4"/>
            <a:endCxn id="1410" idx="0"/>
          </p:cNvCxnSpPr>
          <p:nvPr/>
        </p:nvCxnSpPr>
        <p:spPr>
          <a:xfrm>
            <a:off x="4572003" y="2061050"/>
            <a:ext cx="0" cy="152400"/>
          </a:xfrm>
          <a:prstGeom prst="straightConnector1">
            <a:avLst/>
          </a:prstGeom>
          <a:noFill/>
          <a:ln cap="flat" cmpd="sng" w="9525">
            <a:solidFill>
              <a:schemeClr val="dk1"/>
            </a:solidFill>
            <a:prstDash val="solid"/>
            <a:round/>
            <a:headEnd len="med" w="med" type="none"/>
            <a:tailEnd len="med" w="med" type="none"/>
          </a:ln>
        </p:spPr>
      </p:cxnSp>
      <p:cxnSp>
        <p:nvCxnSpPr>
          <p:cNvPr id="1422" name="Google Shape;1422;p73"/>
          <p:cNvCxnSpPr>
            <a:stCxn id="1423" idx="4"/>
            <a:endCxn id="1412" idx="0"/>
          </p:cNvCxnSpPr>
          <p:nvPr/>
        </p:nvCxnSpPr>
        <p:spPr>
          <a:xfrm>
            <a:off x="6962828" y="2061050"/>
            <a:ext cx="0" cy="152400"/>
          </a:xfrm>
          <a:prstGeom prst="straightConnector1">
            <a:avLst/>
          </a:prstGeom>
          <a:noFill/>
          <a:ln cap="flat" cmpd="sng" w="9525">
            <a:solidFill>
              <a:schemeClr val="dk1"/>
            </a:solidFill>
            <a:prstDash val="solid"/>
            <a:round/>
            <a:headEnd len="med" w="med" type="none"/>
            <a:tailEnd len="med" w="med" type="none"/>
          </a:ln>
        </p:spPr>
      </p:cxnSp>
      <p:cxnSp>
        <p:nvCxnSpPr>
          <p:cNvPr id="1424" name="Google Shape;1424;p73"/>
          <p:cNvCxnSpPr>
            <a:stCxn id="1425" idx="4"/>
            <a:endCxn id="1414" idx="0"/>
          </p:cNvCxnSpPr>
          <p:nvPr/>
        </p:nvCxnSpPr>
        <p:spPr>
          <a:xfrm>
            <a:off x="5767353" y="3504600"/>
            <a:ext cx="0" cy="150900"/>
          </a:xfrm>
          <a:prstGeom prst="straightConnector1">
            <a:avLst/>
          </a:prstGeom>
          <a:noFill/>
          <a:ln cap="flat" cmpd="sng" w="9525">
            <a:solidFill>
              <a:schemeClr val="dk1"/>
            </a:solidFill>
            <a:prstDash val="solid"/>
            <a:round/>
            <a:headEnd len="med" w="med" type="none"/>
            <a:tailEnd len="med" w="med" type="none"/>
          </a:ln>
        </p:spPr>
      </p:cxnSp>
      <p:cxnSp>
        <p:nvCxnSpPr>
          <p:cNvPr id="1426" name="Google Shape;1426;p73"/>
          <p:cNvCxnSpPr>
            <a:stCxn id="1427" idx="4"/>
            <a:endCxn id="1416" idx="0"/>
          </p:cNvCxnSpPr>
          <p:nvPr/>
        </p:nvCxnSpPr>
        <p:spPr>
          <a:xfrm>
            <a:off x="3376653" y="3504600"/>
            <a:ext cx="0" cy="150900"/>
          </a:xfrm>
          <a:prstGeom prst="straightConnector1">
            <a:avLst/>
          </a:prstGeom>
          <a:noFill/>
          <a:ln cap="flat" cmpd="sng" w="9525">
            <a:solidFill>
              <a:schemeClr val="dk1"/>
            </a:solidFill>
            <a:prstDash val="solid"/>
            <a:round/>
            <a:headEnd len="med" w="med" type="none"/>
            <a:tailEnd len="med" w="med" type="none"/>
          </a:ln>
        </p:spPr>
      </p:cxnSp>
      <p:sp>
        <p:nvSpPr>
          <p:cNvPr id="1409" name="Google Shape;1409;p73"/>
          <p:cNvSpPr/>
          <p:nvPr/>
        </p:nvSpPr>
        <p:spPr>
          <a:xfrm>
            <a:off x="1170628" y="2213450"/>
            <a:ext cx="2021100" cy="463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I</a:t>
            </a:r>
            <a:r>
              <a:rPr b="1" lang="en">
                <a:solidFill>
                  <a:schemeClr val="lt1"/>
                </a:solidFill>
                <a:latin typeface="Archivo"/>
                <a:ea typeface="Archivo"/>
                <a:cs typeface="Archivo"/>
                <a:sym typeface="Archivo"/>
              </a:rPr>
              <a:t>mplementation</a:t>
            </a:r>
            <a:endParaRPr b="1">
              <a:solidFill>
                <a:schemeClr val="lt1"/>
              </a:solidFill>
              <a:latin typeface="Archivo"/>
              <a:ea typeface="Archivo"/>
              <a:cs typeface="Archivo"/>
              <a:sym typeface="Archivo"/>
            </a:endParaRPr>
          </a:p>
        </p:txBody>
      </p:sp>
      <p:sp>
        <p:nvSpPr>
          <p:cNvPr id="1419" name="Google Shape;1419;p73"/>
          <p:cNvSpPr/>
          <p:nvPr/>
        </p:nvSpPr>
        <p:spPr>
          <a:xfrm>
            <a:off x="1815328" y="132935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lt1"/>
                </a:solidFill>
                <a:latin typeface="Archivo"/>
                <a:ea typeface="Archivo"/>
                <a:cs typeface="Archivo"/>
                <a:sym typeface="Archivo"/>
              </a:rPr>
              <a:t>01</a:t>
            </a:r>
            <a:endParaRPr b="1" sz="2000">
              <a:solidFill>
                <a:schemeClr val="lt1"/>
              </a:solidFill>
              <a:latin typeface="Archivo"/>
              <a:ea typeface="Archivo"/>
              <a:cs typeface="Archivo"/>
              <a:sym typeface="Archivo"/>
            </a:endParaRPr>
          </a:p>
        </p:txBody>
      </p:sp>
      <p:sp>
        <p:nvSpPr>
          <p:cNvPr id="1410" name="Google Shape;1410;p73"/>
          <p:cNvSpPr/>
          <p:nvPr/>
        </p:nvSpPr>
        <p:spPr>
          <a:xfrm>
            <a:off x="3561453" y="2213450"/>
            <a:ext cx="2021100" cy="463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I</a:t>
            </a:r>
            <a:r>
              <a:rPr b="1" lang="en">
                <a:solidFill>
                  <a:schemeClr val="lt1"/>
                </a:solidFill>
                <a:latin typeface="Archivo"/>
                <a:ea typeface="Archivo"/>
                <a:cs typeface="Archivo"/>
                <a:sym typeface="Archivo"/>
              </a:rPr>
              <a:t>nternal analysis</a:t>
            </a:r>
            <a:endParaRPr b="1">
              <a:solidFill>
                <a:schemeClr val="lt1"/>
              </a:solidFill>
              <a:latin typeface="Archivo"/>
              <a:ea typeface="Archivo"/>
              <a:cs typeface="Archivo"/>
              <a:sym typeface="Archivo"/>
            </a:endParaRPr>
          </a:p>
        </p:txBody>
      </p:sp>
      <p:sp>
        <p:nvSpPr>
          <p:cNvPr id="1412" name="Google Shape;1412;p73"/>
          <p:cNvSpPr/>
          <p:nvPr/>
        </p:nvSpPr>
        <p:spPr>
          <a:xfrm>
            <a:off x="5952278" y="2213450"/>
            <a:ext cx="2021100" cy="463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E</a:t>
            </a:r>
            <a:r>
              <a:rPr b="1" lang="en">
                <a:solidFill>
                  <a:schemeClr val="lt1"/>
                </a:solidFill>
                <a:latin typeface="Archivo"/>
                <a:ea typeface="Archivo"/>
                <a:cs typeface="Archivo"/>
                <a:sym typeface="Archivo"/>
              </a:rPr>
              <a:t>xternal analysis</a:t>
            </a:r>
            <a:endParaRPr b="1">
              <a:solidFill>
                <a:schemeClr val="lt1"/>
              </a:solidFill>
              <a:latin typeface="Archivo"/>
              <a:ea typeface="Archivo"/>
              <a:cs typeface="Archivo"/>
              <a:sym typeface="Archivo"/>
            </a:endParaRPr>
          </a:p>
        </p:txBody>
      </p:sp>
      <p:sp>
        <p:nvSpPr>
          <p:cNvPr id="1416" name="Google Shape;1416;p73"/>
          <p:cNvSpPr/>
          <p:nvPr/>
        </p:nvSpPr>
        <p:spPr>
          <a:xfrm>
            <a:off x="2365978" y="3655450"/>
            <a:ext cx="2021100" cy="463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S</a:t>
            </a:r>
            <a:r>
              <a:rPr b="1" lang="en">
                <a:solidFill>
                  <a:schemeClr val="lt1"/>
                </a:solidFill>
                <a:latin typeface="Archivo"/>
                <a:ea typeface="Archivo"/>
                <a:cs typeface="Archivo"/>
                <a:sym typeface="Archivo"/>
              </a:rPr>
              <a:t>ales plan</a:t>
            </a:r>
            <a:endParaRPr b="1">
              <a:solidFill>
                <a:schemeClr val="lt1"/>
              </a:solidFill>
              <a:latin typeface="Archivo"/>
              <a:ea typeface="Archivo"/>
              <a:cs typeface="Archivo"/>
              <a:sym typeface="Archivo"/>
            </a:endParaRPr>
          </a:p>
        </p:txBody>
      </p:sp>
      <p:sp>
        <p:nvSpPr>
          <p:cNvPr id="1414" name="Google Shape;1414;p73"/>
          <p:cNvSpPr/>
          <p:nvPr/>
        </p:nvSpPr>
        <p:spPr>
          <a:xfrm>
            <a:off x="4756928" y="3655450"/>
            <a:ext cx="2021100" cy="4635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S</a:t>
            </a:r>
            <a:r>
              <a:rPr b="1" lang="en">
                <a:solidFill>
                  <a:schemeClr val="lt1"/>
                </a:solidFill>
                <a:latin typeface="Archivo"/>
                <a:ea typeface="Archivo"/>
                <a:cs typeface="Archivo"/>
                <a:sym typeface="Archivo"/>
              </a:rPr>
              <a:t>ales strategy</a:t>
            </a:r>
            <a:endParaRPr b="1">
              <a:solidFill>
                <a:schemeClr val="lt1"/>
              </a:solidFill>
              <a:latin typeface="Archivo"/>
              <a:ea typeface="Archivo"/>
              <a:cs typeface="Archivo"/>
              <a:sym typeface="Archivo"/>
            </a:endParaRPr>
          </a:p>
        </p:txBody>
      </p:sp>
      <p:sp>
        <p:nvSpPr>
          <p:cNvPr id="1421" name="Google Shape;1421;p73"/>
          <p:cNvSpPr/>
          <p:nvPr/>
        </p:nvSpPr>
        <p:spPr>
          <a:xfrm>
            <a:off x="4206153" y="132935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lt1"/>
                </a:solidFill>
                <a:latin typeface="Archivo"/>
                <a:ea typeface="Archivo"/>
                <a:cs typeface="Archivo"/>
                <a:sym typeface="Archivo"/>
              </a:rPr>
              <a:t>02</a:t>
            </a:r>
            <a:endParaRPr b="1" sz="2000">
              <a:solidFill>
                <a:schemeClr val="lt1"/>
              </a:solidFill>
              <a:latin typeface="Archivo"/>
              <a:ea typeface="Archivo"/>
              <a:cs typeface="Archivo"/>
              <a:sym typeface="Archivo"/>
            </a:endParaRPr>
          </a:p>
        </p:txBody>
      </p:sp>
      <p:sp>
        <p:nvSpPr>
          <p:cNvPr id="1423" name="Google Shape;1423;p73"/>
          <p:cNvSpPr/>
          <p:nvPr/>
        </p:nvSpPr>
        <p:spPr>
          <a:xfrm>
            <a:off x="6596978" y="132935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lt1"/>
                </a:solidFill>
                <a:latin typeface="Archivo"/>
                <a:ea typeface="Archivo"/>
                <a:cs typeface="Archivo"/>
                <a:sym typeface="Archivo"/>
              </a:rPr>
              <a:t>03</a:t>
            </a:r>
            <a:endParaRPr b="1" sz="2000">
              <a:solidFill>
                <a:schemeClr val="lt1"/>
              </a:solidFill>
              <a:latin typeface="Archivo"/>
              <a:ea typeface="Archivo"/>
              <a:cs typeface="Archivo"/>
              <a:sym typeface="Archivo"/>
            </a:endParaRPr>
          </a:p>
        </p:txBody>
      </p:sp>
      <p:sp>
        <p:nvSpPr>
          <p:cNvPr id="1425" name="Google Shape;1425;p73"/>
          <p:cNvSpPr/>
          <p:nvPr/>
        </p:nvSpPr>
        <p:spPr>
          <a:xfrm>
            <a:off x="5401503" y="277290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lt1"/>
                </a:solidFill>
                <a:latin typeface="Archivo"/>
                <a:ea typeface="Archivo"/>
                <a:cs typeface="Archivo"/>
                <a:sym typeface="Archivo"/>
              </a:rPr>
              <a:t>04</a:t>
            </a:r>
            <a:endParaRPr b="1" sz="2000">
              <a:solidFill>
                <a:schemeClr val="lt1"/>
              </a:solidFill>
              <a:latin typeface="Archivo"/>
              <a:ea typeface="Archivo"/>
              <a:cs typeface="Archivo"/>
              <a:sym typeface="Archivo"/>
            </a:endParaRPr>
          </a:p>
        </p:txBody>
      </p:sp>
      <p:sp>
        <p:nvSpPr>
          <p:cNvPr id="1427" name="Google Shape;1427;p73"/>
          <p:cNvSpPr/>
          <p:nvPr/>
        </p:nvSpPr>
        <p:spPr>
          <a:xfrm>
            <a:off x="3010803" y="277290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lt1"/>
                </a:solidFill>
                <a:latin typeface="Archivo"/>
                <a:ea typeface="Archivo"/>
                <a:cs typeface="Archivo"/>
                <a:sym typeface="Archivo"/>
              </a:rPr>
              <a:t>05</a:t>
            </a:r>
            <a:endParaRPr b="1" sz="2000">
              <a:solidFill>
                <a:schemeClr val="lt1"/>
              </a:solidFill>
              <a:latin typeface="Archivo"/>
              <a:ea typeface="Archivo"/>
              <a:cs typeface="Archivo"/>
              <a:sym typeface="Archivo"/>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sp>
        <p:nvSpPr>
          <p:cNvPr id="1432" name="Google Shape;1432;p74"/>
          <p:cNvSpPr txBox="1"/>
          <p:nvPr>
            <p:ph type="title"/>
          </p:nvPr>
        </p:nvSpPr>
        <p:spPr>
          <a:xfrm>
            <a:off x="1476300" y="1560450"/>
            <a:ext cx="6191400" cy="14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$489,300</a:t>
            </a:r>
            <a:endParaRPr/>
          </a:p>
        </p:txBody>
      </p:sp>
      <p:sp>
        <p:nvSpPr>
          <p:cNvPr id="1433" name="Google Shape;1433;p74"/>
          <p:cNvSpPr txBox="1"/>
          <p:nvPr>
            <p:ph idx="1" type="body"/>
          </p:nvPr>
        </p:nvSpPr>
        <p:spPr>
          <a:xfrm>
            <a:off x="1476300" y="3049050"/>
            <a:ext cx="6191400" cy="534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7" name="Shape 1437"/>
        <p:cNvGrpSpPr/>
        <p:nvPr/>
      </p:nvGrpSpPr>
      <p:grpSpPr>
        <a:xfrm>
          <a:off x="0" y="0"/>
          <a:ext cx="0" cy="0"/>
          <a:chOff x="0" y="0"/>
          <a:chExt cx="0" cy="0"/>
        </a:xfrm>
      </p:grpSpPr>
      <p:sp>
        <p:nvSpPr>
          <p:cNvPr id="1438" name="Google Shape;1438;p75"/>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A</a:t>
            </a:r>
            <a:r>
              <a:rPr lang="en">
                <a:solidFill>
                  <a:schemeClr val="dk1"/>
                </a:solidFill>
              </a:rPr>
              <a:t>bout the terms</a:t>
            </a:r>
            <a:r>
              <a:rPr lang="en">
                <a:solidFill>
                  <a:schemeClr val="accent1"/>
                </a:solidFill>
              </a:rPr>
              <a:t> </a:t>
            </a:r>
            <a:r>
              <a:rPr lang="en"/>
              <a:t>of the agreement</a:t>
            </a:r>
            <a:endParaRPr/>
          </a:p>
        </p:txBody>
      </p:sp>
      <p:sp>
        <p:nvSpPr>
          <p:cNvPr id="1439" name="Google Shape;1439;p75"/>
          <p:cNvSpPr txBox="1"/>
          <p:nvPr/>
        </p:nvSpPr>
        <p:spPr>
          <a:xfrm>
            <a:off x="713225" y="4210400"/>
            <a:ext cx="7717500" cy="393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100">
                <a:solidFill>
                  <a:schemeClr val="dk1"/>
                </a:solidFill>
                <a:latin typeface="Archivo Light"/>
                <a:ea typeface="Archivo Light"/>
                <a:cs typeface="Archivo Light"/>
                <a:sym typeface="Archivo Light"/>
              </a:rPr>
              <a:t>* Follow the link in the graph to modify its data and then paste the new one here. </a:t>
            </a:r>
            <a:r>
              <a:rPr b="1" lang="en" sz="1100">
                <a:solidFill>
                  <a:schemeClr val="dk1"/>
                </a:solidFill>
                <a:uFill>
                  <a:noFill/>
                </a:uFill>
                <a:latin typeface="Archivo"/>
                <a:ea typeface="Archivo"/>
                <a:cs typeface="Archivo"/>
                <a:sym typeface="Archivo"/>
                <a:hlinkClick r:id="rId3">
                  <a:extLst>
                    <a:ext uri="{A12FA001-AC4F-418D-AE19-62706E023703}">
                      <ahyp:hlinkClr val="tx"/>
                    </a:ext>
                  </a:extLst>
                </a:hlinkClick>
              </a:rPr>
              <a:t>For more info, click here</a:t>
            </a:r>
            <a:endParaRPr b="1" sz="1100">
              <a:solidFill>
                <a:schemeClr val="dk1"/>
              </a:solidFill>
              <a:latin typeface="Archivo"/>
              <a:ea typeface="Archivo"/>
              <a:cs typeface="Archivo"/>
              <a:sym typeface="Archivo"/>
            </a:endParaRPr>
          </a:p>
        </p:txBody>
      </p:sp>
      <p:sp>
        <p:nvSpPr>
          <p:cNvPr id="1440" name="Google Shape;1440;p75"/>
          <p:cNvSpPr txBox="1"/>
          <p:nvPr/>
        </p:nvSpPr>
        <p:spPr>
          <a:xfrm>
            <a:off x="6469613" y="1745775"/>
            <a:ext cx="1437300" cy="393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Mars</a:t>
            </a:r>
            <a:endParaRPr b="1" sz="1800">
              <a:solidFill>
                <a:schemeClr val="accent1"/>
              </a:solidFill>
              <a:latin typeface="Archivo"/>
              <a:ea typeface="Archivo"/>
              <a:cs typeface="Archivo"/>
              <a:sym typeface="Archivo"/>
            </a:endParaRPr>
          </a:p>
        </p:txBody>
      </p:sp>
      <p:sp>
        <p:nvSpPr>
          <p:cNvPr id="1441" name="Google Shape;1441;p75"/>
          <p:cNvSpPr txBox="1"/>
          <p:nvPr/>
        </p:nvSpPr>
        <p:spPr>
          <a:xfrm>
            <a:off x="6469613" y="2865450"/>
            <a:ext cx="1437300" cy="393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Mercury</a:t>
            </a:r>
            <a:endParaRPr b="1" sz="1800">
              <a:solidFill>
                <a:schemeClr val="accent1"/>
              </a:solidFill>
              <a:latin typeface="Archivo"/>
              <a:ea typeface="Archivo"/>
              <a:cs typeface="Archivo"/>
              <a:sym typeface="Archivo"/>
            </a:endParaRPr>
          </a:p>
        </p:txBody>
      </p:sp>
      <p:sp>
        <p:nvSpPr>
          <p:cNvPr id="1442" name="Google Shape;1442;p75"/>
          <p:cNvSpPr/>
          <p:nvPr/>
        </p:nvSpPr>
        <p:spPr>
          <a:xfrm>
            <a:off x="6469613" y="3178650"/>
            <a:ext cx="1437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Mercury is the smallest planet</a:t>
            </a:r>
            <a:endParaRPr>
              <a:solidFill>
                <a:schemeClr val="dk1"/>
              </a:solidFill>
              <a:latin typeface="Archivo Light"/>
              <a:ea typeface="Archivo Light"/>
              <a:cs typeface="Archivo Light"/>
              <a:sym typeface="Archivo Light"/>
            </a:endParaRPr>
          </a:p>
        </p:txBody>
      </p:sp>
      <p:sp>
        <p:nvSpPr>
          <p:cNvPr id="1443" name="Google Shape;1443;p75"/>
          <p:cNvSpPr/>
          <p:nvPr/>
        </p:nvSpPr>
        <p:spPr>
          <a:xfrm>
            <a:off x="6469613" y="2063775"/>
            <a:ext cx="1437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Mars is actually a cold place</a:t>
            </a:r>
            <a:endParaRPr>
              <a:solidFill>
                <a:schemeClr val="dk1"/>
              </a:solidFill>
              <a:latin typeface="Archivo Light"/>
              <a:ea typeface="Archivo Light"/>
              <a:cs typeface="Archivo Light"/>
              <a:sym typeface="Archivo Light"/>
            </a:endParaRPr>
          </a:p>
        </p:txBody>
      </p:sp>
      <p:sp>
        <p:nvSpPr>
          <p:cNvPr id="1444" name="Google Shape;1444;p75"/>
          <p:cNvSpPr/>
          <p:nvPr/>
        </p:nvSpPr>
        <p:spPr>
          <a:xfrm>
            <a:off x="6189550" y="1823700"/>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5"/>
          <p:cNvSpPr/>
          <p:nvPr/>
        </p:nvSpPr>
        <p:spPr>
          <a:xfrm>
            <a:off x="6189550" y="2930025"/>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46" name="Google Shape;1446;p75" title="Gráfico">
            <a:hlinkClick r:id="rId4"/>
          </p:cNvPr>
          <p:cNvPicPr preferRelativeResize="0"/>
          <p:nvPr/>
        </p:nvPicPr>
        <p:blipFill>
          <a:blip r:embed="rId5">
            <a:alphaModFix/>
          </a:blip>
          <a:stretch>
            <a:fillRect/>
          </a:stretch>
        </p:blipFill>
        <p:spPr>
          <a:xfrm>
            <a:off x="1237087" y="1480712"/>
            <a:ext cx="4268349" cy="2639275"/>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0" name="Shape 1450"/>
        <p:cNvGrpSpPr/>
        <p:nvPr/>
      </p:nvGrpSpPr>
      <p:grpSpPr>
        <a:xfrm>
          <a:off x="0" y="0"/>
          <a:ext cx="0" cy="0"/>
          <a:chOff x="0" y="0"/>
          <a:chExt cx="0" cy="0"/>
        </a:xfrm>
      </p:grpSpPr>
      <p:sp>
        <p:nvSpPr>
          <p:cNvPr id="1451" name="Google Shape;1451;p76"/>
          <p:cNvSpPr/>
          <p:nvPr/>
        </p:nvSpPr>
        <p:spPr>
          <a:xfrm>
            <a:off x="1610525" y="1263300"/>
            <a:ext cx="2601600" cy="748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6"/>
          <p:cNvSpPr txBox="1"/>
          <p:nvPr>
            <p:ph idx="1" type="subTitle"/>
          </p:nvPr>
        </p:nvSpPr>
        <p:spPr>
          <a:xfrm>
            <a:off x="1673225" y="2143300"/>
            <a:ext cx="2476200" cy="46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1453" name="Google Shape;1453;p76"/>
          <p:cNvSpPr txBox="1"/>
          <p:nvPr>
            <p:ph idx="2" type="subTitle"/>
          </p:nvPr>
        </p:nvSpPr>
        <p:spPr>
          <a:xfrm>
            <a:off x="4915763" y="2143300"/>
            <a:ext cx="2476200" cy="46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1454" name="Google Shape;1454;p76"/>
          <p:cNvSpPr txBox="1"/>
          <p:nvPr>
            <p:ph type="title"/>
          </p:nvPr>
        </p:nvSpPr>
        <p:spPr>
          <a:xfrm>
            <a:off x="1673225" y="1312500"/>
            <a:ext cx="2476200" cy="65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1455" name="Google Shape;1455;p76"/>
          <p:cNvSpPr txBox="1"/>
          <p:nvPr>
            <p:ph idx="4" type="subTitle"/>
          </p:nvPr>
        </p:nvSpPr>
        <p:spPr>
          <a:xfrm>
            <a:off x="1673225" y="3719400"/>
            <a:ext cx="2476200" cy="46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456" name="Google Shape;1456;p76"/>
          <p:cNvSpPr txBox="1"/>
          <p:nvPr>
            <p:ph idx="5" type="subTitle"/>
          </p:nvPr>
        </p:nvSpPr>
        <p:spPr>
          <a:xfrm>
            <a:off x="4915763" y="3719400"/>
            <a:ext cx="2476200" cy="46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has several rings</a:t>
            </a:r>
            <a:endParaRPr/>
          </a:p>
        </p:txBody>
      </p:sp>
      <p:sp>
        <p:nvSpPr>
          <p:cNvPr id="1457" name="Google Shape;1457;p76"/>
          <p:cNvSpPr/>
          <p:nvPr/>
        </p:nvSpPr>
        <p:spPr>
          <a:xfrm>
            <a:off x="4853063" y="1263300"/>
            <a:ext cx="2601600" cy="748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6"/>
          <p:cNvSpPr txBox="1"/>
          <p:nvPr>
            <p:ph idx="3" type="title"/>
          </p:nvPr>
        </p:nvSpPr>
        <p:spPr>
          <a:xfrm>
            <a:off x="4915763" y="1312500"/>
            <a:ext cx="2476200" cy="65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$15,000</a:t>
            </a:r>
            <a:endParaRPr/>
          </a:p>
        </p:txBody>
      </p:sp>
      <p:sp>
        <p:nvSpPr>
          <p:cNvPr id="1459" name="Google Shape;1459;p76"/>
          <p:cNvSpPr/>
          <p:nvPr/>
        </p:nvSpPr>
        <p:spPr>
          <a:xfrm>
            <a:off x="1610525" y="2790200"/>
            <a:ext cx="2601600" cy="748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6"/>
          <p:cNvSpPr/>
          <p:nvPr/>
        </p:nvSpPr>
        <p:spPr>
          <a:xfrm>
            <a:off x="4853063" y="2790200"/>
            <a:ext cx="2601600" cy="748800"/>
          </a:xfrm>
          <a:prstGeom prst="roundRect">
            <a:avLst>
              <a:gd fmla="val 50000" name="adj"/>
            </a:avLst>
          </a:prstGeom>
          <a:gradFill>
            <a:gsLst>
              <a:gs pos="0">
                <a:schemeClr val="accent4"/>
              </a:gs>
              <a:gs pos="100000">
                <a:schemeClr val="accen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6"/>
          <p:cNvSpPr txBox="1"/>
          <p:nvPr>
            <p:ph idx="6" type="title"/>
          </p:nvPr>
        </p:nvSpPr>
        <p:spPr>
          <a:xfrm>
            <a:off x="1673225" y="2839400"/>
            <a:ext cx="2476200" cy="65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$10,000</a:t>
            </a:r>
            <a:endParaRPr/>
          </a:p>
        </p:txBody>
      </p:sp>
      <p:sp>
        <p:nvSpPr>
          <p:cNvPr id="1462" name="Google Shape;1462;p76"/>
          <p:cNvSpPr txBox="1"/>
          <p:nvPr>
            <p:ph idx="7" type="title"/>
          </p:nvPr>
        </p:nvSpPr>
        <p:spPr>
          <a:xfrm>
            <a:off x="4915763" y="2839400"/>
            <a:ext cx="2476200" cy="65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$45,000</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sp>
        <p:nvSpPr>
          <p:cNvPr id="1467" name="Google Shape;1467;p77"/>
          <p:cNvSpPr/>
          <p:nvPr/>
        </p:nvSpPr>
        <p:spPr>
          <a:xfrm>
            <a:off x="7173875" y="345920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468" name="Google Shape;1468;p77"/>
          <p:cNvSpPr/>
          <p:nvPr/>
        </p:nvSpPr>
        <p:spPr>
          <a:xfrm>
            <a:off x="3216226" y="345920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469" name="Google Shape;1469;p77"/>
          <p:cNvSpPr/>
          <p:nvPr/>
        </p:nvSpPr>
        <p:spPr>
          <a:xfrm>
            <a:off x="5194000" y="161270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470" name="Google Shape;1470;p77"/>
          <p:cNvSpPr/>
          <p:nvPr/>
        </p:nvSpPr>
        <p:spPr>
          <a:xfrm>
            <a:off x="1238400" y="1612700"/>
            <a:ext cx="731700" cy="731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471" name="Google Shape;1471;p77"/>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M</a:t>
            </a:r>
            <a:r>
              <a:rPr lang="en">
                <a:solidFill>
                  <a:schemeClr val="dk1"/>
                </a:solidFill>
              </a:rPr>
              <a:t>anagement </a:t>
            </a:r>
            <a:r>
              <a:rPr lang="en"/>
              <a:t>approach</a:t>
            </a:r>
            <a:endParaRPr/>
          </a:p>
        </p:txBody>
      </p:sp>
      <p:grpSp>
        <p:nvGrpSpPr>
          <p:cNvPr id="1472" name="Google Shape;1472;p77"/>
          <p:cNvGrpSpPr/>
          <p:nvPr/>
        </p:nvGrpSpPr>
        <p:grpSpPr>
          <a:xfrm>
            <a:off x="7315840" y="3616742"/>
            <a:ext cx="447770" cy="379691"/>
            <a:chOff x="2661459" y="2015001"/>
            <a:chExt cx="322508" cy="273494"/>
          </a:xfrm>
        </p:grpSpPr>
        <p:sp>
          <p:nvSpPr>
            <p:cNvPr id="1473" name="Google Shape;1473;p7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77"/>
          <p:cNvGrpSpPr/>
          <p:nvPr/>
        </p:nvGrpSpPr>
        <p:grpSpPr>
          <a:xfrm>
            <a:off x="1380366" y="1758188"/>
            <a:ext cx="447769" cy="440725"/>
            <a:chOff x="1754279" y="4286593"/>
            <a:chExt cx="351439" cy="345965"/>
          </a:xfrm>
        </p:grpSpPr>
        <p:sp>
          <p:nvSpPr>
            <p:cNvPr id="1476" name="Google Shape;1476;p7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77"/>
          <p:cNvGrpSpPr/>
          <p:nvPr/>
        </p:nvGrpSpPr>
        <p:grpSpPr>
          <a:xfrm>
            <a:off x="3358197" y="3597329"/>
            <a:ext cx="447757" cy="418516"/>
            <a:chOff x="1748582" y="3372635"/>
            <a:chExt cx="359269" cy="335780"/>
          </a:xfrm>
        </p:grpSpPr>
        <p:sp>
          <p:nvSpPr>
            <p:cNvPr id="1482" name="Google Shape;1482;p7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 name="Google Shape;1483;p77"/>
            <p:cNvGrpSpPr/>
            <p:nvPr/>
          </p:nvGrpSpPr>
          <p:grpSpPr>
            <a:xfrm>
              <a:off x="1748582" y="3372635"/>
              <a:ext cx="333520" cy="335780"/>
              <a:chOff x="1748582" y="3372635"/>
              <a:chExt cx="333520" cy="335780"/>
            </a:xfrm>
          </p:grpSpPr>
          <p:sp>
            <p:nvSpPr>
              <p:cNvPr id="1484" name="Google Shape;1484;p7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7" name="Google Shape;1487;p77"/>
          <p:cNvGrpSpPr/>
          <p:nvPr/>
        </p:nvGrpSpPr>
        <p:grpSpPr>
          <a:xfrm>
            <a:off x="5335974" y="1771919"/>
            <a:ext cx="447754" cy="450136"/>
            <a:chOff x="3095745" y="3805393"/>
            <a:chExt cx="352840" cy="354717"/>
          </a:xfrm>
        </p:grpSpPr>
        <p:sp>
          <p:nvSpPr>
            <p:cNvPr id="1488" name="Google Shape;1488;p7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 name="Google Shape;1494;p77"/>
          <p:cNvSpPr/>
          <p:nvPr/>
        </p:nvSpPr>
        <p:spPr>
          <a:xfrm>
            <a:off x="2780625" y="1593650"/>
            <a:ext cx="1602900" cy="73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Despite being red, Mars is actually a cold place</a:t>
            </a:r>
            <a:endParaRPr>
              <a:solidFill>
                <a:schemeClr val="dk1"/>
              </a:solidFill>
              <a:latin typeface="Archivo Light"/>
              <a:ea typeface="Archivo Light"/>
              <a:cs typeface="Archivo Light"/>
              <a:sym typeface="Archivo Light"/>
            </a:endParaRPr>
          </a:p>
        </p:txBody>
      </p:sp>
      <p:sp>
        <p:nvSpPr>
          <p:cNvPr id="1495" name="Google Shape;1495;p77"/>
          <p:cNvSpPr/>
          <p:nvPr/>
        </p:nvSpPr>
        <p:spPr>
          <a:xfrm>
            <a:off x="6738275" y="1593650"/>
            <a:ext cx="1602900" cy="73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Mercury is the smallest planet of them all</a:t>
            </a:r>
            <a:endParaRPr>
              <a:solidFill>
                <a:schemeClr val="dk1"/>
              </a:solidFill>
              <a:latin typeface="Archivo Light"/>
              <a:ea typeface="Archivo Light"/>
              <a:cs typeface="Archivo Light"/>
              <a:sym typeface="Archivo Light"/>
            </a:endParaRPr>
          </a:p>
        </p:txBody>
      </p:sp>
      <p:sp>
        <p:nvSpPr>
          <p:cNvPr id="1496" name="Google Shape;1496;p77"/>
          <p:cNvSpPr/>
          <p:nvPr/>
        </p:nvSpPr>
        <p:spPr>
          <a:xfrm>
            <a:off x="4758400" y="3459200"/>
            <a:ext cx="1602900" cy="77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Saturn is a gas giant and has several rings</a:t>
            </a:r>
            <a:endParaRPr>
              <a:solidFill>
                <a:schemeClr val="dk1"/>
              </a:solidFill>
              <a:latin typeface="Archivo Light"/>
              <a:ea typeface="Archivo Light"/>
              <a:cs typeface="Archivo Light"/>
              <a:sym typeface="Archivo Light"/>
            </a:endParaRPr>
          </a:p>
        </p:txBody>
      </p:sp>
      <p:sp>
        <p:nvSpPr>
          <p:cNvPr id="1497" name="Google Shape;1497;p77"/>
          <p:cNvSpPr/>
          <p:nvPr/>
        </p:nvSpPr>
        <p:spPr>
          <a:xfrm>
            <a:off x="802800" y="3459200"/>
            <a:ext cx="1602900" cy="77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Light"/>
                <a:ea typeface="Archivo Light"/>
                <a:cs typeface="Archivo Light"/>
                <a:sym typeface="Archivo Light"/>
              </a:rPr>
              <a:t>Venus is the second planet from the Sun</a:t>
            </a:r>
            <a:endParaRPr>
              <a:solidFill>
                <a:schemeClr val="dk1"/>
              </a:solidFill>
              <a:latin typeface="Archivo Light"/>
              <a:ea typeface="Archivo Light"/>
              <a:cs typeface="Archivo Light"/>
              <a:sym typeface="Archivo Light"/>
            </a:endParaRPr>
          </a:p>
        </p:txBody>
      </p:sp>
      <p:cxnSp>
        <p:nvCxnSpPr>
          <p:cNvPr id="1498" name="Google Shape;1498;p77"/>
          <p:cNvCxnSpPr>
            <a:stCxn id="1470" idx="4"/>
            <a:endCxn id="1499" idx="0"/>
          </p:cNvCxnSpPr>
          <p:nvPr/>
        </p:nvCxnSpPr>
        <p:spPr>
          <a:xfrm>
            <a:off x="1604250" y="2344400"/>
            <a:ext cx="0" cy="381000"/>
          </a:xfrm>
          <a:prstGeom prst="straightConnector1">
            <a:avLst/>
          </a:prstGeom>
          <a:noFill/>
          <a:ln cap="flat" cmpd="sng" w="9525">
            <a:solidFill>
              <a:schemeClr val="dk1"/>
            </a:solidFill>
            <a:prstDash val="solid"/>
            <a:round/>
            <a:headEnd len="med" w="med" type="none"/>
            <a:tailEnd len="med" w="med" type="none"/>
          </a:ln>
        </p:spPr>
      </p:cxnSp>
      <p:cxnSp>
        <p:nvCxnSpPr>
          <p:cNvPr id="1500" name="Google Shape;1500;p77"/>
          <p:cNvCxnSpPr>
            <a:stCxn id="1499" idx="2"/>
            <a:endCxn id="1497" idx="0"/>
          </p:cNvCxnSpPr>
          <p:nvPr/>
        </p:nvCxnSpPr>
        <p:spPr>
          <a:xfrm>
            <a:off x="1604250" y="3078200"/>
            <a:ext cx="0" cy="381000"/>
          </a:xfrm>
          <a:prstGeom prst="straightConnector1">
            <a:avLst/>
          </a:prstGeom>
          <a:noFill/>
          <a:ln cap="flat" cmpd="sng" w="9525">
            <a:solidFill>
              <a:schemeClr val="dk1"/>
            </a:solidFill>
            <a:prstDash val="solid"/>
            <a:round/>
            <a:headEnd len="med" w="med" type="none"/>
            <a:tailEnd len="med" w="med" type="none"/>
          </a:ln>
        </p:spPr>
      </p:cxnSp>
      <p:cxnSp>
        <p:nvCxnSpPr>
          <p:cNvPr id="1501" name="Google Shape;1501;p77"/>
          <p:cNvCxnSpPr>
            <a:stCxn id="1494" idx="2"/>
            <a:endCxn id="1502" idx="0"/>
          </p:cNvCxnSpPr>
          <p:nvPr/>
        </p:nvCxnSpPr>
        <p:spPr>
          <a:xfrm>
            <a:off x="3582075" y="2325350"/>
            <a:ext cx="0" cy="400200"/>
          </a:xfrm>
          <a:prstGeom prst="straightConnector1">
            <a:avLst/>
          </a:prstGeom>
          <a:noFill/>
          <a:ln cap="flat" cmpd="sng" w="9525">
            <a:solidFill>
              <a:schemeClr val="dk1"/>
            </a:solidFill>
            <a:prstDash val="solid"/>
            <a:round/>
            <a:headEnd len="med" w="med" type="none"/>
            <a:tailEnd len="med" w="med" type="none"/>
          </a:ln>
        </p:spPr>
      </p:cxnSp>
      <p:cxnSp>
        <p:nvCxnSpPr>
          <p:cNvPr id="1503" name="Google Shape;1503;p77"/>
          <p:cNvCxnSpPr>
            <a:stCxn id="1502" idx="2"/>
            <a:endCxn id="1468" idx="0"/>
          </p:cNvCxnSpPr>
          <p:nvPr/>
        </p:nvCxnSpPr>
        <p:spPr>
          <a:xfrm>
            <a:off x="3582076" y="3078200"/>
            <a:ext cx="0" cy="381000"/>
          </a:xfrm>
          <a:prstGeom prst="straightConnector1">
            <a:avLst/>
          </a:prstGeom>
          <a:noFill/>
          <a:ln cap="flat" cmpd="sng" w="9525">
            <a:solidFill>
              <a:schemeClr val="dk1"/>
            </a:solidFill>
            <a:prstDash val="solid"/>
            <a:round/>
            <a:headEnd len="med" w="med" type="none"/>
            <a:tailEnd len="med" w="med" type="none"/>
          </a:ln>
        </p:spPr>
      </p:cxnSp>
      <p:cxnSp>
        <p:nvCxnSpPr>
          <p:cNvPr id="1504" name="Google Shape;1504;p77"/>
          <p:cNvCxnSpPr>
            <a:stCxn id="1469" idx="4"/>
            <a:endCxn id="1505" idx="0"/>
          </p:cNvCxnSpPr>
          <p:nvPr/>
        </p:nvCxnSpPr>
        <p:spPr>
          <a:xfrm>
            <a:off x="5559850" y="2344400"/>
            <a:ext cx="0" cy="381000"/>
          </a:xfrm>
          <a:prstGeom prst="straightConnector1">
            <a:avLst/>
          </a:prstGeom>
          <a:noFill/>
          <a:ln cap="flat" cmpd="sng" w="9525">
            <a:solidFill>
              <a:schemeClr val="dk1"/>
            </a:solidFill>
            <a:prstDash val="solid"/>
            <a:round/>
            <a:headEnd len="med" w="med" type="none"/>
            <a:tailEnd len="med" w="med" type="none"/>
          </a:ln>
        </p:spPr>
      </p:cxnSp>
      <p:cxnSp>
        <p:nvCxnSpPr>
          <p:cNvPr id="1506" name="Google Shape;1506;p77"/>
          <p:cNvCxnSpPr>
            <a:stCxn id="1505" idx="2"/>
            <a:endCxn id="1496" idx="0"/>
          </p:cNvCxnSpPr>
          <p:nvPr/>
        </p:nvCxnSpPr>
        <p:spPr>
          <a:xfrm>
            <a:off x="5559850" y="3078200"/>
            <a:ext cx="0" cy="381000"/>
          </a:xfrm>
          <a:prstGeom prst="straightConnector1">
            <a:avLst/>
          </a:prstGeom>
          <a:noFill/>
          <a:ln cap="flat" cmpd="sng" w="9525">
            <a:solidFill>
              <a:schemeClr val="dk1"/>
            </a:solidFill>
            <a:prstDash val="solid"/>
            <a:round/>
            <a:headEnd len="med" w="med" type="none"/>
            <a:tailEnd len="med" w="med" type="none"/>
          </a:ln>
        </p:spPr>
      </p:cxnSp>
      <p:cxnSp>
        <p:nvCxnSpPr>
          <p:cNvPr id="1507" name="Google Shape;1507;p77"/>
          <p:cNvCxnSpPr>
            <a:stCxn id="1495" idx="2"/>
            <a:endCxn id="1508" idx="0"/>
          </p:cNvCxnSpPr>
          <p:nvPr/>
        </p:nvCxnSpPr>
        <p:spPr>
          <a:xfrm>
            <a:off x="7539725" y="2325350"/>
            <a:ext cx="0" cy="400200"/>
          </a:xfrm>
          <a:prstGeom prst="straightConnector1">
            <a:avLst/>
          </a:prstGeom>
          <a:noFill/>
          <a:ln cap="flat" cmpd="sng" w="9525">
            <a:solidFill>
              <a:schemeClr val="dk1"/>
            </a:solidFill>
            <a:prstDash val="solid"/>
            <a:round/>
            <a:headEnd len="med" w="med" type="none"/>
            <a:tailEnd len="med" w="med" type="none"/>
          </a:ln>
        </p:spPr>
      </p:cxnSp>
      <p:cxnSp>
        <p:nvCxnSpPr>
          <p:cNvPr id="1509" name="Google Shape;1509;p77"/>
          <p:cNvCxnSpPr>
            <a:stCxn id="1508" idx="2"/>
            <a:endCxn id="1467" idx="0"/>
          </p:cNvCxnSpPr>
          <p:nvPr/>
        </p:nvCxnSpPr>
        <p:spPr>
          <a:xfrm>
            <a:off x="7539725" y="3078200"/>
            <a:ext cx="0" cy="381000"/>
          </a:xfrm>
          <a:prstGeom prst="straightConnector1">
            <a:avLst/>
          </a:prstGeom>
          <a:noFill/>
          <a:ln cap="flat" cmpd="sng" w="9525">
            <a:solidFill>
              <a:schemeClr val="dk1"/>
            </a:solidFill>
            <a:prstDash val="solid"/>
            <a:round/>
            <a:headEnd len="med" w="med" type="none"/>
            <a:tailEnd len="med" w="med" type="none"/>
          </a:ln>
        </p:spPr>
      </p:cxnSp>
      <p:cxnSp>
        <p:nvCxnSpPr>
          <p:cNvPr id="1510" name="Google Shape;1510;p77"/>
          <p:cNvCxnSpPr>
            <a:endCxn id="1511" idx="1"/>
          </p:cNvCxnSpPr>
          <p:nvPr/>
        </p:nvCxnSpPr>
        <p:spPr>
          <a:xfrm>
            <a:off x="2388638" y="2901800"/>
            <a:ext cx="411000" cy="0"/>
          </a:xfrm>
          <a:prstGeom prst="straightConnector1">
            <a:avLst/>
          </a:prstGeom>
          <a:noFill/>
          <a:ln cap="flat" cmpd="sng" w="9525">
            <a:solidFill>
              <a:schemeClr val="dk1"/>
            </a:solidFill>
            <a:prstDash val="solid"/>
            <a:round/>
            <a:headEnd len="med" w="med" type="none"/>
            <a:tailEnd len="med" w="med" type="none"/>
          </a:ln>
        </p:spPr>
      </p:cxnSp>
      <p:cxnSp>
        <p:nvCxnSpPr>
          <p:cNvPr id="1512" name="Google Shape;1512;p77"/>
          <p:cNvCxnSpPr>
            <a:stCxn id="1511" idx="3"/>
            <a:endCxn id="1513" idx="1"/>
          </p:cNvCxnSpPr>
          <p:nvPr/>
        </p:nvCxnSpPr>
        <p:spPr>
          <a:xfrm>
            <a:off x="4366538" y="2901800"/>
            <a:ext cx="411000" cy="0"/>
          </a:xfrm>
          <a:prstGeom prst="straightConnector1">
            <a:avLst/>
          </a:prstGeom>
          <a:noFill/>
          <a:ln cap="flat" cmpd="sng" w="9525">
            <a:solidFill>
              <a:schemeClr val="dk1"/>
            </a:solidFill>
            <a:prstDash val="solid"/>
            <a:round/>
            <a:headEnd len="med" w="med" type="none"/>
            <a:tailEnd len="med" w="med" type="none"/>
          </a:ln>
        </p:spPr>
      </p:cxnSp>
      <p:cxnSp>
        <p:nvCxnSpPr>
          <p:cNvPr id="1514" name="Google Shape;1514;p77"/>
          <p:cNvCxnSpPr>
            <a:stCxn id="1513" idx="3"/>
            <a:endCxn id="1515" idx="1"/>
          </p:cNvCxnSpPr>
          <p:nvPr/>
        </p:nvCxnSpPr>
        <p:spPr>
          <a:xfrm>
            <a:off x="6344338" y="2901800"/>
            <a:ext cx="411000" cy="0"/>
          </a:xfrm>
          <a:prstGeom prst="straightConnector1">
            <a:avLst/>
          </a:prstGeom>
          <a:noFill/>
          <a:ln cap="flat" cmpd="sng" w="9525">
            <a:solidFill>
              <a:schemeClr val="dk1"/>
            </a:solidFill>
            <a:prstDash val="solid"/>
            <a:round/>
            <a:headEnd len="med" w="med" type="none"/>
            <a:tailEnd len="med" w="med" type="none"/>
          </a:ln>
        </p:spPr>
      </p:cxnSp>
      <p:sp>
        <p:nvSpPr>
          <p:cNvPr id="1499" name="Google Shape;1499;p77"/>
          <p:cNvSpPr/>
          <p:nvPr/>
        </p:nvSpPr>
        <p:spPr>
          <a:xfrm>
            <a:off x="820800" y="2725400"/>
            <a:ext cx="15669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Juanary</a:t>
            </a:r>
            <a:endParaRPr b="1" sz="1800">
              <a:solidFill>
                <a:schemeClr val="lt1"/>
              </a:solidFill>
              <a:latin typeface="Archivo"/>
              <a:ea typeface="Archivo"/>
              <a:cs typeface="Archivo"/>
              <a:sym typeface="Archivo"/>
            </a:endParaRPr>
          </a:p>
        </p:txBody>
      </p:sp>
      <p:sp>
        <p:nvSpPr>
          <p:cNvPr id="1502" name="Google Shape;1502;p77"/>
          <p:cNvSpPr/>
          <p:nvPr/>
        </p:nvSpPr>
        <p:spPr>
          <a:xfrm>
            <a:off x="2798626" y="2725400"/>
            <a:ext cx="15669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F</a:t>
            </a:r>
            <a:r>
              <a:rPr b="1" lang="en" sz="1800">
                <a:solidFill>
                  <a:schemeClr val="lt1"/>
                </a:solidFill>
                <a:latin typeface="Archivo"/>
                <a:ea typeface="Archivo"/>
                <a:cs typeface="Archivo"/>
                <a:sym typeface="Archivo"/>
              </a:rPr>
              <a:t>ebruary</a:t>
            </a:r>
            <a:endParaRPr b="1" sz="1800">
              <a:solidFill>
                <a:schemeClr val="lt1"/>
              </a:solidFill>
              <a:latin typeface="Archivo"/>
              <a:ea typeface="Archivo"/>
              <a:cs typeface="Archivo"/>
              <a:sym typeface="Archivo"/>
            </a:endParaRPr>
          </a:p>
        </p:txBody>
      </p:sp>
      <p:sp>
        <p:nvSpPr>
          <p:cNvPr id="1505" name="Google Shape;1505;p77"/>
          <p:cNvSpPr/>
          <p:nvPr/>
        </p:nvSpPr>
        <p:spPr>
          <a:xfrm>
            <a:off x="4776400" y="2725400"/>
            <a:ext cx="15669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March</a:t>
            </a:r>
            <a:endParaRPr b="1" sz="1800">
              <a:solidFill>
                <a:schemeClr val="lt1"/>
              </a:solidFill>
              <a:latin typeface="Archivo"/>
              <a:ea typeface="Archivo"/>
              <a:cs typeface="Archivo"/>
              <a:sym typeface="Archivo"/>
            </a:endParaRPr>
          </a:p>
        </p:txBody>
      </p:sp>
      <p:sp>
        <p:nvSpPr>
          <p:cNvPr id="1508" name="Google Shape;1508;p77"/>
          <p:cNvSpPr/>
          <p:nvPr/>
        </p:nvSpPr>
        <p:spPr>
          <a:xfrm>
            <a:off x="6756275" y="2725400"/>
            <a:ext cx="15669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April</a:t>
            </a:r>
            <a:endParaRPr b="1" sz="1800">
              <a:solidFill>
                <a:schemeClr val="lt1"/>
              </a:solidFill>
              <a:latin typeface="Archivo"/>
              <a:ea typeface="Archivo"/>
              <a:cs typeface="Archivo"/>
              <a:sym typeface="Archivo"/>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9" name="Shape 1519"/>
        <p:cNvGrpSpPr/>
        <p:nvPr/>
      </p:nvGrpSpPr>
      <p:grpSpPr>
        <a:xfrm>
          <a:off x="0" y="0"/>
          <a:ext cx="0" cy="0"/>
          <a:chOff x="0" y="0"/>
          <a:chExt cx="0" cy="0"/>
        </a:xfrm>
      </p:grpSpPr>
      <p:sp>
        <p:nvSpPr>
          <p:cNvPr id="1520" name="Google Shape;1520;p78"/>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S</a:t>
            </a:r>
            <a:r>
              <a:rPr lang="en">
                <a:solidFill>
                  <a:schemeClr val="dk1"/>
                </a:solidFill>
              </a:rPr>
              <a:t>trategic </a:t>
            </a:r>
            <a:r>
              <a:rPr lang="en"/>
              <a:t>alliances</a:t>
            </a:r>
            <a:endParaRPr/>
          </a:p>
        </p:txBody>
      </p:sp>
      <p:grpSp>
        <p:nvGrpSpPr>
          <p:cNvPr id="1521" name="Google Shape;1521;p78"/>
          <p:cNvGrpSpPr/>
          <p:nvPr/>
        </p:nvGrpSpPr>
        <p:grpSpPr>
          <a:xfrm>
            <a:off x="2720719" y="1333478"/>
            <a:ext cx="5709840" cy="3041840"/>
            <a:chOff x="233350" y="949250"/>
            <a:chExt cx="7137300" cy="3802300"/>
          </a:xfrm>
        </p:grpSpPr>
        <p:sp>
          <p:nvSpPr>
            <p:cNvPr id="1522" name="Google Shape;1522;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 name="Google Shape;1573;p78"/>
          <p:cNvSpPr txBox="1"/>
          <p:nvPr/>
        </p:nvSpPr>
        <p:spPr>
          <a:xfrm>
            <a:off x="713225" y="2085300"/>
            <a:ext cx="2007600" cy="400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Saturn</a:t>
            </a:r>
            <a:endParaRPr b="1" sz="1800">
              <a:solidFill>
                <a:schemeClr val="accent1"/>
              </a:solidFill>
              <a:latin typeface="Archivo"/>
              <a:ea typeface="Archivo"/>
              <a:cs typeface="Archivo"/>
              <a:sym typeface="Archivo"/>
            </a:endParaRPr>
          </a:p>
        </p:txBody>
      </p:sp>
      <p:sp>
        <p:nvSpPr>
          <p:cNvPr id="1574" name="Google Shape;1574;p78"/>
          <p:cNvSpPr txBox="1"/>
          <p:nvPr/>
        </p:nvSpPr>
        <p:spPr>
          <a:xfrm>
            <a:off x="713225" y="2485500"/>
            <a:ext cx="2007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Saturn is composed of hydrogen and helium</a:t>
            </a:r>
            <a:endParaRPr>
              <a:latin typeface="Archivo Light"/>
              <a:ea typeface="Archivo Light"/>
              <a:cs typeface="Archivo Light"/>
              <a:sym typeface="Archivo Light"/>
            </a:endParaRPr>
          </a:p>
        </p:txBody>
      </p:sp>
      <p:sp>
        <p:nvSpPr>
          <p:cNvPr id="1575" name="Google Shape;1575;p78"/>
          <p:cNvSpPr/>
          <p:nvPr/>
        </p:nvSpPr>
        <p:spPr>
          <a:xfrm>
            <a:off x="3343338" y="2040900"/>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8"/>
          <p:cNvSpPr/>
          <p:nvPr/>
        </p:nvSpPr>
        <p:spPr>
          <a:xfrm>
            <a:off x="5502161" y="2549025"/>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8"/>
          <p:cNvSpPr/>
          <p:nvPr/>
        </p:nvSpPr>
        <p:spPr>
          <a:xfrm>
            <a:off x="3878546" y="3004125"/>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8"/>
          <p:cNvSpPr/>
          <p:nvPr/>
        </p:nvSpPr>
        <p:spPr>
          <a:xfrm>
            <a:off x="5983571" y="2085300"/>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8"/>
          <p:cNvSpPr/>
          <p:nvPr/>
        </p:nvSpPr>
        <p:spPr>
          <a:xfrm>
            <a:off x="7450421" y="3437850"/>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8"/>
          <p:cNvSpPr/>
          <p:nvPr/>
        </p:nvSpPr>
        <p:spPr>
          <a:xfrm>
            <a:off x="4792946" y="2422500"/>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8"/>
          <p:cNvSpPr/>
          <p:nvPr/>
        </p:nvSpPr>
        <p:spPr>
          <a:xfrm>
            <a:off x="4049996" y="3660750"/>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8"/>
          <p:cNvSpPr/>
          <p:nvPr/>
        </p:nvSpPr>
        <p:spPr>
          <a:xfrm>
            <a:off x="5364446" y="1870050"/>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8"/>
          <p:cNvSpPr/>
          <p:nvPr/>
        </p:nvSpPr>
        <p:spPr>
          <a:xfrm>
            <a:off x="6774146" y="2250525"/>
            <a:ext cx="298500" cy="2985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7" name="Shape 1587"/>
        <p:cNvGrpSpPr/>
        <p:nvPr/>
      </p:nvGrpSpPr>
      <p:grpSpPr>
        <a:xfrm>
          <a:off x="0" y="0"/>
          <a:ext cx="0" cy="0"/>
          <a:chOff x="0" y="0"/>
          <a:chExt cx="0" cy="0"/>
        </a:xfrm>
      </p:grpSpPr>
      <p:sp>
        <p:nvSpPr>
          <p:cNvPr id="1588" name="Google Shape;1588;p7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A</a:t>
            </a:r>
            <a:r>
              <a:rPr lang="en">
                <a:solidFill>
                  <a:schemeClr val="dk1"/>
                </a:solidFill>
              </a:rPr>
              <a:t>nswers</a:t>
            </a:r>
            <a:r>
              <a:rPr lang="en">
                <a:solidFill>
                  <a:schemeClr val="accent1"/>
                </a:solidFill>
              </a:rPr>
              <a:t> and </a:t>
            </a:r>
            <a:r>
              <a:rPr lang="en"/>
              <a:t>arguments</a:t>
            </a:r>
            <a:endParaRPr/>
          </a:p>
        </p:txBody>
      </p:sp>
      <p:sp>
        <p:nvSpPr>
          <p:cNvPr id="1589" name="Google Shape;1589;p79"/>
          <p:cNvSpPr txBox="1"/>
          <p:nvPr/>
        </p:nvSpPr>
        <p:spPr>
          <a:xfrm>
            <a:off x="1078688" y="2674675"/>
            <a:ext cx="21432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Archivo"/>
                <a:ea typeface="Archivo"/>
                <a:cs typeface="Archivo"/>
                <a:sym typeface="Archivo"/>
              </a:rPr>
              <a:t>Saturn</a:t>
            </a:r>
            <a:endParaRPr b="1" sz="2000">
              <a:solidFill>
                <a:schemeClr val="accent1"/>
              </a:solidFill>
              <a:latin typeface="Archivo"/>
              <a:ea typeface="Archivo"/>
              <a:cs typeface="Archivo"/>
              <a:sym typeface="Archivo"/>
            </a:endParaRPr>
          </a:p>
        </p:txBody>
      </p:sp>
      <p:sp>
        <p:nvSpPr>
          <p:cNvPr id="1590" name="Google Shape;1590;p79"/>
          <p:cNvSpPr txBox="1"/>
          <p:nvPr/>
        </p:nvSpPr>
        <p:spPr>
          <a:xfrm>
            <a:off x="1078688" y="3090075"/>
            <a:ext cx="2143200" cy="152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Archivo Light"/>
                <a:ea typeface="Archivo Light"/>
                <a:cs typeface="Archivo Light"/>
                <a:sym typeface="Archivo Light"/>
              </a:rPr>
              <a:t>Saturn is a gas giant and has several rings. It's composed of hydrogen and helium. It was named after the Roman god of wealth and agriculture</a:t>
            </a:r>
            <a:endParaRPr>
              <a:latin typeface="Archivo Light"/>
              <a:ea typeface="Archivo Light"/>
              <a:cs typeface="Archivo Light"/>
              <a:sym typeface="Archivo Light"/>
            </a:endParaRPr>
          </a:p>
        </p:txBody>
      </p:sp>
      <p:sp>
        <p:nvSpPr>
          <p:cNvPr id="1591" name="Google Shape;1591;p79"/>
          <p:cNvSpPr txBox="1"/>
          <p:nvPr/>
        </p:nvSpPr>
        <p:spPr>
          <a:xfrm>
            <a:off x="3500400" y="2674675"/>
            <a:ext cx="21432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Archivo"/>
                <a:ea typeface="Archivo"/>
                <a:cs typeface="Archivo"/>
                <a:sym typeface="Archivo"/>
              </a:rPr>
              <a:t>Venus</a:t>
            </a:r>
            <a:endParaRPr b="1" sz="2000">
              <a:solidFill>
                <a:schemeClr val="accent1"/>
              </a:solidFill>
              <a:latin typeface="Archivo"/>
              <a:ea typeface="Archivo"/>
              <a:cs typeface="Archivo"/>
              <a:sym typeface="Archivo"/>
            </a:endParaRPr>
          </a:p>
        </p:txBody>
      </p:sp>
      <p:sp>
        <p:nvSpPr>
          <p:cNvPr id="1592" name="Google Shape;1592;p79"/>
          <p:cNvSpPr txBox="1"/>
          <p:nvPr/>
        </p:nvSpPr>
        <p:spPr>
          <a:xfrm>
            <a:off x="3500400" y="3090075"/>
            <a:ext cx="2143200" cy="152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Archivo Light"/>
                <a:ea typeface="Archivo Light"/>
                <a:cs typeface="Archivo Light"/>
                <a:sym typeface="Archivo Light"/>
              </a:rPr>
              <a:t>Venus has a beautiful name and is the second planet from the Sun. It’s terribly hot, even hotter than Mercury, and its atmosphere is poisonous</a:t>
            </a:r>
            <a:endParaRPr>
              <a:latin typeface="Archivo Light"/>
              <a:ea typeface="Archivo Light"/>
              <a:cs typeface="Archivo Light"/>
              <a:sym typeface="Archivo Light"/>
            </a:endParaRPr>
          </a:p>
        </p:txBody>
      </p:sp>
      <p:sp>
        <p:nvSpPr>
          <p:cNvPr id="1593" name="Google Shape;1593;p79"/>
          <p:cNvSpPr txBox="1"/>
          <p:nvPr/>
        </p:nvSpPr>
        <p:spPr>
          <a:xfrm>
            <a:off x="5922113" y="2674675"/>
            <a:ext cx="21432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Archivo"/>
                <a:ea typeface="Archivo"/>
                <a:cs typeface="Archivo"/>
                <a:sym typeface="Archivo"/>
              </a:rPr>
              <a:t>Jupiter</a:t>
            </a:r>
            <a:endParaRPr b="1" sz="2000">
              <a:solidFill>
                <a:schemeClr val="accent1"/>
              </a:solidFill>
              <a:latin typeface="Archivo"/>
              <a:ea typeface="Archivo"/>
              <a:cs typeface="Archivo"/>
              <a:sym typeface="Archivo"/>
            </a:endParaRPr>
          </a:p>
        </p:txBody>
      </p:sp>
      <p:sp>
        <p:nvSpPr>
          <p:cNvPr id="1594" name="Google Shape;1594;p79"/>
          <p:cNvSpPr txBox="1"/>
          <p:nvPr/>
        </p:nvSpPr>
        <p:spPr>
          <a:xfrm>
            <a:off x="5922113" y="3090075"/>
            <a:ext cx="2143200" cy="152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Archivo Light"/>
                <a:ea typeface="Archivo Light"/>
                <a:cs typeface="Archivo Light"/>
                <a:sym typeface="Archivo Light"/>
              </a:rPr>
              <a:t>Jupiter is </a:t>
            </a:r>
            <a:r>
              <a:rPr lang="en">
                <a:latin typeface="Archivo Light"/>
                <a:ea typeface="Archivo Light"/>
                <a:cs typeface="Archivo Light"/>
                <a:sym typeface="Archivo Light"/>
              </a:rPr>
              <a:t>a gas giant and </a:t>
            </a:r>
            <a:r>
              <a:rPr lang="en">
                <a:latin typeface="Archivo Light"/>
                <a:ea typeface="Archivo Light"/>
                <a:cs typeface="Archivo Light"/>
                <a:sym typeface="Archivo Light"/>
              </a:rPr>
              <a:t>the biggest planet in the Solar System. This planet was named after the Roman god of the skies and lightning</a:t>
            </a:r>
            <a:endParaRPr>
              <a:latin typeface="Archivo Light"/>
              <a:ea typeface="Archivo Light"/>
              <a:cs typeface="Archivo Light"/>
              <a:sym typeface="Archivo Light"/>
            </a:endParaRPr>
          </a:p>
        </p:txBody>
      </p:sp>
      <p:sp>
        <p:nvSpPr>
          <p:cNvPr id="1595" name="Google Shape;1595;p79"/>
          <p:cNvSpPr/>
          <p:nvPr/>
        </p:nvSpPr>
        <p:spPr>
          <a:xfrm>
            <a:off x="1078950" y="1886225"/>
            <a:ext cx="6986100" cy="4002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Write your answer</a:t>
            </a:r>
            <a:endParaRPr b="1" sz="1800">
              <a:solidFill>
                <a:schemeClr val="lt1"/>
              </a:solidFill>
              <a:latin typeface="Archivo"/>
              <a:ea typeface="Archivo"/>
              <a:cs typeface="Archivo"/>
              <a:sym typeface="Archivo"/>
            </a:endParaRPr>
          </a:p>
        </p:txBody>
      </p:sp>
      <p:sp>
        <p:nvSpPr>
          <p:cNvPr id="1596" name="Google Shape;1596;p79"/>
          <p:cNvSpPr/>
          <p:nvPr/>
        </p:nvSpPr>
        <p:spPr>
          <a:xfrm>
            <a:off x="1078950" y="1307325"/>
            <a:ext cx="6986100" cy="4002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Write your question</a:t>
            </a:r>
            <a:endParaRPr b="1" sz="1800">
              <a:solidFill>
                <a:schemeClr val="lt1"/>
              </a:solidFill>
              <a:latin typeface="Archivo"/>
              <a:ea typeface="Archivo"/>
              <a:cs typeface="Archivo"/>
              <a:sym typeface="Archivo"/>
            </a:endParaRPr>
          </a:p>
        </p:txBody>
      </p:sp>
      <p:cxnSp>
        <p:nvCxnSpPr>
          <p:cNvPr id="1597" name="Google Shape;1597;p79"/>
          <p:cNvCxnSpPr>
            <a:stCxn id="1589" idx="0"/>
            <a:endCxn id="1595" idx="2"/>
          </p:cNvCxnSpPr>
          <p:nvPr/>
        </p:nvCxnSpPr>
        <p:spPr>
          <a:xfrm rot="-5400000">
            <a:off x="3166988" y="1269775"/>
            <a:ext cx="388200" cy="2421600"/>
          </a:xfrm>
          <a:prstGeom prst="bentConnector3">
            <a:avLst>
              <a:gd fmla="val 50006" name="adj1"/>
            </a:avLst>
          </a:prstGeom>
          <a:noFill/>
          <a:ln cap="flat" cmpd="sng" w="9525">
            <a:solidFill>
              <a:schemeClr val="dk1"/>
            </a:solidFill>
            <a:prstDash val="solid"/>
            <a:round/>
            <a:headEnd len="med" w="med" type="none"/>
            <a:tailEnd len="med" w="med" type="none"/>
          </a:ln>
        </p:spPr>
      </p:cxnSp>
      <p:cxnSp>
        <p:nvCxnSpPr>
          <p:cNvPr id="1598" name="Google Shape;1598;p79"/>
          <p:cNvCxnSpPr>
            <a:stCxn id="1593" idx="0"/>
            <a:endCxn id="1595" idx="2"/>
          </p:cNvCxnSpPr>
          <p:nvPr/>
        </p:nvCxnSpPr>
        <p:spPr>
          <a:xfrm flipH="1" rot="5400000">
            <a:off x="5588813" y="1269775"/>
            <a:ext cx="388200" cy="2421600"/>
          </a:xfrm>
          <a:prstGeom prst="bentConnector3">
            <a:avLst>
              <a:gd fmla="val 50006" name="adj1"/>
            </a:avLst>
          </a:prstGeom>
          <a:noFill/>
          <a:ln cap="flat" cmpd="sng" w="9525">
            <a:solidFill>
              <a:schemeClr val="dk1"/>
            </a:solidFill>
            <a:prstDash val="solid"/>
            <a:round/>
            <a:headEnd len="med" w="med" type="none"/>
            <a:tailEnd len="med" w="med" type="none"/>
          </a:ln>
        </p:spPr>
      </p:cxnSp>
      <p:cxnSp>
        <p:nvCxnSpPr>
          <p:cNvPr id="1599" name="Google Shape;1599;p79"/>
          <p:cNvCxnSpPr>
            <a:stCxn id="1591" idx="0"/>
            <a:endCxn id="1595" idx="2"/>
          </p:cNvCxnSpPr>
          <p:nvPr/>
        </p:nvCxnSpPr>
        <p:spPr>
          <a:xfrm rot="10800000">
            <a:off x="4572000" y="2286475"/>
            <a:ext cx="0" cy="388200"/>
          </a:xfrm>
          <a:prstGeom prst="straightConnector1">
            <a:avLst/>
          </a:prstGeom>
          <a:noFill/>
          <a:ln cap="flat" cmpd="sng" w="9525">
            <a:solidFill>
              <a:schemeClr val="dk1"/>
            </a:solidFill>
            <a:prstDash val="solid"/>
            <a:round/>
            <a:headEnd len="med" w="med" type="none"/>
            <a:tailEnd len="med" w="med" type="none"/>
          </a:ln>
        </p:spPr>
      </p:cxnSp>
      <p:cxnSp>
        <p:nvCxnSpPr>
          <p:cNvPr id="1600" name="Google Shape;1600;p79"/>
          <p:cNvCxnSpPr>
            <a:stCxn id="1595" idx="0"/>
            <a:endCxn id="1596" idx="2"/>
          </p:cNvCxnSpPr>
          <p:nvPr/>
        </p:nvCxnSpPr>
        <p:spPr>
          <a:xfrm rot="10800000">
            <a:off x="4572000" y="1707425"/>
            <a:ext cx="0" cy="1788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 name="Shape 1604"/>
        <p:cNvGrpSpPr/>
        <p:nvPr/>
      </p:nvGrpSpPr>
      <p:grpSpPr>
        <a:xfrm>
          <a:off x="0" y="0"/>
          <a:ext cx="0" cy="0"/>
          <a:chOff x="0" y="0"/>
          <a:chExt cx="0" cy="0"/>
        </a:xfrm>
      </p:grpSpPr>
      <p:sp>
        <p:nvSpPr>
          <p:cNvPr id="1605" name="Google Shape;1605;p80"/>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W</a:t>
            </a:r>
            <a:r>
              <a:rPr lang="en">
                <a:solidFill>
                  <a:schemeClr val="dk1"/>
                </a:solidFill>
              </a:rPr>
              <a:t>aterfall </a:t>
            </a:r>
            <a:r>
              <a:rPr lang="en"/>
              <a:t>management plan</a:t>
            </a:r>
            <a:endParaRPr/>
          </a:p>
        </p:txBody>
      </p:sp>
      <p:cxnSp>
        <p:nvCxnSpPr>
          <p:cNvPr id="1606" name="Google Shape;1606;p80"/>
          <p:cNvCxnSpPr>
            <a:stCxn id="1607" idx="3"/>
            <a:endCxn id="1608" idx="3"/>
          </p:cNvCxnSpPr>
          <p:nvPr/>
        </p:nvCxnSpPr>
        <p:spPr>
          <a:xfrm>
            <a:off x="3224825" y="1537000"/>
            <a:ext cx="565800" cy="665700"/>
          </a:xfrm>
          <a:prstGeom prst="bentConnector3">
            <a:avLst>
              <a:gd fmla="val 142082" name="adj1"/>
            </a:avLst>
          </a:prstGeom>
          <a:noFill/>
          <a:ln cap="flat" cmpd="sng" w="9525">
            <a:solidFill>
              <a:schemeClr val="dk1"/>
            </a:solidFill>
            <a:prstDash val="solid"/>
            <a:round/>
            <a:headEnd len="med" w="med" type="none"/>
            <a:tailEnd len="med" w="med" type="none"/>
          </a:ln>
        </p:spPr>
      </p:cxnSp>
      <p:cxnSp>
        <p:nvCxnSpPr>
          <p:cNvPr id="1609" name="Google Shape;1609;p80"/>
          <p:cNvCxnSpPr>
            <a:stCxn id="1608" idx="3"/>
            <a:endCxn id="1610" idx="3"/>
          </p:cNvCxnSpPr>
          <p:nvPr/>
        </p:nvCxnSpPr>
        <p:spPr>
          <a:xfrm>
            <a:off x="3790600" y="2202638"/>
            <a:ext cx="558900" cy="671700"/>
          </a:xfrm>
          <a:prstGeom prst="bentConnector3">
            <a:avLst>
              <a:gd fmla="val 142624" name="adj1"/>
            </a:avLst>
          </a:prstGeom>
          <a:noFill/>
          <a:ln cap="flat" cmpd="sng" w="9525">
            <a:solidFill>
              <a:schemeClr val="dk1"/>
            </a:solidFill>
            <a:prstDash val="solid"/>
            <a:round/>
            <a:headEnd len="med" w="med" type="none"/>
            <a:tailEnd len="med" w="med" type="none"/>
          </a:ln>
        </p:spPr>
      </p:cxnSp>
      <p:cxnSp>
        <p:nvCxnSpPr>
          <p:cNvPr id="1611" name="Google Shape;1611;p80"/>
          <p:cNvCxnSpPr>
            <a:stCxn id="1610" idx="3"/>
            <a:endCxn id="1612" idx="3"/>
          </p:cNvCxnSpPr>
          <p:nvPr/>
        </p:nvCxnSpPr>
        <p:spPr>
          <a:xfrm>
            <a:off x="4349600" y="2874263"/>
            <a:ext cx="558900" cy="665700"/>
          </a:xfrm>
          <a:prstGeom prst="bentConnector3">
            <a:avLst>
              <a:gd fmla="val 142624" name="adj1"/>
            </a:avLst>
          </a:prstGeom>
          <a:noFill/>
          <a:ln cap="flat" cmpd="sng" w="9525">
            <a:solidFill>
              <a:schemeClr val="dk1"/>
            </a:solidFill>
            <a:prstDash val="solid"/>
            <a:round/>
            <a:headEnd len="med" w="med" type="none"/>
            <a:tailEnd len="med" w="med" type="none"/>
          </a:ln>
        </p:spPr>
      </p:cxnSp>
      <p:cxnSp>
        <p:nvCxnSpPr>
          <p:cNvPr id="1613" name="Google Shape;1613;p80"/>
          <p:cNvCxnSpPr>
            <a:stCxn id="1612" idx="3"/>
            <a:endCxn id="1614" idx="3"/>
          </p:cNvCxnSpPr>
          <p:nvPr/>
        </p:nvCxnSpPr>
        <p:spPr>
          <a:xfrm>
            <a:off x="4908600" y="3539900"/>
            <a:ext cx="558900" cy="665700"/>
          </a:xfrm>
          <a:prstGeom prst="bentConnector3">
            <a:avLst>
              <a:gd fmla="val 142624" name="adj1"/>
            </a:avLst>
          </a:prstGeom>
          <a:noFill/>
          <a:ln cap="flat" cmpd="sng" w="9525">
            <a:solidFill>
              <a:schemeClr val="dk1"/>
            </a:solidFill>
            <a:prstDash val="solid"/>
            <a:round/>
            <a:headEnd len="med" w="med" type="none"/>
            <a:tailEnd len="med" w="med" type="none"/>
          </a:ln>
        </p:spPr>
      </p:cxnSp>
      <p:sp>
        <p:nvSpPr>
          <p:cNvPr id="1615" name="Google Shape;1615;p80"/>
          <p:cNvSpPr txBox="1"/>
          <p:nvPr/>
        </p:nvSpPr>
        <p:spPr>
          <a:xfrm>
            <a:off x="4030300" y="1316500"/>
            <a:ext cx="2052600" cy="5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Mercury is the closest planet to the Sun</a:t>
            </a:r>
            <a:endParaRPr>
              <a:solidFill>
                <a:schemeClr val="dk1"/>
              </a:solidFill>
              <a:latin typeface="Archivo Light"/>
              <a:ea typeface="Archivo Light"/>
              <a:cs typeface="Archivo Light"/>
              <a:sym typeface="Archivo Light"/>
            </a:endParaRPr>
          </a:p>
        </p:txBody>
      </p:sp>
      <p:sp>
        <p:nvSpPr>
          <p:cNvPr id="1616" name="Google Shape;1616;p80"/>
          <p:cNvSpPr txBox="1"/>
          <p:nvPr/>
        </p:nvSpPr>
        <p:spPr>
          <a:xfrm>
            <a:off x="4589300" y="1985125"/>
            <a:ext cx="2052600" cy="5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Venus is the second planet from the Sun</a:t>
            </a:r>
            <a:endParaRPr>
              <a:solidFill>
                <a:schemeClr val="dk1"/>
              </a:solidFill>
              <a:latin typeface="Archivo Light"/>
              <a:ea typeface="Archivo Light"/>
              <a:cs typeface="Archivo Light"/>
              <a:sym typeface="Archivo Light"/>
            </a:endParaRPr>
          </a:p>
        </p:txBody>
      </p:sp>
      <p:sp>
        <p:nvSpPr>
          <p:cNvPr id="1617" name="Google Shape;1617;p80"/>
          <p:cNvSpPr txBox="1"/>
          <p:nvPr/>
        </p:nvSpPr>
        <p:spPr>
          <a:xfrm>
            <a:off x="5148200" y="2653750"/>
            <a:ext cx="2052600" cy="5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Jupiter is the biggest planet of them all</a:t>
            </a:r>
            <a:endParaRPr>
              <a:solidFill>
                <a:schemeClr val="dk1"/>
              </a:solidFill>
              <a:latin typeface="Archivo Light"/>
              <a:ea typeface="Archivo Light"/>
              <a:cs typeface="Archivo Light"/>
              <a:sym typeface="Archivo Light"/>
            </a:endParaRPr>
          </a:p>
        </p:txBody>
      </p:sp>
      <p:sp>
        <p:nvSpPr>
          <p:cNvPr id="1618" name="Google Shape;1618;p80"/>
          <p:cNvSpPr txBox="1"/>
          <p:nvPr/>
        </p:nvSpPr>
        <p:spPr>
          <a:xfrm>
            <a:off x="5707200" y="3322375"/>
            <a:ext cx="2052600" cy="5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Saturn is composed of hydrogen and helium</a:t>
            </a:r>
            <a:endParaRPr>
              <a:solidFill>
                <a:schemeClr val="dk1"/>
              </a:solidFill>
              <a:latin typeface="Archivo Light"/>
              <a:ea typeface="Archivo Light"/>
              <a:cs typeface="Archivo Light"/>
              <a:sym typeface="Archivo Light"/>
            </a:endParaRPr>
          </a:p>
        </p:txBody>
      </p:sp>
      <p:sp>
        <p:nvSpPr>
          <p:cNvPr id="1619" name="Google Shape;1619;p80"/>
          <p:cNvSpPr txBox="1"/>
          <p:nvPr/>
        </p:nvSpPr>
        <p:spPr>
          <a:xfrm>
            <a:off x="6272825" y="3998200"/>
            <a:ext cx="2052600" cy="5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Despite being red, Mars is actually a cold place</a:t>
            </a:r>
            <a:endParaRPr>
              <a:solidFill>
                <a:schemeClr val="dk1"/>
              </a:solidFill>
              <a:latin typeface="Archivo Light"/>
              <a:ea typeface="Archivo Light"/>
              <a:cs typeface="Archivo Light"/>
              <a:sym typeface="Archivo Light"/>
            </a:endParaRPr>
          </a:p>
        </p:txBody>
      </p:sp>
      <p:sp>
        <p:nvSpPr>
          <p:cNvPr id="1607" name="Google Shape;1607;p80"/>
          <p:cNvSpPr/>
          <p:nvPr/>
        </p:nvSpPr>
        <p:spPr>
          <a:xfrm>
            <a:off x="818525" y="1360600"/>
            <a:ext cx="24063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R</a:t>
            </a:r>
            <a:r>
              <a:rPr b="1" lang="en" sz="1800">
                <a:solidFill>
                  <a:schemeClr val="lt1"/>
                </a:solidFill>
                <a:latin typeface="Archivo"/>
                <a:ea typeface="Archivo"/>
                <a:cs typeface="Archivo"/>
                <a:sym typeface="Archivo"/>
              </a:rPr>
              <a:t>equirements</a:t>
            </a:r>
            <a:endParaRPr b="1" sz="1800">
              <a:solidFill>
                <a:schemeClr val="lt1"/>
              </a:solidFill>
              <a:latin typeface="Archivo"/>
              <a:ea typeface="Archivo"/>
              <a:cs typeface="Archivo"/>
              <a:sym typeface="Archivo"/>
            </a:endParaRPr>
          </a:p>
        </p:txBody>
      </p:sp>
      <p:sp>
        <p:nvSpPr>
          <p:cNvPr id="1608" name="Google Shape;1608;p80"/>
          <p:cNvSpPr/>
          <p:nvPr/>
        </p:nvSpPr>
        <p:spPr>
          <a:xfrm>
            <a:off x="1384300" y="2026238"/>
            <a:ext cx="24063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Design</a:t>
            </a:r>
            <a:endParaRPr b="1" sz="1800">
              <a:solidFill>
                <a:schemeClr val="lt1"/>
              </a:solidFill>
              <a:latin typeface="Archivo"/>
              <a:ea typeface="Archivo"/>
              <a:cs typeface="Archivo"/>
              <a:sym typeface="Archivo"/>
            </a:endParaRPr>
          </a:p>
        </p:txBody>
      </p:sp>
      <p:sp>
        <p:nvSpPr>
          <p:cNvPr id="1610" name="Google Shape;1610;p80"/>
          <p:cNvSpPr/>
          <p:nvPr/>
        </p:nvSpPr>
        <p:spPr>
          <a:xfrm>
            <a:off x="1943300" y="2697863"/>
            <a:ext cx="24063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Implementation</a:t>
            </a:r>
            <a:endParaRPr b="1" sz="1800">
              <a:solidFill>
                <a:schemeClr val="lt1"/>
              </a:solidFill>
              <a:latin typeface="Archivo"/>
              <a:ea typeface="Archivo"/>
              <a:cs typeface="Archivo"/>
              <a:sym typeface="Archivo"/>
            </a:endParaRPr>
          </a:p>
        </p:txBody>
      </p:sp>
      <p:sp>
        <p:nvSpPr>
          <p:cNvPr id="1612" name="Google Shape;1612;p80"/>
          <p:cNvSpPr/>
          <p:nvPr/>
        </p:nvSpPr>
        <p:spPr>
          <a:xfrm>
            <a:off x="2502300" y="3363500"/>
            <a:ext cx="24063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Verification</a:t>
            </a:r>
            <a:endParaRPr b="1" sz="1800">
              <a:solidFill>
                <a:schemeClr val="lt1"/>
              </a:solidFill>
              <a:latin typeface="Archivo"/>
              <a:ea typeface="Archivo"/>
              <a:cs typeface="Archivo"/>
              <a:sym typeface="Archivo"/>
            </a:endParaRPr>
          </a:p>
        </p:txBody>
      </p:sp>
      <p:sp>
        <p:nvSpPr>
          <p:cNvPr id="1614" name="Google Shape;1614;p80"/>
          <p:cNvSpPr/>
          <p:nvPr/>
        </p:nvSpPr>
        <p:spPr>
          <a:xfrm>
            <a:off x="3061300" y="4029125"/>
            <a:ext cx="24063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Maintenance</a:t>
            </a:r>
            <a:endParaRPr b="1" sz="1800">
              <a:solidFill>
                <a:schemeClr val="lt1"/>
              </a:solidFill>
              <a:latin typeface="Archivo"/>
              <a:ea typeface="Archivo"/>
              <a:cs typeface="Archivo"/>
              <a:sym typeface="Archivo"/>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3" name="Shape 1623"/>
        <p:cNvGrpSpPr/>
        <p:nvPr/>
      </p:nvGrpSpPr>
      <p:grpSpPr>
        <a:xfrm>
          <a:off x="0" y="0"/>
          <a:ext cx="0" cy="0"/>
          <a:chOff x="0" y="0"/>
          <a:chExt cx="0" cy="0"/>
        </a:xfrm>
      </p:grpSpPr>
      <p:sp>
        <p:nvSpPr>
          <p:cNvPr id="1624" name="Google Shape;1624;p81"/>
          <p:cNvSpPr/>
          <p:nvPr/>
        </p:nvSpPr>
        <p:spPr>
          <a:xfrm>
            <a:off x="6760950" y="3361825"/>
            <a:ext cx="920400" cy="9204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25" name="Google Shape;1625;p81"/>
          <p:cNvSpPr/>
          <p:nvPr/>
        </p:nvSpPr>
        <p:spPr>
          <a:xfrm>
            <a:off x="4111800" y="3361825"/>
            <a:ext cx="920400" cy="9204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26" name="Google Shape;1626;p81"/>
          <p:cNvSpPr/>
          <p:nvPr/>
        </p:nvSpPr>
        <p:spPr>
          <a:xfrm>
            <a:off x="1462650" y="3361825"/>
            <a:ext cx="920400" cy="9204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27" name="Google Shape;1627;p81"/>
          <p:cNvSpPr txBox="1"/>
          <p:nvPr>
            <p:ph idx="1" type="subTitle"/>
          </p:nvPr>
        </p:nvSpPr>
        <p:spPr>
          <a:xfrm>
            <a:off x="713250" y="2124825"/>
            <a:ext cx="2419200" cy="9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in the Solar System</a:t>
            </a:r>
            <a:endParaRPr/>
          </a:p>
        </p:txBody>
      </p:sp>
      <p:sp>
        <p:nvSpPr>
          <p:cNvPr id="1628" name="Google Shape;1628;p81"/>
          <p:cNvSpPr txBox="1"/>
          <p:nvPr>
            <p:ph idx="2" type="subTitle"/>
          </p:nvPr>
        </p:nvSpPr>
        <p:spPr>
          <a:xfrm>
            <a:off x="6011550" y="2124825"/>
            <a:ext cx="2419200" cy="9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629" name="Google Shape;1629;p81"/>
          <p:cNvSpPr txBox="1"/>
          <p:nvPr>
            <p:ph type="title"/>
          </p:nvPr>
        </p:nvSpPr>
        <p:spPr>
          <a:xfrm>
            <a:off x="1266300" y="3496825"/>
            <a:ext cx="1313100" cy="65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1630" name="Google Shape;1630;p81"/>
          <p:cNvSpPr txBox="1"/>
          <p:nvPr>
            <p:ph idx="3" type="title"/>
          </p:nvPr>
        </p:nvSpPr>
        <p:spPr>
          <a:xfrm>
            <a:off x="6564600" y="3496825"/>
            <a:ext cx="1313100" cy="65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70%</a:t>
            </a:r>
            <a:endParaRPr/>
          </a:p>
        </p:txBody>
      </p:sp>
      <p:sp>
        <p:nvSpPr>
          <p:cNvPr id="1631" name="Google Shape;1631;p81"/>
          <p:cNvSpPr txBox="1"/>
          <p:nvPr>
            <p:ph idx="4" type="subTitle"/>
          </p:nvPr>
        </p:nvSpPr>
        <p:spPr>
          <a:xfrm>
            <a:off x="3362400" y="2124825"/>
            <a:ext cx="2419200" cy="9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a:p>
            <a:pPr indent="0" lvl="0" marL="0" rtl="0" algn="ctr">
              <a:spcBef>
                <a:spcPts val="0"/>
              </a:spcBef>
              <a:spcAft>
                <a:spcPts val="0"/>
              </a:spcAft>
              <a:buNone/>
            </a:pPr>
            <a:r>
              <a:t/>
            </a:r>
            <a:endParaRPr/>
          </a:p>
        </p:txBody>
      </p:sp>
      <p:sp>
        <p:nvSpPr>
          <p:cNvPr id="1632" name="Google Shape;1632;p81"/>
          <p:cNvSpPr txBox="1"/>
          <p:nvPr>
            <p:ph idx="5" type="title"/>
          </p:nvPr>
        </p:nvSpPr>
        <p:spPr>
          <a:xfrm>
            <a:off x="3915450" y="3496825"/>
            <a:ext cx="1313100" cy="65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1633" name="Google Shape;1633;p81"/>
          <p:cNvSpPr txBox="1"/>
          <p:nvPr>
            <p:ph idx="6" type="title"/>
          </p:nvPr>
        </p:nvSpPr>
        <p:spPr>
          <a:xfrm>
            <a:off x="713250" y="1501625"/>
            <a:ext cx="24192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1634" name="Google Shape;1634;p81"/>
          <p:cNvSpPr txBox="1"/>
          <p:nvPr>
            <p:ph idx="7" type="title"/>
          </p:nvPr>
        </p:nvSpPr>
        <p:spPr>
          <a:xfrm>
            <a:off x="3362400" y="1501625"/>
            <a:ext cx="24192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Standard</a:t>
            </a:r>
            <a:endParaRPr/>
          </a:p>
        </p:txBody>
      </p:sp>
      <p:sp>
        <p:nvSpPr>
          <p:cNvPr id="1635" name="Google Shape;1635;p81"/>
          <p:cNvSpPr txBox="1"/>
          <p:nvPr>
            <p:ph idx="8" type="title"/>
          </p:nvPr>
        </p:nvSpPr>
        <p:spPr>
          <a:xfrm>
            <a:off x="6011550" y="1501625"/>
            <a:ext cx="24192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Advanced</a:t>
            </a:r>
            <a:endParaRPr/>
          </a:p>
        </p:txBody>
      </p:sp>
      <p:sp>
        <p:nvSpPr>
          <p:cNvPr id="1636" name="Google Shape;1636;p81"/>
          <p:cNvSpPr txBox="1"/>
          <p:nvPr>
            <p:ph idx="9"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M</a:t>
            </a:r>
            <a:r>
              <a:rPr lang="en">
                <a:solidFill>
                  <a:schemeClr val="dk1"/>
                </a:solidFill>
              </a:rPr>
              <a:t>aturity</a:t>
            </a:r>
            <a:r>
              <a:rPr lang="en"/>
              <a:t> model</a:t>
            </a:r>
            <a:endParaRPr/>
          </a:p>
        </p:txBody>
      </p:sp>
      <p:cxnSp>
        <p:nvCxnSpPr>
          <p:cNvPr id="1637" name="Google Shape;1637;p81"/>
          <p:cNvCxnSpPr>
            <a:stCxn id="1633" idx="2"/>
            <a:endCxn id="1627" idx="0"/>
          </p:cNvCxnSpPr>
          <p:nvPr/>
        </p:nvCxnSpPr>
        <p:spPr>
          <a:xfrm>
            <a:off x="1922850" y="1901825"/>
            <a:ext cx="0" cy="222900"/>
          </a:xfrm>
          <a:prstGeom prst="straightConnector1">
            <a:avLst/>
          </a:prstGeom>
          <a:noFill/>
          <a:ln cap="flat" cmpd="sng" w="9525">
            <a:solidFill>
              <a:schemeClr val="dk1"/>
            </a:solidFill>
            <a:prstDash val="solid"/>
            <a:round/>
            <a:headEnd len="med" w="med" type="none"/>
            <a:tailEnd len="med" w="med" type="none"/>
          </a:ln>
        </p:spPr>
      </p:cxnSp>
      <p:cxnSp>
        <p:nvCxnSpPr>
          <p:cNvPr id="1638" name="Google Shape;1638;p81"/>
          <p:cNvCxnSpPr>
            <a:stCxn id="1627" idx="2"/>
            <a:endCxn id="1626" idx="0"/>
          </p:cNvCxnSpPr>
          <p:nvPr/>
        </p:nvCxnSpPr>
        <p:spPr>
          <a:xfrm>
            <a:off x="1922850" y="3045225"/>
            <a:ext cx="0" cy="316500"/>
          </a:xfrm>
          <a:prstGeom prst="straightConnector1">
            <a:avLst/>
          </a:prstGeom>
          <a:noFill/>
          <a:ln cap="flat" cmpd="sng" w="9525">
            <a:solidFill>
              <a:schemeClr val="dk1"/>
            </a:solidFill>
            <a:prstDash val="solid"/>
            <a:round/>
            <a:headEnd len="med" w="med" type="none"/>
            <a:tailEnd len="med" w="med" type="none"/>
          </a:ln>
        </p:spPr>
      </p:cxnSp>
      <p:cxnSp>
        <p:nvCxnSpPr>
          <p:cNvPr id="1639" name="Google Shape;1639;p81"/>
          <p:cNvCxnSpPr>
            <a:stCxn id="1634" idx="2"/>
            <a:endCxn id="1631" idx="0"/>
          </p:cNvCxnSpPr>
          <p:nvPr/>
        </p:nvCxnSpPr>
        <p:spPr>
          <a:xfrm>
            <a:off x="4572000" y="1901825"/>
            <a:ext cx="0" cy="222900"/>
          </a:xfrm>
          <a:prstGeom prst="straightConnector1">
            <a:avLst/>
          </a:prstGeom>
          <a:noFill/>
          <a:ln cap="flat" cmpd="sng" w="9525">
            <a:solidFill>
              <a:schemeClr val="dk1"/>
            </a:solidFill>
            <a:prstDash val="solid"/>
            <a:round/>
            <a:headEnd len="med" w="med" type="none"/>
            <a:tailEnd len="med" w="med" type="none"/>
          </a:ln>
        </p:spPr>
      </p:cxnSp>
      <p:cxnSp>
        <p:nvCxnSpPr>
          <p:cNvPr id="1640" name="Google Shape;1640;p81"/>
          <p:cNvCxnSpPr>
            <a:stCxn id="1631" idx="2"/>
            <a:endCxn id="1625" idx="0"/>
          </p:cNvCxnSpPr>
          <p:nvPr/>
        </p:nvCxnSpPr>
        <p:spPr>
          <a:xfrm>
            <a:off x="4572000" y="3045225"/>
            <a:ext cx="0" cy="316500"/>
          </a:xfrm>
          <a:prstGeom prst="straightConnector1">
            <a:avLst/>
          </a:prstGeom>
          <a:noFill/>
          <a:ln cap="flat" cmpd="sng" w="9525">
            <a:solidFill>
              <a:schemeClr val="dk1"/>
            </a:solidFill>
            <a:prstDash val="solid"/>
            <a:round/>
            <a:headEnd len="med" w="med" type="none"/>
            <a:tailEnd len="med" w="med" type="none"/>
          </a:ln>
        </p:spPr>
      </p:cxnSp>
      <p:cxnSp>
        <p:nvCxnSpPr>
          <p:cNvPr id="1641" name="Google Shape;1641;p81"/>
          <p:cNvCxnSpPr>
            <a:stCxn id="1635" idx="2"/>
            <a:endCxn id="1628" idx="0"/>
          </p:cNvCxnSpPr>
          <p:nvPr/>
        </p:nvCxnSpPr>
        <p:spPr>
          <a:xfrm>
            <a:off x="7221150" y="1901825"/>
            <a:ext cx="0" cy="222900"/>
          </a:xfrm>
          <a:prstGeom prst="straightConnector1">
            <a:avLst/>
          </a:prstGeom>
          <a:noFill/>
          <a:ln cap="flat" cmpd="sng" w="9525">
            <a:solidFill>
              <a:schemeClr val="dk1"/>
            </a:solidFill>
            <a:prstDash val="solid"/>
            <a:round/>
            <a:headEnd len="med" w="med" type="none"/>
            <a:tailEnd len="med" w="med" type="none"/>
          </a:ln>
        </p:spPr>
      </p:cxnSp>
      <p:cxnSp>
        <p:nvCxnSpPr>
          <p:cNvPr id="1642" name="Google Shape;1642;p81"/>
          <p:cNvCxnSpPr>
            <a:stCxn id="1628" idx="2"/>
            <a:endCxn id="1624" idx="0"/>
          </p:cNvCxnSpPr>
          <p:nvPr/>
        </p:nvCxnSpPr>
        <p:spPr>
          <a:xfrm>
            <a:off x="7221150" y="3045225"/>
            <a:ext cx="0" cy="3165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6" name="Shape 1646"/>
        <p:cNvGrpSpPr/>
        <p:nvPr/>
      </p:nvGrpSpPr>
      <p:grpSpPr>
        <a:xfrm>
          <a:off x="0" y="0"/>
          <a:ext cx="0" cy="0"/>
          <a:chOff x="0" y="0"/>
          <a:chExt cx="0" cy="0"/>
        </a:xfrm>
      </p:grpSpPr>
      <p:sp>
        <p:nvSpPr>
          <p:cNvPr id="1647" name="Google Shape;1647;p82"/>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P</a:t>
            </a:r>
            <a:r>
              <a:rPr lang="en">
                <a:solidFill>
                  <a:schemeClr val="dk1"/>
                </a:solidFill>
              </a:rPr>
              <a:t>rofitability</a:t>
            </a:r>
            <a:r>
              <a:rPr lang="en">
                <a:solidFill>
                  <a:schemeClr val="accent1"/>
                </a:solidFill>
              </a:rPr>
              <a:t> </a:t>
            </a:r>
            <a:r>
              <a:rPr lang="en"/>
              <a:t>ratios</a:t>
            </a:r>
            <a:endParaRPr/>
          </a:p>
        </p:txBody>
      </p:sp>
      <p:cxnSp>
        <p:nvCxnSpPr>
          <p:cNvPr id="1648" name="Google Shape;1648;p82"/>
          <p:cNvCxnSpPr/>
          <p:nvPr/>
        </p:nvCxnSpPr>
        <p:spPr>
          <a:xfrm>
            <a:off x="3126150" y="1837711"/>
            <a:ext cx="5298000" cy="0"/>
          </a:xfrm>
          <a:prstGeom prst="straightConnector1">
            <a:avLst/>
          </a:prstGeom>
          <a:noFill/>
          <a:ln cap="flat" cmpd="sng" w="9525">
            <a:solidFill>
              <a:schemeClr val="dk1"/>
            </a:solidFill>
            <a:prstDash val="solid"/>
            <a:round/>
            <a:headEnd len="med" w="med" type="none"/>
            <a:tailEnd len="med" w="med" type="none"/>
          </a:ln>
        </p:spPr>
      </p:cxnSp>
      <p:cxnSp>
        <p:nvCxnSpPr>
          <p:cNvPr id="1649" name="Google Shape;1649;p82"/>
          <p:cNvCxnSpPr/>
          <p:nvPr/>
        </p:nvCxnSpPr>
        <p:spPr>
          <a:xfrm>
            <a:off x="3126150" y="2371786"/>
            <a:ext cx="5298000" cy="0"/>
          </a:xfrm>
          <a:prstGeom prst="straightConnector1">
            <a:avLst/>
          </a:prstGeom>
          <a:noFill/>
          <a:ln cap="flat" cmpd="sng" w="9525">
            <a:solidFill>
              <a:schemeClr val="dk1"/>
            </a:solidFill>
            <a:prstDash val="solid"/>
            <a:round/>
            <a:headEnd len="med" w="med" type="none"/>
            <a:tailEnd len="med" w="med" type="none"/>
          </a:ln>
        </p:spPr>
      </p:cxnSp>
      <p:cxnSp>
        <p:nvCxnSpPr>
          <p:cNvPr id="1650" name="Google Shape;1650;p82"/>
          <p:cNvCxnSpPr/>
          <p:nvPr/>
        </p:nvCxnSpPr>
        <p:spPr>
          <a:xfrm>
            <a:off x="3126150" y="2905861"/>
            <a:ext cx="5298000" cy="0"/>
          </a:xfrm>
          <a:prstGeom prst="straightConnector1">
            <a:avLst/>
          </a:prstGeom>
          <a:noFill/>
          <a:ln cap="flat" cmpd="sng" w="9525">
            <a:solidFill>
              <a:schemeClr val="dk1"/>
            </a:solidFill>
            <a:prstDash val="solid"/>
            <a:round/>
            <a:headEnd len="med" w="med" type="none"/>
            <a:tailEnd len="med" w="med" type="none"/>
          </a:ln>
        </p:spPr>
      </p:cxnSp>
      <p:cxnSp>
        <p:nvCxnSpPr>
          <p:cNvPr id="1651" name="Google Shape;1651;p82"/>
          <p:cNvCxnSpPr/>
          <p:nvPr/>
        </p:nvCxnSpPr>
        <p:spPr>
          <a:xfrm>
            <a:off x="3126150" y="3439936"/>
            <a:ext cx="5298000" cy="0"/>
          </a:xfrm>
          <a:prstGeom prst="straightConnector1">
            <a:avLst/>
          </a:prstGeom>
          <a:noFill/>
          <a:ln cap="flat" cmpd="sng" w="9525">
            <a:solidFill>
              <a:schemeClr val="dk1"/>
            </a:solidFill>
            <a:prstDash val="solid"/>
            <a:round/>
            <a:headEnd len="med" w="med" type="none"/>
            <a:tailEnd len="med" w="med" type="none"/>
          </a:ln>
        </p:spPr>
      </p:cxnSp>
      <p:cxnSp>
        <p:nvCxnSpPr>
          <p:cNvPr id="1652" name="Google Shape;1652;p82"/>
          <p:cNvCxnSpPr/>
          <p:nvPr/>
        </p:nvCxnSpPr>
        <p:spPr>
          <a:xfrm>
            <a:off x="3126150" y="3974011"/>
            <a:ext cx="5298000" cy="0"/>
          </a:xfrm>
          <a:prstGeom prst="straightConnector1">
            <a:avLst/>
          </a:prstGeom>
          <a:noFill/>
          <a:ln cap="flat" cmpd="sng" w="9525">
            <a:solidFill>
              <a:schemeClr val="dk1"/>
            </a:solidFill>
            <a:prstDash val="solid"/>
            <a:round/>
            <a:headEnd len="med" w="med" type="none"/>
            <a:tailEnd len="med" w="med" type="none"/>
          </a:ln>
        </p:spPr>
      </p:cxnSp>
      <p:sp>
        <p:nvSpPr>
          <p:cNvPr id="1653" name="Google Shape;1653;p82"/>
          <p:cNvSpPr txBox="1"/>
          <p:nvPr/>
        </p:nvSpPr>
        <p:spPr>
          <a:xfrm>
            <a:off x="4346900" y="4419600"/>
            <a:ext cx="1214100" cy="18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Company 1</a:t>
            </a:r>
            <a:endParaRPr>
              <a:solidFill>
                <a:schemeClr val="dk1"/>
              </a:solidFill>
              <a:latin typeface="Archivo Light"/>
              <a:ea typeface="Archivo Light"/>
              <a:cs typeface="Archivo Light"/>
              <a:sym typeface="Archivo Light"/>
            </a:endParaRPr>
          </a:p>
        </p:txBody>
      </p:sp>
      <p:sp>
        <p:nvSpPr>
          <p:cNvPr id="1654" name="Google Shape;1654;p82"/>
          <p:cNvSpPr txBox="1"/>
          <p:nvPr/>
        </p:nvSpPr>
        <p:spPr>
          <a:xfrm>
            <a:off x="5816425" y="4419600"/>
            <a:ext cx="1214100" cy="18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Company 2</a:t>
            </a:r>
            <a:endParaRPr>
              <a:solidFill>
                <a:schemeClr val="dk1"/>
              </a:solidFill>
              <a:latin typeface="Archivo Light"/>
              <a:ea typeface="Archivo Light"/>
              <a:cs typeface="Archivo Light"/>
              <a:sym typeface="Archivo Light"/>
            </a:endParaRPr>
          </a:p>
        </p:txBody>
      </p:sp>
      <p:sp>
        <p:nvSpPr>
          <p:cNvPr id="1655" name="Google Shape;1655;p82"/>
          <p:cNvSpPr txBox="1"/>
          <p:nvPr/>
        </p:nvSpPr>
        <p:spPr>
          <a:xfrm>
            <a:off x="7285950" y="4419600"/>
            <a:ext cx="1172400" cy="18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rchivo Light"/>
                <a:ea typeface="Archivo Light"/>
                <a:cs typeface="Archivo Light"/>
                <a:sym typeface="Archivo Light"/>
              </a:rPr>
              <a:t>Company 3</a:t>
            </a:r>
            <a:endParaRPr>
              <a:solidFill>
                <a:schemeClr val="dk1"/>
              </a:solidFill>
              <a:latin typeface="Archivo Light"/>
              <a:ea typeface="Archivo Light"/>
              <a:cs typeface="Archivo Light"/>
              <a:sym typeface="Archivo Light"/>
            </a:endParaRPr>
          </a:p>
        </p:txBody>
      </p:sp>
      <p:sp>
        <p:nvSpPr>
          <p:cNvPr id="1656" name="Google Shape;1656;p82"/>
          <p:cNvSpPr/>
          <p:nvPr/>
        </p:nvSpPr>
        <p:spPr>
          <a:xfrm>
            <a:off x="713225" y="1646675"/>
            <a:ext cx="28872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R</a:t>
            </a:r>
            <a:r>
              <a:rPr b="1" lang="en">
                <a:solidFill>
                  <a:schemeClr val="lt1"/>
                </a:solidFill>
                <a:latin typeface="Archivo"/>
                <a:ea typeface="Archivo"/>
                <a:cs typeface="Archivo"/>
                <a:sym typeface="Archivo"/>
              </a:rPr>
              <a:t>eturn on sales (%)</a:t>
            </a:r>
            <a:endParaRPr b="1">
              <a:solidFill>
                <a:schemeClr val="lt1"/>
              </a:solidFill>
              <a:latin typeface="Archivo"/>
              <a:ea typeface="Archivo"/>
              <a:cs typeface="Archivo"/>
              <a:sym typeface="Archivo"/>
            </a:endParaRPr>
          </a:p>
        </p:txBody>
      </p:sp>
      <p:sp>
        <p:nvSpPr>
          <p:cNvPr id="1657" name="Google Shape;1657;p82"/>
          <p:cNvSpPr/>
          <p:nvPr/>
        </p:nvSpPr>
        <p:spPr>
          <a:xfrm>
            <a:off x="713225" y="2195375"/>
            <a:ext cx="28872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Return on equity (%)</a:t>
            </a:r>
            <a:endParaRPr b="1">
              <a:solidFill>
                <a:schemeClr val="lt1"/>
              </a:solidFill>
              <a:latin typeface="Archivo"/>
              <a:ea typeface="Archivo"/>
              <a:cs typeface="Archivo"/>
              <a:sym typeface="Archivo"/>
            </a:endParaRPr>
          </a:p>
        </p:txBody>
      </p:sp>
      <p:sp>
        <p:nvSpPr>
          <p:cNvPr id="1658" name="Google Shape;1658;p82"/>
          <p:cNvSpPr/>
          <p:nvPr/>
        </p:nvSpPr>
        <p:spPr>
          <a:xfrm>
            <a:off x="713225" y="2729450"/>
            <a:ext cx="28872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Return on net assets (%)</a:t>
            </a:r>
            <a:endParaRPr b="1">
              <a:solidFill>
                <a:schemeClr val="lt1"/>
              </a:solidFill>
              <a:latin typeface="Archivo"/>
              <a:ea typeface="Archivo"/>
              <a:cs typeface="Archivo"/>
              <a:sym typeface="Archivo"/>
            </a:endParaRPr>
          </a:p>
        </p:txBody>
      </p:sp>
      <p:sp>
        <p:nvSpPr>
          <p:cNvPr id="1659" name="Google Shape;1659;p82"/>
          <p:cNvSpPr/>
          <p:nvPr/>
        </p:nvSpPr>
        <p:spPr>
          <a:xfrm>
            <a:off x="713225" y="3233600"/>
            <a:ext cx="28872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Return capital employed (%)</a:t>
            </a:r>
            <a:endParaRPr b="1">
              <a:solidFill>
                <a:schemeClr val="lt1"/>
              </a:solidFill>
              <a:latin typeface="Archivo"/>
              <a:ea typeface="Archivo"/>
              <a:cs typeface="Archivo"/>
              <a:sym typeface="Archivo"/>
            </a:endParaRPr>
          </a:p>
        </p:txBody>
      </p:sp>
      <p:sp>
        <p:nvSpPr>
          <p:cNvPr id="1660" name="Google Shape;1660;p82"/>
          <p:cNvSpPr/>
          <p:nvPr/>
        </p:nvSpPr>
        <p:spPr>
          <a:xfrm>
            <a:off x="713225" y="3767675"/>
            <a:ext cx="2887200" cy="352800"/>
          </a:xfrm>
          <a:prstGeom prst="roundRect">
            <a:avLst>
              <a:gd fmla="val 50000" name="adj"/>
            </a:avLst>
          </a:pr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Return on funds employed (%)</a:t>
            </a:r>
            <a:endParaRPr b="1">
              <a:solidFill>
                <a:schemeClr val="lt1"/>
              </a:solidFill>
              <a:latin typeface="Archivo"/>
              <a:ea typeface="Archivo"/>
              <a:cs typeface="Archivo"/>
              <a:sym typeface="Archivo"/>
            </a:endParaRPr>
          </a:p>
        </p:txBody>
      </p:sp>
      <p:sp>
        <p:nvSpPr>
          <p:cNvPr id="1661" name="Google Shape;1661;p82"/>
          <p:cNvSpPr/>
          <p:nvPr/>
        </p:nvSpPr>
        <p:spPr>
          <a:xfrm>
            <a:off x="3537300" y="1079600"/>
            <a:ext cx="1282500" cy="3528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Worst peer</a:t>
            </a:r>
            <a:endParaRPr b="1">
              <a:solidFill>
                <a:schemeClr val="lt1"/>
              </a:solidFill>
              <a:latin typeface="Archivo"/>
              <a:ea typeface="Archivo"/>
              <a:cs typeface="Archivo"/>
              <a:sym typeface="Archivo"/>
            </a:endParaRPr>
          </a:p>
        </p:txBody>
      </p:sp>
      <p:sp>
        <p:nvSpPr>
          <p:cNvPr id="1662" name="Google Shape;1662;p82"/>
          <p:cNvSpPr/>
          <p:nvPr/>
        </p:nvSpPr>
        <p:spPr>
          <a:xfrm>
            <a:off x="7173075" y="1079600"/>
            <a:ext cx="1282500" cy="352800"/>
          </a:xfrm>
          <a:prstGeom prst="roundRect">
            <a:avLst>
              <a:gd fmla="val 50000" name="adj"/>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chivo"/>
                <a:ea typeface="Archivo"/>
                <a:cs typeface="Archivo"/>
                <a:sym typeface="Archivo"/>
              </a:rPr>
              <a:t>Best peer</a:t>
            </a:r>
            <a:endParaRPr b="1">
              <a:solidFill>
                <a:schemeClr val="lt1"/>
              </a:solidFill>
              <a:latin typeface="Archivo"/>
              <a:ea typeface="Archivo"/>
              <a:cs typeface="Archivo"/>
              <a:sym typeface="Archivo"/>
            </a:endParaRPr>
          </a:p>
        </p:txBody>
      </p:sp>
      <p:sp>
        <p:nvSpPr>
          <p:cNvPr id="1663" name="Google Shape;1663;p82"/>
          <p:cNvSpPr/>
          <p:nvPr/>
        </p:nvSpPr>
        <p:spPr>
          <a:xfrm>
            <a:off x="4102638" y="4370400"/>
            <a:ext cx="233100" cy="233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2"/>
          <p:cNvSpPr/>
          <p:nvPr/>
        </p:nvSpPr>
        <p:spPr>
          <a:xfrm>
            <a:off x="5572163" y="4370400"/>
            <a:ext cx="233100" cy="23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2"/>
          <p:cNvSpPr/>
          <p:nvPr/>
        </p:nvSpPr>
        <p:spPr>
          <a:xfrm>
            <a:off x="7041688" y="4370400"/>
            <a:ext cx="233100" cy="23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2"/>
          <p:cNvSpPr/>
          <p:nvPr/>
        </p:nvSpPr>
        <p:spPr>
          <a:xfrm>
            <a:off x="4050225" y="1581194"/>
            <a:ext cx="494100" cy="494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67" name="Google Shape;1667;p82"/>
          <p:cNvSpPr/>
          <p:nvPr/>
        </p:nvSpPr>
        <p:spPr>
          <a:xfrm>
            <a:off x="5116500" y="2124713"/>
            <a:ext cx="494100" cy="494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68" name="Google Shape;1668;p82"/>
          <p:cNvSpPr/>
          <p:nvPr/>
        </p:nvSpPr>
        <p:spPr>
          <a:xfrm>
            <a:off x="4124550" y="3682707"/>
            <a:ext cx="494100" cy="494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69" name="Google Shape;1669;p82"/>
          <p:cNvSpPr/>
          <p:nvPr/>
        </p:nvSpPr>
        <p:spPr>
          <a:xfrm>
            <a:off x="5393225" y="1581194"/>
            <a:ext cx="494100" cy="494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70" name="Google Shape;1670;p82"/>
          <p:cNvSpPr/>
          <p:nvPr/>
        </p:nvSpPr>
        <p:spPr>
          <a:xfrm>
            <a:off x="7072875" y="2655419"/>
            <a:ext cx="494100" cy="494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71" name="Google Shape;1671;p82"/>
          <p:cNvSpPr/>
          <p:nvPr/>
        </p:nvSpPr>
        <p:spPr>
          <a:xfrm>
            <a:off x="7567275" y="1581194"/>
            <a:ext cx="494100" cy="49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72" name="Google Shape;1672;p82"/>
          <p:cNvSpPr/>
          <p:nvPr/>
        </p:nvSpPr>
        <p:spPr>
          <a:xfrm>
            <a:off x="4124550" y="2655419"/>
            <a:ext cx="494100" cy="49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73" name="Google Shape;1673;p82"/>
          <p:cNvSpPr/>
          <p:nvPr/>
        </p:nvSpPr>
        <p:spPr>
          <a:xfrm>
            <a:off x="5204250" y="3148638"/>
            <a:ext cx="494100" cy="49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
        <p:nvSpPr>
          <p:cNvPr id="1674" name="Google Shape;1674;p82"/>
          <p:cNvSpPr/>
          <p:nvPr/>
        </p:nvSpPr>
        <p:spPr>
          <a:xfrm>
            <a:off x="7233700" y="3682707"/>
            <a:ext cx="494100" cy="494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rchivo Light"/>
                <a:ea typeface="Archivo Light"/>
                <a:cs typeface="Archivo Light"/>
                <a:sym typeface="Archivo Light"/>
              </a:rPr>
              <a:t>%</a:t>
            </a:r>
            <a:endParaRPr>
              <a:solidFill>
                <a:schemeClr val="lt1"/>
              </a:solidFill>
              <a:latin typeface="Archivo Light"/>
              <a:ea typeface="Archivo Light"/>
              <a:cs typeface="Archivo Light"/>
              <a:sym typeface="Archivo Light"/>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8" name="Shape 1678"/>
        <p:cNvGrpSpPr/>
        <p:nvPr/>
      </p:nvGrpSpPr>
      <p:grpSpPr>
        <a:xfrm>
          <a:off x="0" y="0"/>
          <a:ext cx="0" cy="0"/>
          <a:chOff x="0" y="0"/>
          <a:chExt cx="0" cy="0"/>
        </a:xfrm>
      </p:grpSpPr>
      <p:sp>
        <p:nvSpPr>
          <p:cNvPr id="1679" name="Google Shape;1679;p83"/>
          <p:cNvSpPr/>
          <p:nvPr/>
        </p:nvSpPr>
        <p:spPr>
          <a:xfrm>
            <a:off x="1225128" y="4035306"/>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80" name="Google Shape;1680;p83"/>
          <p:cNvSpPr/>
          <p:nvPr/>
        </p:nvSpPr>
        <p:spPr>
          <a:xfrm>
            <a:off x="1225128" y="3335430"/>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81" name="Google Shape;1681;p83"/>
          <p:cNvSpPr/>
          <p:nvPr/>
        </p:nvSpPr>
        <p:spPr>
          <a:xfrm>
            <a:off x="1225128" y="2635544"/>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82" name="Google Shape;1682;p83"/>
          <p:cNvSpPr/>
          <p:nvPr/>
        </p:nvSpPr>
        <p:spPr>
          <a:xfrm>
            <a:off x="1225128" y="1938611"/>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83" name="Google Shape;1683;p83"/>
          <p:cNvSpPr/>
          <p:nvPr/>
        </p:nvSpPr>
        <p:spPr>
          <a:xfrm>
            <a:off x="1225128" y="1246375"/>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684" name="Google Shape;1684;p8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T</a:t>
            </a:r>
            <a:r>
              <a:rPr lang="en">
                <a:solidFill>
                  <a:schemeClr val="dk1"/>
                </a:solidFill>
              </a:rPr>
              <a:t>op 10 questions</a:t>
            </a:r>
            <a:r>
              <a:rPr lang="en"/>
              <a:t> of business plans</a:t>
            </a:r>
            <a:endParaRPr/>
          </a:p>
        </p:txBody>
      </p:sp>
      <p:sp>
        <p:nvSpPr>
          <p:cNvPr id="1685" name="Google Shape;1685;p83"/>
          <p:cNvSpPr txBox="1"/>
          <p:nvPr/>
        </p:nvSpPr>
        <p:spPr>
          <a:xfrm>
            <a:off x="1225128" y="1320625"/>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01</a:t>
            </a:r>
            <a:endParaRPr b="1" sz="1800">
              <a:solidFill>
                <a:schemeClr val="lt1"/>
              </a:solidFill>
              <a:latin typeface="Archivo"/>
              <a:ea typeface="Archivo"/>
              <a:cs typeface="Archivo"/>
              <a:sym typeface="Archivo"/>
            </a:endParaRPr>
          </a:p>
        </p:txBody>
      </p:sp>
      <p:sp>
        <p:nvSpPr>
          <p:cNvPr id="1686" name="Google Shape;1686;p83"/>
          <p:cNvSpPr txBox="1"/>
          <p:nvPr/>
        </p:nvSpPr>
        <p:spPr>
          <a:xfrm>
            <a:off x="1850022" y="1291675"/>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What is your situation?</a:t>
            </a:r>
            <a:endParaRPr>
              <a:latin typeface="Archivo Light"/>
              <a:ea typeface="Archivo Light"/>
              <a:cs typeface="Archivo Light"/>
              <a:sym typeface="Archivo Light"/>
            </a:endParaRPr>
          </a:p>
        </p:txBody>
      </p:sp>
      <p:sp>
        <p:nvSpPr>
          <p:cNvPr id="1687" name="Google Shape;1687;p83"/>
          <p:cNvSpPr txBox="1"/>
          <p:nvPr/>
        </p:nvSpPr>
        <p:spPr>
          <a:xfrm>
            <a:off x="1225128" y="2017858"/>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02</a:t>
            </a:r>
            <a:endParaRPr b="1" sz="1800">
              <a:solidFill>
                <a:schemeClr val="lt1"/>
              </a:solidFill>
              <a:latin typeface="Archivo"/>
              <a:ea typeface="Archivo"/>
              <a:cs typeface="Archivo"/>
              <a:sym typeface="Archivo"/>
            </a:endParaRPr>
          </a:p>
        </p:txBody>
      </p:sp>
      <p:sp>
        <p:nvSpPr>
          <p:cNvPr id="1688" name="Google Shape;1688;p83"/>
          <p:cNvSpPr txBox="1"/>
          <p:nvPr/>
        </p:nvSpPr>
        <p:spPr>
          <a:xfrm>
            <a:off x="1850022" y="1988908"/>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What is your vision?</a:t>
            </a:r>
            <a:endParaRPr>
              <a:latin typeface="Archivo Light"/>
              <a:ea typeface="Archivo Light"/>
              <a:cs typeface="Archivo Light"/>
              <a:sym typeface="Archivo Light"/>
            </a:endParaRPr>
          </a:p>
        </p:txBody>
      </p:sp>
      <p:sp>
        <p:nvSpPr>
          <p:cNvPr id="1689" name="Google Shape;1689;p83"/>
          <p:cNvSpPr txBox="1"/>
          <p:nvPr/>
        </p:nvSpPr>
        <p:spPr>
          <a:xfrm>
            <a:off x="1225128" y="2715090"/>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03</a:t>
            </a:r>
            <a:endParaRPr b="1" sz="1800">
              <a:solidFill>
                <a:schemeClr val="lt1"/>
              </a:solidFill>
              <a:latin typeface="Archivo"/>
              <a:ea typeface="Archivo"/>
              <a:cs typeface="Archivo"/>
              <a:sym typeface="Archivo"/>
            </a:endParaRPr>
          </a:p>
        </p:txBody>
      </p:sp>
      <p:sp>
        <p:nvSpPr>
          <p:cNvPr id="1690" name="Google Shape;1690;p83"/>
          <p:cNvSpPr txBox="1"/>
          <p:nvPr/>
        </p:nvSpPr>
        <p:spPr>
          <a:xfrm>
            <a:off x="1850022" y="2686140"/>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How to reach your vision?</a:t>
            </a:r>
            <a:endParaRPr>
              <a:latin typeface="Archivo Light"/>
              <a:ea typeface="Archivo Light"/>
              <a:cs typeface="Archivo Light"/>
              <a:sym typeface="Archivo Light"/>
            </a:endParaRPr>
          </a:p>
        </p:txBody>
      </p:sp>
      <p:sp>
        <p:nvSpPr>
          <p:cNvPr id="1691" name="Google Shape;1691;p83"/>
          <p:cNvSpPr txBox="1"/>
          <p:nvPr/>
        </p:nvSpPr>
        <p:spPr>
          <a:xfrm>
            <a:off x="5450472" y="1291675"/>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Who are the key players?</a:t>
            </a:r>
            <a:endParaRPr>
              <a:latin typeface="Archivo Light"/>
              <a:ea typeface="Archivo Light"/>
              <a:cs typeface="Archivo Light"/>
              <a:sym typeface="Archivo Light"/>
            </a:endParaRPr>
          </a:p>
        </p:txBody>
      </p:sp>
      <p:sp>
        <p:nvSpPr>
          <p:cNvPr id="1692" name="Google Shape;1692;p83"/>
          <p:cNvSpPr txBox="1"/>
          <p:nvPr/>
        </p:nvSpPr>
        <p:spPr>
          <a:xfrm>
            <a:off x="5450472" y="1988908"/>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How to make a difference?</a:t>
            </a:r>
            <a:endParaRPr>
              <a:latin typeface="Archivo Light"/>
              <a:ea typeface="Archivo Light"/>
              <a:cs typeface="Archivo Light"/>
              <a:sym typeface="Archivo Light"/>
            </a:endParaRPr>
          </a:p>
        </p:txBody>
      </p:sp>
      <p:sp>
        <p:nvSpPr>
          <p:cNvPr id="1693" name="Google Shape;1693;p83"/>
          <p:cNvSpPr txBox="1"/>
          <p:nvPr/>
        </p:nvSpPr>
        <p:spPr>
          <a:xfrm>
            <a:off x="5450472" y="2686140"/>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What is your marketing plan?</a:t>
            </a:r>
            <a:endParaRPr>
              <a:latin typeface="Archivo Light"/>
              <a:ea typeface="Archivo Light"/>
              <a:cs typeface="Archivo Light"/>
              <a:sym typeface="Archivo Light"/>
            </a:endParaRPr>
          </a:p>
        </p:txBody>
      </p:sp>
      <p:sp>
        <p:nvSpPr>
          <p:cNvPr id="1694" name="Google Shape;1694;p83"/>
          <p:cNvSpPr txBox="1"/>
          <p:nvPr/>
        </p:nvSpPr>
        <p:spPr>
          <a:xfrm>
            <a:off x="1225128" y="3412323"/>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04</a:t>
            </a:r>
            <a:endParaRPr b="1" sz="1800">
              <a:solidFill>
                <a:schemeClr val="lt1"/>
              </a:solidFill>
              <a:latin typeface="Archivo"/>
              <a:ea typeface="Archivo"/>
              <a:cs typeface="Archivo"/>
              <a:sym typeface="Archivo"/>
            </a:endParaRPr>
          </a:p>
        </p:txBody>
      </p:sp>
      <p:sp>
        <p:nvSpPr>
          <p:cNvPr id="1695" name="Google Shape;1695;p83"/>
          <p:cNvSpPr txBox="1"/>
          <p:nvPr/>
        </p:nvSpPr>
        <p:spPr>
          <a:xfrm>
            <a:off x="1850022" y="3383373"/>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What do you offer?</a:t>
            </a:r>
            <a:endParaRPr>
              <a:latin typeface="Archivo Light"/>
              <a:ea typeface="Archivo Light"/>
              <a:cs typeface="Archivo Light"/>
              <a:sym typeface="Archivo Light"/>
            </a:endParaRPr>
          </a:p>
        </p:txBody>
      </p:sp>
      <p:sp>
        <p:nvSpPr>
          <p:cNvPr id="1696" name="Google Shape;1696;p83"/>
          <p:cNvSpPr txBox="1"/>
          <p:nvPr/>
        </p:nvSpPr>
        <p:spPr>
          <a:xfrm>
            <a:off x="1225128" y="4109556"/>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05</a:t>
            </a:r>
            <a:endParaRPr b="1" sz="1800">
              <a:solidFill>
                <a:schemeClr val="lt1"/>
              </a:solidFill>
              <a:latin typeface="Archivo"/>
              <a:ea typeface="Archivo"/>
              <a:cs typeface="Archivo"/>
              <a:sym typeface="Archivo"/>
            </a:endParaRPr>
          </a:p>
        </p:txBody>
      </p:sp>
      <p:sp>
        <p:nvSpPr>
          <p:cNvPr id="1697" name="Google Shape;1697;p83"/>
          <p:cNvSpPr txBox="1"/>
          <p:nvPr/>
        </p:nvSpPr>
        <p:spPr>
          <a:xfrm>
            <a:off x="1850022" y="4080606"/>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How big is the market?</a:t>
            </a:r>
            <a:endParaRPr>
              <a:latin typeface="Archivo Light"/>
              <a:ea typeface="Archivo Light"/>
              <a:cs typeface="Archivo Light"/>
              <a:sym typeface="Archivo Light"/>
            </a:endParaRPr>
          </a:p>
        </p:txBody>
      </p:sp>
      <p:sp>
        <p:nvSpPr>
          <p:cNvPr id="1698" name="Google Shape;1698;p83"/>
          <p:cNvSpPr txBox="1"/>
          <p:nvPr/>
        </p:nvSpPr>
        <p:spPr>
          <a:xfrm>
            <a:off x="5450472" y="3383373"/>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What are your economics?</a:t>
            </a:r>
            <a:endParaRPr>
              <a:latin typeface="Archivo Light"/>
              <a:ea typeface="Archivo Light"/>
              <a:cs typeface="Archivo Light"/>
              <a:sym typeface="Archivo Light"/>
            </a:endParaRPr>
          </a:p>
        </p:txBody>
      </p:sp>
      <p:sp>
        <p:nvSpPr>
          <p:cNvPr id="1699" name="Google Shape;1699;p83"/>
          <p:cNvSpPr txBox="1"/>
          <p:nvPr/>
        </p:nvSpPr>
        <p:spPr>
          <a:xfrm>
            <a:off x="5450472" y="4080606"/>
            <a:ext cx="2468400" cy="45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What do you need to start?</a:t>
            </a:r>
            <a:endParaRPr>
              <a:latin typeface="Archivo Light"/>
              <a:ea typeface="Archivo Light"/>
              <a:cs typeface="Archivo Light"/>
              <a:sym typeface="Archivo Light"/>
            </a:endParaRPr>
          </a:p>
        </p:txBody>
      </p:sp>
      <p:sp>
        <p:nvSpPr>
          <p:cNvPr id="1700" name="Google Shape;1700;p83"/>
          <p:cNvSpPr/>
          <p:nvPr/>
        </p:nvSpPr>
        <p:spPr>
          <a:xfrm>
            <a:off x="4825578" y="4035306"/>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01" name="Google Shape;1701;p83"/>
          <p:cNvSpPr/>
          <p:nvPr/>
        </p:nvSpPr>
        <p:spPr>
          <a:xfrm>
            <a:off x="4825578" y="3335430"/>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02" name="Google Shape;1702;p83"/>
          <p:cNvSpPr/>
          <p:nvPr/>
        </p:nvSpPr>
        <p:spPr>
          <a:xfrm>
            <a:off x="4825578" y="2635544"/>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03" name="Google Shape;1703;p83"/>
          <p:cNvSpPr/>
          <p:nvPr/>
        </p:nvSpPr>
        <p:spPr>
          <a:xfrm>
            <a:off x="4825578" y="1938611"/>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04" name="Google Shape;1704;p83"/>
          <p:cNvSpPr/>
          <p:nvPr/>
        </p:nvSpPr>
        <p:spPr>
          <a:xfrm>
            <a:off x="4825578" y="1246375"/>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05" name="Google Shape;1705;p83"/>
          <p:cNvSpPr txBox="1"/>
          <p:nvPr/>
        </p:nvSpPr>
        <p:spPr>
          <a:xfrm>
            <a:off x="4825578" y="1320625"/>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06</a:t>
            </a:r>
            <a:endParaRPr b="1" sz="1800">
              <a:solidFill>
                <a:schemeClr val="lt1"/>
              </a:solidFill>
              <a:latin typeface="Archivo"/>
              <a:ea typeface="Archivo"/>
              <a:cs typeface="Archivo"/>
              <a:sym typeface="Archivo"/>
            </a:endParaRPr>
          </a:p>
        </p:txBody>
      </p:sp>
      <p:sp>
        <p:nvSpPr>
          <p:cNvPr id="1706" name="Google Shape;1706;p83"/>
          <p:cNvSpPr txBox="1"/>
          <p:nvPr/>
        </p:nvSpPr>
        <p:spPr>
          <a:xfrm>
            <a:off x="4825578" y="2017858"/>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07</a:t>
            </a:r>
            <a:endParaRPr b="1" sz="1800">
              <a:solidFill>
                <a:schemeClr val="lt1"/>
              </a:solidFill>
              <a:latin typeface="Archivo"/>
              <a:ea typeface="Archivo"/>
              <a:cs typeface="Archivo"/>
              <a:sym typeface="Archivo"/>
            </a:endParaRPr>
          </a:p>
        </p:txBody>
      </p:sp>
      <p:sp>
        <p:nvSpPr>
          <p:cNvPr id="1707" name="Google Shape;1707;p83"/>
          <p:cNvSpPr txBox="1"/>
          <p:nvPr/>
        </p:nvSpPr>
        <p:spPr>
          <a:xfrm>
            <a:off x="4825578" y="2715090"/>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08</a:t>
            </a:r>
            <a:endParaRPr b="1" sz="1800">
              <a:solidFill>
                <a:schemeClr val="lt1"/>
              </a:solidFill>
              <a:latin typeface="Archivo"/>
              <a:ea typeface="Archivo"/>
              <a:cs typeface="Archivo"/>
              <a:sym typeface="Archivo"/>
            </a:endParaRPr>
          </a:p>
        </p:txBody>
      </p:sp>
      <p:sp>
        <p:nvSpPr>
          <p:cNvPr id="1708" name="Google Shape;1708;p83"/>
          <p:cNvSpPr txBox="1"/>
          <p:nvPr/>
        </p:nvSpPr>
        <p:spPr>
          <a:xfrm>
            <a:off x="4825578" y="3412323"/>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09</a:t>
            </a:r>
            <a:endParaRPr b="1" sz="1800">
              <a:solidFill>
                <a:schemeClr val="lt1"/>
              </a:solidFill>
              <a:latin typeface="Archivo"/>
              <a:ea typeface="Archivo"/>
              <a:cs typeface="Archivo"/>
              <a:sym typeface="Archivo"/>
            </a:endParaRPr>
          </a:p>
        </p:txBody>
      </p:sp>
      <p:sp>
        <p:nvSpPr>
          <p:cNvPr id="1709" name="Google Shape;1709;p83"/>
          <p:cNvSpPr txBox="1"/>
          <p:nvPr/>
        </p:nvSpPr>
        <p:spPr>
          <a:xfrm>
            <a:off x="4825578" y="4109556"/>
            <a:ext cx="5487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Archivo"/>
                <a:ea typeface="Archivo"/>
                <a:cs typeface="Archivo"/>
                <a:sym typeface="Archivo"/>
              </a:rPr>
              <a:t>10</a:t>
            </a:r>
            <a:endParaRPr b="1" sz="1800">
              <a:solidFill>
                <a:schemeClr val="lt1"/>
              </a:solidFill>
              <a:latin typeface="Archivo"/>
              <a:ea typeface="Archivo"/>
              <a:cs typeface="Archivo"/>
              <a:sym typeface="Archivo"/>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3" name="Shape 1713"/>
        <p:cNvGrpSpPr/>
        <p:nvPr/>
      </p:nvGrpSpPr>
      <p:grpSpPr>
        <a:xfrm>
          <a:off x="0" y="0"/>
          <a:ext cx="0" cy="0"/>
          <a:chOff x="0" y="0"/>
          <a:chExt cx="0" cy="0"/>
        </a:xfrm>
      </p:grpSpPr>
      <p:grpSp>
        <p:nvGrpSpPr>
          <p:cNvPr id="1714" name="Google Shape;1714;p84"/>
          <p:cNvGrpSpPr/>
          <p:nvPr/>
        </p:nvGrpSpPr>
        <p:grpSpPr>
          <a:xfrm>
            <a:off x="4335072" y="970847"/>
            <a:ext cx="3876600" cy="3201805"/>
            <a:chOff x="4335072" y="970847"/>
            <a:chExt cx="3876600" cy="3201805"/>
          </a:xfrm>
        </p:grpSpPr>
        <p:grpSp>
          <p:nvGrpSpPr>
            <p:cNvPr id="1715" name="Google Shape;1715;p84"/>
            <p:cNvGrpSpPr/>
            <p:nvPr/>
          </p:nvGrpSpPr>
          <p:grpSpPr>
            <a:xfrm>
              <a:off x="4335072" y="970847"/>
              <a:ext cx="3876600" cy="3201805"/>
              <a:chOff x="4311144" y="1401685"/>
              <a:chExt cx="3876600" cy="3201805"/>
            </a:xfrm>
          </p:grpSpPr>
          <p:sp>
            <p:nvSpPr>
              <p:cNvPr id="1716" name="Google Shape;1716;p84"/>
              <p:cNvSpPr/>
              <p:nvPr/>
            </p:nvSpPr>
            <p:spPr>
              <a:xfrm>
                <a:off x="5673106" y="3940378"/>
                <a:ext cx="1157606" cy="610233"/>
              </a:xfrm>
              <a:custGeom>
                <a:rect b="b" l="l" r="r" t="t"/>
                <a:pathLst>
                  <a:path extrusionOk="0" h="19639" w="37258">
                    <a:moveTo>
                      <a:pt x="4302" y="0"/>
                    </a:moveTo>
                    <a:lnTo>
                      <a:pt x="4302" y="9523"/>
                    </a:lnTo>
                    <a:cubicBezTo>
                      <a:pt x="4302" y="12638"/>
                      <a:pt x="3229" y="15653"/>
                      <a:pt x="1262" y="18087"/>
                    </a:cubicBezTo>
                    <a:lnTo>
                      <a:pt x="0" y="19638"/>
                    </a:lnTo>
                    <a:lnTo>
                      <a:pt x="37258" y="19638"/>
                    </a:lnTo>
                    <a:lnTo>
                      <a:pt x="35996" y="18087"/>
                    </a:lnTo>
                    <a:cubicBezTo>
                      <a:pt x="34029" y="15653"/>
                      <a:pt x="32957" y="12638"/>
                      <a:pt x="32957" y="9523"/>
                    </a:cubicBezTo>
                    <a:lnTo>
                      <a:pt x="32957" y="0"/>
                    </a:ln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4"/>
              <p:cNvSpPr/>
              <p:nvPr/>
            </p:nvSpPr>
            <p:spPr>
              <a:xfrm>
                <a:off x="4311144" y="1401685"/>
                <a:ext cx="3876600" cy="2646900"/>
              </a:xfrm>
              <a:prstGeom prst="roundRect">
                <a:avLst>
                  <a:gd fmla="val 0" name="adj"/>
                </a:avLst>
              </a:prstGeom>
              <a:solidFill>
                <a:schemeClr val="accent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4"/>
              <p:cNvSpPr/>
              <p:nvPr/>
            </p:nvSpPr>
            <p:spPr>
              <a:xfrm rot="10800000">
                <a:off x="4312964" y="3631599"/>
                <a:ext cx="3873000" cy="416100"/>
              </a:xfrm>
              <a:prstGeom prst="round2SameRect">
                <a:avLst>
                  <a:gd fmla="val 0" name="adj1"/>
                  <a:gd fmla="val 0" name="adj2"/>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4"/>
              <p:cNvSpPr/>
              <p:nvPr/>
            </p:nvSpPr>
            <p:spPr>
              <a:xfrm>
                <a:off x="4517909" y="1576228"/>
                <a:ext cx="3486900" cy="1880700"/>
              </a:xfrm>
              <a:prstGeom prst="rect">
                <a:avLst/>
              </a:prstGeom>
              <a:solidFill>
                <a:schemeClr val="accen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4"/>
              <p:cNvSpPr/>
              <p:nvPr/>
            </p:nvSpPr>
            <p:spPr>
              <a:xfrm>
                <a:off x="5673106" y="4550573"/>
                <a:ext cx="1157606" cy="52916"/>
              </a:xfrm>
              <a:custGeom>
                <a:rect b="b" l="l" r="r" t="t"/>
                <a:pathLst>
                  <a:path extrusionOk="0" h="1703" w="37258">
                    <a:moveTo>
                      <a:pt x="0" y="0"/>
                    </a:moveTo>
                    <a:lnTo>
                      <a:pt x="0" y="1703"/>
                    </a:lnTo>
                    <a:lnTo>
                      <a:pt x="37258" y="1703"/>
                    </a:lnTo>
                    <a:lnTo>
                      <a:pt x="37258" y="0"/>
                    </a:ln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 name="Google Shape;1721;p84"/>
            <p:cNvSpPr/>
            <p:nvPr/>
          </p:nvSpPr>
          <p:spPr>
            <a:xfrm>
              <a:off x="6153178" y="3350588"/>
              <a:ext cx="133500" cy="1335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2" name="Google Shape;1722;p84"/>
          <p:cNvSpPr txBox="1"/>
          <p:nvPr>
            <p:ph type="title"/>
          </p:nvPr>
        </p:nvSpPr>
        <p:spPr>
          <a:xfrm>
            <a:off x="932328" y="1541850"/>
            <a:ext cx="2849100" cy="10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a:t>
            </a:r>
            <a:r>
              <a:rPr lang="en">
                <a:solidFill>
                  <a:schemeClr val="dk1"/>
                </a:solidFill>
              </a:rPr>
              <a:t>emo software</a:t>
            </a:r>
            <a:r>
              <a:rPr lang="en"/>
              <a:t> &amp; app</a:t>
            </a:r>
            <a:endParaRPr/>
          </a:p>
        </p:txBody>
      </p:sp>
      <p:sp>
        <p:nvSpPr>
          <p:cNvPr id="1723" name="Google Shape;1723;p84"/>
          <p:cNvSpPr txBox="1"/>
          <p:nvPr>
            <p:ph idx="1" type="subTitle"/>
          </p:nvPr>
        </p:nvSpPr>
        <p:spPr>
          <a:xfrm>
            <a:off x="932328" y="2592150"/>
            <a:ext cx="2849100" cy="100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1724" name="Google Shape;1724;p84"/>
          <p:cNvPicPr preferRelativeResize="0"/>
          <p:nvPr/>
        </p:nvPicPr>
        <p:blipFill rotWithShape="1">
          <a:blip r:embed="rId3">
            <a:alphaModFix/>
          </a:blip>
          <a:srcRect b="3846" l="0" r="0" t="0"/>
          <a:stretch/>
        </p:blipFill>
        <p:spPr>
          <a:xfrm>
            <a:off x="4554078" y="1150313"/>
            <a:ext cx="3456476" cy="1869474"/>
          </a:xfrm>
          <a:prstGeom prst="rect">
            <a:avLst/>
          </a:prstGeom>
          <a:noFill/>
          <a:ln>
            <a:noFill/>
          </a:ln>
        </p:spPr>
      </p:pic>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8" name="Shape 1728"/>
        <p:cNvGrpSpPr/>
        <p:nvPr/>
      </p:nvGrpSpPr>
      <p:grpSpPr>
        <a:xfrm>
          <a:off x="0" y="0"/>
          <a:ext cx="0" cy="0"/>
          <a:chOff x="0" y="0"/>
          <a:chExt cx="0" cy="0"/>
        </a:xfrm>
      </p:grpSpPr>
      <p:sp>
        <p:nvSpPr>
          <p:cNvPr id="1729" name="Google Shape;1729;p85"/>
          <p:cNvSpPr txBox="1"/>
          <p:nvPr>
            <p:ph idx="4"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O</a:t>
            </a:r>
            <a:r>
              <a:rPr lang="en">
                <a:solidFill>
                  <a:schemeClr val="dk1"/>
                </a:solidFill>
              </a:rPr>
              <a:t>ur</a:t>
            </a:r>
            <a:r>
              <a:rPr lang="en"/>
              <a:t> team</a:t>
            </a:r>
            <a:endParaRPr/>
          </a:p>
        </p:txBody>
      </p:sp>
      <p:sp>
        <p:nvSpPr>
          <p:cNvPr id="1730" name="Google Shape;1730;p85"/>
          <p:cNvSpPr txBox="1"/>
          <p:nvPr>
            <p:ph idx="1" type="subTitle"/>
          </p:nvPr>
        </p:nvSpPr>
        <p:spPr>
          <a:xfrm>
            <a:off x="1738388" y="3495750"/>
            <a:ext cx="25620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1731" name="Google Shape;1731;p85"/>
          <p:cNvSpPr txBox="1"/>
          <p:nvPr>
            <p:ph idx="2" type="subTitle"/>
          </p:nvPr>
        </p:nvSpPr>
        <p:spPr>
          <a:xfrm>
            <a:off x="4843613" y="3495750"/>
            <a:ext cx="2562000" cy="5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 image on the screen with your own</a:t>
            </a:r>
            <a:endParaRPr/>
          </a:p>
          <a:p>
            <a:pPr indent="0" lvl="0" marL="0" rtl="0" algn="ctr">
              <a:spcBef>
                <a:spcPts val="0"/>
              </a:spcBef>
              <a:spcAft>
                <a:spcPts val="0"/>
              </a:spcAft>
              <a:buNone/>
            </a:pPr>
            <a:r>
              <a:t/>
            </a:r>
            <a:endParaRPr/>
          </a:p>
        </p:txBody>
      </p:sp>
      <p:sp>
        <p:nvSpPr>
          <p:cNvPr id="1732" name="Google Shape;1732;p85"/>
          <p:cNvSpPr txBox="1"/>
          <p:nvPr>
            <p:ph type="title"/>
          </p:nvPr>
        </p:nvSpPr>
        <p:spPr>
          <a:xfrm>
            <a:off x="1738388" y="3095550"/>
            <a:ext cx="25620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733" name="Google Shape;1733;p85"/>
          <p:cNvSpPr txBox="1"/>
          <p:nvPr>
            <p:ph idx="3" type="title"/>
          </p:nvPr>
        </p:nvSpPr>
        <p:spPr>
          <a:xfrm>
            <a:off x="4843613" y="3095550"/>
            <a:ext cx="2562000" cy="4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a:t>
            </a:r>
            <a:r>
              <a:rPr lang="en"/>
              <a:t>enna Doe</a:t>
            </a:r>
            <a:endParaRPr/>
          </a:p>
        </p:txBody>
      </p:sp>
      <p:pic>
        <p:nvPicPr>
          <p:cNvPr id="1734" name="Google Shape;1734;p85"/>
          <p:cNvPicPr preferRelativeResize="0"/>
          <p:nvPr/>
        </p:nvPicPr>
        <p:blipFill rotWithShape="1">
          <a:blip r:embed="rId3">
            <a:alphaModFix/>
          </a:blip>
          <a:srcRect b="18653" l="47119" r="7551" t="908"/>
          <a:stretch/>
        </p:blipFill>
        <p:spPr>
          <a:xfrm>
            <a:off x="5295413" y="1336425"/>
            <a:ext cx="1658400" cy="1655100"/>
          </a:xfrm>
          <a:prstGeom prst="ellipse">
            <a:avLst/>
          </a:prstGeom>
          <a:noFill/>
          <a:ln>
            <a:noFill/>
          </a:ln>
        </p:spPr>
      </p:pic>
      <p:pic>
        <p:nvPicPr>
          <p:cNvPr id="1735" name="Google Shape;1735;p85"/>
          <p:cNvPicPr preferRelativeResize="0"/>
          <p:nvPr/>
        </p:nvPicPr>
        <p:blipFill rotWithShape="1">
          <a:blip r:embed="rId4">
            <a:alphaModFix/>
          </a:blip>
          <a:srcRect b="25991" l="27549" r="30829" t="0"/>
          <a:stretch/>
        </p:blipFill>
        <p:spPr>
          <a:xfrm>
            <a:off x="2191838" y="1336425"/>
            <a:ext cx="1655100" cy="1655100"/>
          </a:xfrm>
          <a:prstGeom prst="ellipse">
            <a:avLst/>
          </a:prstGeom>
          <a:noFill/>
          <a:ln>
            <a:noFill/>
          </a:ln>
        </p:spPr>
      </p:pic>
      <p:grpSp>
        <p:nvGrpSpPr>
          <p:cNvPr id="1736" name="Google Shape;1736;p85"/>
          <p:cNvGrpSpPr/>
          <p:nvPr/>
        </p:nvGrpSpPr>
        <p:grpSpPr>
          <a:xfrm>
            <a:off x="2270874" y="1886771"/>
            <a:ext cx="1497027" cy="1114092"/>
            <a:chOff x="2270897" y="1877246"/>
            <a:chExt cx="1497027" cy="1114092"/>
          </a:xfrm>
        </p:grpSpPr>
        <p:sp>
          <p:nvSpPr>
            <p:cNvPr id="1737" name="Google Shape;1737;p85"/>
            <p:cNvSpPr/>
            <p:nvPr/>
          </p:nvSpPr>
          <p:spPr>
            <a:xfrm>
              <a:off x="2956278" y="2839914"/>
              <a:ext cx="7511" cy="16136"/>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 name="Google Shape;1738;p85"/>
            <p:cNvGrpSpPr/>
            <p:nvPr/>
          </p:nvGrpSpPr>
          <p:grpSpPr>
            <a:xfrm>
              <a:off x="3276743" y="1877246"/>
              <a:ext cx="491181" cy="1114092"/>
              <a:chOff x="5599250" y="4194125"/>
              <a:chExt cx="418525" cy="949375"/>
            </a:xfrm>
          </p:grpSpPr>
          <p:sp>
            <p:nvSpPr>
              <p:cNvPr id="1739" name="Google Shape;1739;p85"/>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5"/>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 name="Google Shape;1741;p85"/>
            <p:cNvGrpSpPr/>
            <p:nvPr/>
          </p:nvGrpSpPr>
          <p:grpSpPr>
            <a:xfrm>
              <a:off x="2270897" y="1877246"/>
              <a:ext cx="491152" cy="1114092"/>
              <a:chOff x="3914250" y="4165300"/>
              <a:chExt cx="418500" cy="949375"/>
            </a:xfrm>
          </p:grpSpPr>
          <p:sp>
            <p:nvSpPr>
              <p:cNvPr id="1742" name="Google Shape;1742;p85"/>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5"/>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 name="Google Shape;1744;p85"/>
            <p:cNvGrpSpPr/>
            <p:nvPr/>
          </p:nvGrpSpPr>
          <p:grpSpPr>
            <a:xfrm>
              <a:off x="2873055" y="2327460"/>
              <a:ext cx="668130" cy="663878"/>
              <a:chOff x="4791175" y="4530525"/>
              <a:chExt cx="569300" cy="565725"/>
            </a:xfrm>
          </p:grpSpPr>
          <p:sp>
            <p:nvSpPr>
              <p:cNvPr id="1745" name="Google Shape;1745;p85"/>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5"/>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5"/>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5"/>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 name="Google Shape;1749;p85"/>
            <p:cNvGrpSpPr/>
            <p:nvPr/>
          </p:nvGrpSpPr>
          <p:grpSpPr>
            <a:xfrm>
              <a:off x="2643294" y="2803197"/>
              <a:ext cx="189390" cy="188141"/>
              <a:chOff x="4449850" y="4905150"/>
              <a:chExt cx="161375" cy="160325"/>
            </a:xfrm>
          </p:grpSpPr>
          <p:sp>
            <p:nvSpPr>
              <p:cNvPr id="1750" name="Google Shape;1750;p85"/>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5"/>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2" name="Google Shape;1752;p85"/>
          <p:cNvGrpSpPr/>
          <p:nvPr/>
        </p:nvGrpSpPr>
        <p:grpSpPr>
          <a:xfrm>
            <a:off x="5376099" y="1886771"/>
            <a:ext cx="1497027" cy="1114092"/>
            <a:chOff x="2270897" y="1877246"/>
            <a:chExt cx="1497027" cy="1114092"/>
          </a:xfrm>
        </p:grpSpPr>
        <p:sp>
          <p:nvSpPr>
            <p:cNvPr id="1753" name="Google Shape;1753;p85"/>
            <p:cNvSpPr/>
            <p:nvPr/>
          </p:nvSpPr>
          <p:spPr>
            <a:xfrm>
              <a:off x="2956278" y="2839914"/>
              <a:ext cx="7511" cy="16136"/>
            </a:xfrm>
            <a:custGeom>
              <a:rect b="b" l="l" r="r" t="t"/>
              <a:pathLst>
                <a:path extrusionOk="0" h="550" w="256">
                  <a:moveTo>
                    <a:pt x="0" y="1"/>
                  </a:moveTo>
                  <a:lnTo>
                    <a:pt x="0" y="1"/>
                  </a:lnTo>
                  <a:cubicBezTo>
                    <a:pt x="53" y="194"/>
                    <a:pt x="105" y="380"/>
                    <a:pt x="153" y="550"/>
                  </a:cubicBezTo>
                  <a:lnTo>
                    <a:pt x="256" y="550"/>
                  </a:lnTo>
                  <a:cubicBezTo>
                    <a:pt x="253" y="543"/>
                    <a:pt x="251" y="538"/>
                    <a:pt x="250" y="534"/>
                  </a:cubicBezTo>
                  <a:cubicBezTo>
                    <a:pt x="181" y="375"/>
                    <a:pt x="99" y="1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4" name="Google Shape;1754;p85"/>
            <p:cNvGrpSpPr/>
            <p:nvPr/>
          </p:nvGrpSpPr>
          <p:grpSpPr>
            <a:xfrm>
              <a:off x="3276743" y="1877246"/>
              <a:ext cx="491181" cy="1114092"/>
              <a:chOff x="5599250" y="4194125"/>
              <a:chExt cx="418525" cy="949375"/>
            </a:xfrm>
          </p:grpSpPr>
          <p:sp>
            <p:nvSpPr>
              <p:cNvPr id="1755" name="Google Shape;1755;p85"/>
              <p:cNvSpPr/>
              <p:nvPr/>
            </p:nvSpPr>
            <p:spPr>
              <a:xfrm>
                <a:off x="5599250" y="4194125"/>
                <a:ext cx="418525" cy="949375"/>
              </a:xfrm>
              <a:custGeom>
                <a:rect b="b" l="l" r="r" t="t"/>
                <a:pathLst>
                  <a:path extrusionOk="0" h="37975" w="16741">
                    <a:moveTo>
                      <a:pt x="14710" y="0"/>
                    </a:moveTo>
                    <a:cubicBezTo>
                      <a:pt x="14623" y="5130"/>
                      <a:pt x="9930" y="6444"/>
                      <a:pt x="8375" y="9189"/>
                    </a:cubicBezTo>
                    <a:cubicBezTo>
                      <a:pt x="6821" y="11934"/>
                      <a:pt x="9272" y="13099"/>
                      <a:pt x="7569" y="14967"/>
                    </a:cubicBezTo>
                    <a:cubicBezTo>
                      <a:pt x="5864" y="16837"/>
                      <a:pt x="3909" y="16742"/>
                      <a:pt x="4428" y="18667"/>
                    </a:cubicBezTo>
                    <a:cubicBezTo>
                      <a:pt x="4949" y="20592"/>
                      <a:pt x="6310" y="23776"/>
                      <a:pt x="3689" y="24990"/>
                    </a:cubicBezTo>
                    <a:cubicBezTo>
                      <a:pt x="1067" y="26204"/>
                      <a:pt x="2316" y="27943"/>
                      <a:pt x="3123" y="30332"/>
                    </a:cubicBezTo>
                    <a:cubicBezTo>
                      <a:pt x="3931" y="32719"/>
                      <a:pt x="3283" y="33801"/>
                      <a:pt x="800" y="36251"/>
                    </a:cubicBezTo>
                    <a:cubicBezTo>
                      <a:pt x="167" y="36874"/>
                      <a:pt x="0" y="37455"/>
                      <a:pt x="102" y="37974"/>
                    </a:cubicBezTo>
                    <a:lnTo>
                      <a:pt x="9722" y="37974"/>
                    </a:lnTo>
                    <a:cubicBezTo>
                      <a:pt x="10022" y="37144"/>
                      <a:pt x="10150" y="36230"/>
                      <a:pt x="10101" y="35342"/>
                    </a:cubicBezTo>
                    <a:cubicBezTo>
                      <a:pt x="9912" y="31908"/>
                      <a:pt x="9276" y="32061"/>
                      <a:pt x="10575" y="30493"/>
                    </a:cubicBezTo>
                    <a:cubicBezTo>
                      <a:pt x="11874" y="28925"/>
                      <a:pt x="12633" y="28637"/>
                      <a:pt x="12050" y="26271"/>
                    </a:cubicBezTo>
                    <a:cubicBezTo>
                      <a:pt x="11467" y="23906"/>
                      <a:pt x="11249" y="22322"/>
                      <a:pt x="13116" y="20833"/>
                    </a:cubicBezTo>
                    <a:cubicBezTo>
                      <a:pt x="14983" y="19346"/>
                      <a:pt x="15058" y="16749"/>
                      <a:pt x="13940" y="14482"/>
                    </a:cubicBezTo>
                    <a:cubicBezTo>
                      <a:pt x="12821" y="12213"/>
                      <a:pt x="15068" y="10582"/>
                      <a:pt x="15904" y="7106"/>
                    </a:cubicBezTo>
                    <a:cubicBezTo>
                      <a:pt x="16741" y="3630"/>
                      <a:pt x="14710" y="0"/>
                      <a:pt x="14710"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5"/>
              <p:cNvSpPr/>
              <p:nvPr/>
            </p:nvSpPr>
            <p:spPr>
              <a:xfrm>
                <a:off x="5709300" y="4452000"/>
                <a:ext cx="198375" cy="691500"/>
              </a:xfrm>
              <a:custGeom>
                <a:rect b="b" l="l" r="r" t="t"/>
                <a:pathLst>
                  <a:path extrusionOk="0" h="27660" w="7935">
                    <a:moveTo>
                      <a:pt x="7664" y="1"/>
                    </a:moveTo>
                    <a:cubicBezTo>
                      <a:pt x="7557" y="1"/>
                      <a:pt x="7458" y="72"/>
                      <a:pt x="7429" y="180"/>
                    </a:cubicBezTo>
                    <a:lnTo>
                      <a:pt x="0" y="27659"/>
                    </a:lnTo>
                    <a:lnTo>
                      <a:pt x="505" y="27659"/>
                    </a:lnTo>
                    <a:lnTo>
                      <a:pt x="7898" y="308"/>
                    </a:lnTo>
                    <a:cubicBezTo>
                      <a:pt x="7934" y="180"/>
                      <a:pt x="7859" y="47"/>
                      <a:pt x="7731" y="10"/>
                    </a:cubicBezTo>
                    <a:cubicBezTo>
                      <a:pt x="7730" y="10"/>
                      <a:pt x="7729" y="9"/>
                      <a:pt x="7727" y="9"/>
                    </a:cubicBezTo>
                    <a:cubicBezTo>
                      <a:pt x="7706" y="3"/>
                      <a:pt x="7685" y="1"/>
                      <a:pt x="7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85"/>
            <p:cNvGrpSpPr/>
            <p:nvPr/>
          </p:nvGrpSpPr>
          <p:grpSpPr>
            <a:xfrm>
              <a:off x="2270897" y="1877246"/>
              <a:ext cx="491152" cy="1114092"/>
              <a:chOff x="3914250" y="4165300"/>
              <a:chExt cx="418500" cy="949375"/>
            </a:xfrm>
          </p:grpSpPr>
          <p:sp>
            <p:nvSpPr>
              <p:cNvPr id="1758" name="Google Shape;1758;p85"/>
              <p:cNvSpPr/>
              <p:nvPr/>
            </p:nvSpPr>
            <p:spPr>
              <a:xfrm>
                <a:off x="3914250" y="4165300"/>
                <a:ext cx="418500" cy="949375"/>
              </a:xfrm>
              <a:custGeom>
                <a:rect b="b" l="l" r="r" t="t"/>
                <a:pathLst>
                  <a:path extrusionOk="0" h="37975" w="16740">
                    <a:moveTo>
                      <a:pt x="2031" y="1"/>
                    </a:moveTo>
                    <a:cubicBezTo>
                      <a:pt x="2031" y="1"/>
                      <a:pt x="0" y="3631"/>
                      <a:pt x="836" y="7107"/>
                    </a:cubicBezTo>
                    <a:cubicBezTo>
                      <a:pt x="1673" y="10583"/>
                      <a:pt x="3920" y="12214"/>
                      <a:pt x="2801" y="14481"/>
                    </a:cubicBezTo>
                    <a:cubicBezTo>
                      <a:pt x="1683" y="16748"/>
                      <a:pt x="1758" y="19346"/>
                      <a:pt x="3625" y="20834"/>
                    </a:cubicBezTo>
                    <a:cubicBezTo>
                      <a:pt x="5492" y="22322"/>
                      <a:pt x="5274" y="23905"/>
                      <a:pt x="4691" y="26272"/>
                    </a:cubicBezTo>
                    <a:cubicBezTo>
                      <a:pt x="4108" y="28637"/>
                      <a:pt x="4867" y="28925"/>
                      <a:pt x="6166" y="30492"/>
                    </a:cubicBezTo>
                    <a:cubicBezTo>
                      <a:pt x="7464" y="32061"/>
                      <a:pt x="6828" y="31907"/>
                      <a:pt x="6639" y="35341"/>
                    </a:cubicBezTo>
                    <a:cubicBezTo>
                      <a:pt x="6591" y="36230"/>
                      <a:pt x="6719" y="37144"/>
                      <a:pt x="7019" y="37975"/>
                    </a:cubicBezTo>
                    <a:lnTo>
                      <a:pt x="16639" y="37975"/>
                    </a:lnTo>
                    <a:cubicBezTo>
                      <a:pt x="16740" y="37455"/>
                      <a:pt x="16572" y="36875"/>
                      <a:pt x="15940" y="36250"/>
                    </a:cubicBezTo>
                    <a:cubicBezTo>
                      <a:pt x="13457" y="33800"/>
                      <a:pt x="12810" y="32720"/>
                      <a:pt x="13617" y="30331"/>
                    </a:cubicBezTo>
                    <a:cubicBezTo>
                      <a:pt x="14425" y="27944"/>
                      <a:pt x="15673" y="26203"/>
                      <a:pt x="13052" y="24989"/>
                    </a:cubicBezTo>
                    <a:cubicBezTo>
                      <a:pt x="10430" y="23775"/>
                      <a:pt x="11792" y="20592"/>
                      <a:pt x="12312" y="18668"/>
                    </a:cubicBezTo>
                    <a:cubicBezTo>
                      <a:pt x="12832" y="16744"/>
                      <a:pt x="10876" y="16838"/>
                      <a:pt x="9171" y="14968"/>
                    </a:cubicBezTo>
                    <a:cubicBezTo>
                      <a:pt x="7468" y="13098"/>
                      <a:pt x="9919" y="11933"/>
                      <a:pt x="8364" y="9189"/>
                    </a:cubicBezTo>
                    <a:cubicBezTo>
                      <a:pt x="6810" y="6445"/>
                      <a:pt x="2117" y="5130"/>
                      <a:pt x="203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5"/>
              <p:cNvSpPr/>
              <p:nvPr/>
            </p:nvSpPr>
            <p:spPr>
              <a:xfrm>
                <a:off x="4024350" y="4423175"/>
                <a:ext cx="198350" cy="691500"/>
              </a:xfrm>
              <a:custGeom>
                <a:rect b="b" l="l" r="r" t="t"/>
                <a:pathLst>
                  <a:path extrusionOk="0" h="27660" w="7934">
                    <a:moveTo>
                      <a:pt x="269" y="0"/>
                    </a:moveTo>
                    <a:cubicBezTo>
                      <a:pt x="248" y="0"/>
                      <a:pt x="228" y="3"/>
                      <a:pt x="207" y="8"/>
                    </a:cubicBezTo>
                    <a:lnTo>
                      <a:pt x="203" y="11"/>
                    </a:lnTo>
                    <a:cubicBezTo>
                      <a:pt x="76" y="48"/>
                      <a:pt x="1" y="179"/>
                      <a:pt x="35" y="308"/>
                    </a:cubicBezTo>
                    <a:lnTo>
                      <a:pt x="7429" y="27660"/>
                    </a:lnTo>
                    <a:lnTo>
                      <a:pt x="7933" y="27660"/>
                    </a:lnTo>
                    <a:lnTo>
                      <a:pt x="505" y="180"/>
                    </a:lnTo>
                    <a:cubicBezTo>
                      <a:pt x="475" y="72"/>
                      <a:pt x="376"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85"/>
            <p:cNvGrpSpPr/>
            <p:nvPr/>
          </p:nvGrpSpPr>
          <p:grpSpPr>
            <a:xfrm>
              <a:off x="2873055" y="2327460"/>
              <a:ext cx="668130" cy="663878"/>
              <a:chOff x="4791175" y="4530525"/>
              <a:chExt cx="569300" cy="565725"/>
            </a:xfrm>
          </p:grpSpPr>
          <p:sp>
            <p:nvSpPr>
              <p:cNvPr id="1761" name="Google Shape;1761;p85"/>
              <p:cNvSpPr/>
              <p:nvPr/>
            </p:nvSpPr>
            <p:spPr>
              <a:xfrm>
                <a:off x="4913775" y="4642875"/>
                <a:ext cx="446700" cy="453375"/>
              </a:xfrm>
              <a:custGeom>
                <a:rect b="b" l="l" r="r" t="t"/>
                <a:pathLst>
                  <a:path extrusionOk="0" h="18135" w="17868">
                    <a:moveTo>
                      <a:pt x="12502" y="1"/>
                    </a:moveTo>
                    <a:cubicBezTo>
                      <a:pt x="8667" y="1"/>
                      <a:pt x="4872" y="7004"/>
                      <a:pt x="2741" y="11755"/>
                    </a:cubicBezTo>
                    <a:cubicBezTo>
                      <a:pt x="1646" y="14189"/>
                      <a:pt x="989" y="16033"/>
                      <a:pt x="989" y="16033"/>
                    </a:cubicBezTo>
                    <a:cubicBezTo>
                      <a:pt x="604" y="16793"/>
                      <a:pt x="286" y="17472"/>
                      <a:pt x="25" y="18077"/>
                    </a:cubicBezTo>
                    <a:cubicBezTo>
                      <a:pt x="16" y="18097"/>
                      <a:pt x="9" y="18116"/>
                      <a:pt x="0" y="18135"/>
                    </a:cubicBezTo>
                    <a:lnTo>
                      <a:pt x="6629" y="18135"/>
                    </a:lnTo>
                    <a:cubicBezTo>
                      <a:pt x="7654" y="16891"/>
                      <a:pt x="8654" y="15651"/>
                      <a:pt x="9346" y="14731"/>
                    </a:cubicBezTo>
                    <a:cubicBezTo>
                      <a:pt x="13164" y="9662"/>
                      <a:pt x="17868" y="2144"/>
                      <a:pt x="13836" y="298"/>
                    </a:cubicBezTo>
                    <a:cubicBezTo>
                      <a:pt x="13392" y="95"/>
                      <a:pt x="12947" y="1"/>
                      <a:pt x="12502"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5"/>
              <p:cNvSpPr/>
              <p:nvPr/>
            </p:nvSpPr>
            <p:spPr>
              <a:xfrm>
                <a:off x="4976325" y="4793200"/>
                <a:ext cx="195375" cy="303050"/>
              </a:xfrm>
              <a:custGeom>
                <a:rect b="b" l="l" r="r" t="t"/>
                <a:pathLst>
                  <a:path extrusionOk="0" h="12122" w="7815">
                    <a:moveTo>
                      <a:pt x="7505" y="1"/>
                    </a:moveTo>
                    <a:cubicBezTo>
                      <a:pt x="7416" y="1"/>
                      <a:pt x="7328" y="45"/>
                      <a:pt x="7277" y="126"/>
                    </a:cubicBezTo>
                    <a:cubicBezTo>
                      <a:pt x="7041" y="494"/>
                      <a:pt x="2651" y="7370"/>
                      <a:pt x="0" y="12122"/>
                    </a:cubicBezTo>
                    <a:lnTo>
                      <a:pt x="625" y="12122"/>
                    </a:lnTo>
                    <a:cubicBezTo>
                      <a:pt x="3321" y="7327"/>
                      <a:pt x="7677" y="506"/>
                      <a:pt x="7733" y="418"/>
                    </a:cubicBezTo>
                    <a:cubicBezTo>
                      <a:pt x="7815" y="292"/>
                      <a:pt x="7778" y="124"/>
                      <a:pt x="7651" y="44"/>
                    </a:cubicBezTo>
                    <a:cubicBezTo>
                      <a:pt x="7606" y="15"/>
                      <a:pt x="7555" y="1"/>
                      <a:pt x="7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5"/>
              <p:cNvSpPr/>
              <p:nvPr/>
            </p:nvSpPr>
            <p:spPr>
              <a:xfrm>
                <a:off x="4791175" y="4530525"/>
                <a:ext cx="245600" cy="565725"/>
              </a:xfrm>
              <a:custGeom>
                <a:rect b="b" l="l" r="r" t="t"/>
                <a:pathLst>
                  <a:path extrusionOk="0" h="22629" w="9824">
                    <a:moveTo>
                      <a:pt x="5379" y="1"/>
                    </a:moveTo>
                    <a:cubicBezTo>
                      <a:pt x="695" y="1"/>
                      <a:pt x="0" y="9215"/>
                      <a:pt x="27" y="15021"/>
                    </a:cubicBezTo>
                    <a:cubicBezTo>
                      <a:pt x="38" y="17690"/>
                      <a:pt x="203" y="19640"/>
                      <a:pt x="203" y="19640"/>
                    </a:cubicBezTo>
                    <a:cubicBezTo>
                      <a:pt x="169" y="20492"/>
                      <a:pt x="160" y="21241"/>
                      <a:pt x="172" y="21901"/>
                    </a:cubicBezTo>
                    <a:cubicBezTo>
                      <a:pt x="178" y="22160"/>
                      <a:pt x="187" y="22401"/>
                      <a:pt x="201" y="22629"/>
                    </a:cubicBezTo>
                    <a:lnTo>
                      <a:pt x="5271" y="22629"/>
                    </a:lnTo>
                    <a:cubicBezTo>
                      <a:pt x="5936" y="20258"/>
                      <a:pt x="6833" y="16978"/>
                      <a:pt x="7273" y="14998"/>
                    </a:cubicBezTo>
                    <a:cubicBezTo>
                      <a:pt x="8651" y="8803"/>
                      <a:pt x="9823" y="13"/>
                      <a:pt x="5389" y="1"/>
                    </a:cubicBezTo>
                    <a:cubicBezTo>
                      <a:pt x="5385" y="1"/>
                      <a:pt x="5382" y="1"/>
                      <a:pt x="5379"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5"/>
              <p:cNvSpPr/>
              <p:nvPr/>
            </p:nvSpPr>
            <p:spPr>
              <a:xfrm>
                <a:off x="4849450" y="4699600"/>
                <a:ext cx="58500" cy="396650"/>
              </a:xfrm>
              <a:custGeom>
                <a:rect b="b" l="l" r="r" t="t"/>
                <a:pathLst>
                  <a:path extrusionOk="0" h="15866" w="2340">
                    <a:moveTo>
                      <a:pt x="2050" y="0"/>
                    </a:moveTo>
                    <a:cubicBezTo>
                      <a:pt x="1917" y="0"/>
                      <a:pt x="1800" y="97"/>
                      <a:pt x="1781" y="233"/>
                    </a:cubicBezTo>
                    <a:cubicBezTo>
                      <a:pt x="1712" y="714"/>
                      <a:pt x="296" y="10638"/>
                      <a:pt x="0" y="15866"/>
                    </a:cubicBezTo>
                    <a:lnTo>
                      <a:pt x="545" y="15866"/>
                    </a:lnTo>
                    <a:cubicBezTo>
                      <a:pt x="849" y="10606"/>
                      <a:pt x="2301" y="428"/>
                      <a:pt x="2319" y="311"/>
                    </a:cubicBezTo>
                    <a:cubicBezTo>
                      <a:pt x="2340" y="162"/>
                      <a:pt x="2236" y="24"/>
                      <a:pt x="2089" y="3"/>
                    </a:cubicBezTo>
                    <a:cubicBezTo>
                      <a:pt x="2076" y="1"/>
                      <a:pt x="2063" y="0"/>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85"/>
            <p:cNvGrpSpPr/>
            <p:nvPr/>
          </p:nvGrpSpPr>
          <p:grpSpPr>
            <a:xfrm>
              <a:off x="2643294" y="2803197"/>
              <a:ext cx="189390" cy="188141"/>
              <a:chOff x="4449850" y="4905150"/>
              <a:chExt cx="161375" cy="160325"/>
            </a:xfrm>
          </p:grpSpPr>
          <p:sp>
            <p:nvSpPr>
              <p:cNvPr id="1766" name="Google Shape;1766;p85"/>
              <p:cNvSpPr/>
              <p:nvPr/>
            </p:nvSpPr>
            <p:spPr>
              <a:xfrm>
                <a:off x="4449850" y="4936975"/>
                <a:ext cx="124050" cy="128500"/>
              </a:xfrm>
              <a:custGeom>
                <a:rect b="b" l="l" r="r" t="t"/>
                <a:pathLst>
                  <a:path extrusionOk="0" h="5140" w="4962">
                    <a:moveTo>
                      <a:pt x="1522" y="1"/>
                    </a:moveTo>
                    <a:cubicBezTo>
                      <a:pt x="1396" y="1"/>
                      <a:pt x="1269" y="28"/>
                      <a:pt x="1144" y="85"/>
                    </a:cubicBezTo>
                    <a:cubicBezTo>
                      <a:pt x="1" y="608"/>
                      <a:pt x="1334" y="2738"/>
                      <a:pt x="2417" y="4175"/>
                    </a:cubicBezTo>
                    <a:cubicBezTo>
                      <a:pt x="2612" y="4435"/>
                      <a:pt x="2896" y="4786"/>
                      <a:pt x="3187" y="5140"/>
                    </a:cubicBezTo>
                    <a:lnTo>
                      <a:pt x="4962" y="5140"/>
                    </a:lnTo>
                    <a:cubicBezTo>
                      <a:pt x="4914" y="4970"/>
                      <a:pt x="4862" y="4784"/>
                      <a:pt x="4809" y="4591"/>
                    </a:cubicBezTo>
                    <a:cubicBezTo>
                      <a:pt x="4800" y="4576"/>
                      <a:pt x="4793" y="4559"/>
                      <a:pt x="4786" y="4544"/>
                    </a:cubicBezTo>
                    <a:cubicBezTo>
                      <a:pt x="4786" y="4544"/>
                      <a:pt x="4599" y="4021"/>
                      <a:pt x="4289" y="3331"/>
                    </a:cubicBezTo>
                    <a:cubicBezTo>
                      <a:pt x="3685" y="1986"/>
                      <a:pt x="2609" y="1"/>
                      <a:pt x="152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5"/>
              <p:cNvSpPr/>
              <p:nvPr/>
            </p:nvSpPr>
            <p:spPr>
              <a:xfrm>
                <a:off x="4541625" y="4905150"/>
                <a:ext cx="69600" cy="160325"/>
              </a:xfrm>
              <a:custGeom>
                <a:rect b="b" l="l" r="r" t="t"/>
                <a:pathLst>
                  <a:path extrusionOk="0" h="6413" w="2784">
                    <a:moveTo>
                      <a:pt x="1260" y="0"/>
                    </a:moveTo>
                    <a:cubicBezTo>
                      <a:pt x="1259" y="0"/>
                      <a:pt x="1257" y="0"/>
                      <a:pt x="1256" y="0"/>
                    </a:cubicBezTo>
                    <a:cubicBezTo>
                      <a:pt x="0" y="3"/>
                      <a:pt x="332" y="2495"/>
                      <a:pt x="722" y="4250"/>
                    </a:cubicBezTo>
                    <a:cubicBezTo>
                      <a:pt x="816" y="4670"/>
                      <a:pt x="982" y="5294"/>
                      <a:pt x="1138" y="5865"/>
                    </a:cubicBezTo>
                    <a:cubicBezTo>
                      <a:pt x="1237" y="6061"/>
                      <a:pt x="1319" y="6238"/>
                      <a:pt x="1388" y="6397"/>
                    </a:cubicBezTo>
                    <a:cubicBezTo>
                      <a:pt x="1389" y="6401"/>
                      <a:pt x="1391" y="6408"/>
                      <a:pt x="1394" y="6413"/>
                    </a:cubicBezTo>
                    <a:lnTo>
                      <a:pt x="2727" y="6413"/>
                    </a:lnTo>
                    <a:cubicBezTo>
                      <a:pt x="2731" y="6349"/>
                      <a:pt x="2733" y="6280"/>
                      <a:pt x="2735" y="6207"/>
                    </a:cubicBezTo>
                    <a:cubicBezTo>
                      <a:pt x="2738" y="6020"/>
                      <a:pt x="2736" y="5807"/>
                      <a:pt x="2726" y="5565"/>
                    </a:cubicBezTo>
                    <a:cubicBezTo>
                      <a:pt x="2726" y="5565"/>
                      <a:pt x="2773" y="5013"/>
                      <a:pt x="2777" y="4256"/>
                    </a:cubicBezTo>
                    <a:cubicBezTo>
                      <a:pt x="2784" y="2611"/>
                      <a:pt x="2587" y="0"/>
                      <a:pt x="126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1" name="Shape 1771"/>
        <p:cNvGrpSpPr/>
        <p:nvPr/>
      </p:nvGrpSpPr>
      <p:grpSpPr>
        <a:xfrm>
          <a:off x="0" y="0"/>
          <a:ext cx="0" cy="0"/>
          <a:chOff x="0" y="0"/>
          <a:chExt cx="0" cy="0"/>
        </a:xfrm>
      </p:grpSpPr>
      <p:sp>
        <p:nvSpPr>
          <p:cNvPr id="1772" name="Google Shape;1772;p86"/>
          <p:cNvSpPr/>
          <p:nvPr/>
        </p:nvSpPr>
        <p:spPr>
          <a:xfrm>
            <a:off x="5274114" y="3029688"/>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73" name="Google Shape;1773;p86"/>
          <p:cNvSpPr/>
          <p:nvPr/>
        </p:nvSpPr>
        <p:spPr>
          <a:xfrm>
            <a:off x="4664514" y="3029688"/>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74" name="Google Shape;1774;p86"/>
          <p:cNvSpPr/>
          <p:nvPr/>
        </p:nvSpPr>
        <p:spPr>
          <a:xfrm>
            <a:off x="4054914" y="3029688"/>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75" name="Google Shape;1775;p86"/>
          <p:cNvSpPr/>
          <p:nvPr/>
        </p:nvSpPr>
        <p:spPr>
          <a:xfrm>
            <a:off x="3445314" y="3029688"/>
            <a:ext cx="548700" cy="548700"/>
          </a:xfrm>
          <a:prstGeom prst="ellipse">
            <a:avLst/>
          </a:pr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chemeClr val="lt1"/>
              </a:solidFill>
              <a:latin typeface="Archivo"/>
              <a:ea typeface="Archivo"/>
              <a:cs typeface="Archivo"/>
              <a:sym typeface="Archivo"/>
            </a:endParaRPr>
          </a:p>
        </p:txBody>
      </p:sp>
      <p:sp>
        <p:nvSpPr>
          <p:cNvPr id="1776" name="Google Shape;1776;p86"/>
          <p:cNvSpPr txBox="1"/>
          <p:nvPr>
            <p:ph type="title"/>
          </p:nvPr>
        </p:nvSpPr>
        <p:spPr>
          <a:xfrm>
            <a:off x="2823788" y="581275"/>
            <a:ext cx="3552900" cy="11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1777" name="Google Shape;1777;p86"/>
          <p:cNvSpPr txBox="1"/>
          <p:nvPr>
            <p:ph idx="1" type="subTitle"/>
          </p:nvPr>
        </p:nvSpPr>
        <p:spPr>
          <a:xfrm>
            <a:off x="3245550" y="2089675"/>
            <a:ext cx="2652900" cy="82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youremail@freepik.com </a:t>
            </a:r>
            <a:endParaRPr>
              <a:solidFill>
                <a:schemeClr val="lt1"/>
              </a:solidFill>
            </a:endParaRPr>
          </a:p>
          <a:p>
            <a:pPr indent="0" lvl="0" marL="0" rtl="0" algn="ctr">
              <a:spcBef>
                <a:spcPts val="0"/>
              </a:spcBef>
              <a:spcAft>
                <a:spcPts val="0"/>
              </a:spcAft>
              <a:buNone/>
            </a:pPr>
            <a:r>
              <a:rPr lang="en">
                <a:solidFill>
                  <a:schemeClr val="lt1"/>
                </a:solidFill>
              </a:rPr>
              <a:t>+91  620 421 838 </a:t>
            </a:r>
            <a:endParaRPr>
              <a:solidFill>
                <a:schemeClr val="lt1"/>
              </a:solidFill>
            </a:endParaRPr>
          </a:p>
          <a:p>
            <a:pPr indent="0" lvl="0" marL="0" rtl="0" algn="ctr">
              <a:spcBef>
                <a:spcPts val="0"/>
              </a:spcBef>
              <a:spcAft>
                <a:spcPts val="0"/>
              </a:spcAft>
              <a:buNone/>
            </a:pPr>
            <a:r>
              <a:rPr lang="en">
                <a:solidFill>
                  <a:schemeClr val="lt1"/>
                </a:solidFill>
              </a:rPr>
              <a:t>yourwebsite.com</a:t>
            </a:r>
            <a:endParaRPr>
              <a:solidFill>
                <a:schemeClr val="lt1"/>
              </a:solidFill>
            </a:endParaRPr>
          </a:p>
        </p:txBody>
      </p:sp>
      <p:sp>
        <p:nvSpPr>
          <p:cNvPr id="1778" name="Google Shape;1778;p86"/>
          <p:cNvSpPr txBox="1"/>
          <p:nvPr>
            <p:ph idx="2" type="subTitle"/>
          </p:nvPr>
        </p:nvSpPr>
        <p:spPr>
          <a:xfrm>
            <a:off x="2642550" y="4230500"/>
            <a:ext cx="3858900" cy="33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Please keep this slide for attribution</a:t>
            </a:r>
            <a:endParaRPr/>
          </a:p>
        </p:txBody>
      </p:sp>
      <p:sp>
        <p:nvSpPr>
          <p:cNvPr id="1779" name="Google Shape;1779;p86"/>
          <p:cNvSpPr txBox="1"/>
          <p:nvPr>
            <p:ph idx="3" type="title"/>
          </p:nvPr>
        </p:nvSpPr>
        <p:spPr>
          <a:xfrm>
            <a:off x="2823788" y="1689475"/>
            <a:ext cx="35529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ny questions?</a:t>
            </a:r>
            <a:endParaRPr/>
          </a:p>
        </p:txBody>
      </p:sp>
      <p:grpSp>
        <p:nvGrpSpPr>
          <p:cNvPr id="1780" name="Google Shape;1780;p86"/>
          <p:cNvGrpSpPr/>
          <p:nvPr/>
        </p:nvGrpSpPr>
        <p:grpSpPr>
          <a:xfrm>
            <a:off x="4210376" y="3185150"/>
            <a:ext cx="237775" cy="237775"/>
            <a:chOff x="3368074" y="3882537"/>
            <a:chExt cx="215298" cy="215298"/>
          </a:xfrm>
        </p:grpSpPr>
        <p:sp>
          <p:nvSpPr>
            <p:cNvPr id="1781" name="Google Shape;1781;p8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86"/>
          <p:cNvGrpSpPr/>
          <p:nvPr/>
        </p:nvGrpSpPr>
        <p:grpSpPr>
          <a:xfrm>
            <a:off x="4823948" y="3193516"/>
            <a:ext cx="229831" cy="205540"/>
            <a:chOff x="3824739" y="3890112"/>
            <a:chExt cx="208105" cy="186110"/>
          </a:xfrm>
        </p:grpSpPr>
        <p:sp>
          <p:nvSpPr>
            <p:cNvPr id="1785" name="Google Shape;1785;p8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8" name="Google Shape;1788;p86"/>
          <p:cNvSpPr/>
          <p:nvPr/>
        </p:nvSpPr>
        <p:spPr>
          <a:xfrm>
            <a:off x="5422899" y="3209406"/>
            <a:ext cx="251129" cy="205115"/>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9" name="Google Shape;1789;p86"/>
          <p:cNvGrpSpPr/>
          <p:nvPr/>
        </p:nvGrpSpPr>
        <p:grpSpPr>
          <a:xfrm>
            <a:off x="3574622" y="3193570"/>
            <a:ext cx="290083" cy="220937"/>
            <a:chOff x="5590763" y="3890208"/>
            <a:chExt cx="262661" cy="200052"/>
          </a:xfrm>
        </p:grpSpPr>
        <p:sp>
          <p:nvSpPr>
            <p:cNvPr id="1790" name="Google Shape;1790;p8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5" name="Shape 1795"/>
        <p:cNvGrpSpPr/>
        <p:nvPr/>
      </p:nvGrpSpPr>
      <p:grpSpPr>
        <a:xfrm>
          <a:off x="0" y="0"/>
          <a:ext cx="0" cy="0"/>
          <a:chOff x="0" y="0"/>
          <a:chExt cx="0" cy="0"/>
        </a:xfrm>
      </p:grpSpPr>
      <p:sp>
        <p:nvSpPr>
          <p:cNvPr id="1796" name="Google Shape;1796;p87"/>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A</a:t>
            </a:r>
            <a:r>
              <a:rPr lang="en">
                <a:solidFill>
                  <a:schemeClr val="dk1"/>
                </a:solidFill>
              </a:rPr>
              <a:t>lternative</a:t>
            </a:r>
            <a:r>
              <a:rPr lang="en">
                <a:solidFill>
                  <a:schemeClr val="accent1"/>
                </a:solidFill>
              </a:rPr>
              <a:t> </a:t>
            </a:r>
            <a:r>
              <a:rPr lang="en"/>
              <a:t>resources</a:t>
            </a:r>
            <a:endParaRPr/>
          </a:p>
        </p:txBody>
      </p:sp>
      <p:sp>
        <p:nvSpPr>
          <p:cNvPr id="1797" name="Google Shape;1797;p87"/>
          <p:cNvSpPr txBox="1"/>
          <p:nvPr/>
        </p:nvSpPr>
        <p:spPr>
          <a:xfrm>
            <a:off x="713225" y="1205950"/>
            <a:ext cx="4134900" cy="19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rchivo Light"/>
                <a:ea typeface="Archivo Light"/>
                <a:cs typeface="Archivo Light"/>
                <a:sym typeface="Archivo Light"/>
              </a:rPr>
              <a:t>Here’s an assortment of alternative resources whose style fits that of this template:</a:t>
            </a:r>
            <a:endParaRPr>
              <a:latin typeface="Archivo Light"/>
              <a:ea typeface="Archivo Light"/>
              <a:cs typeface="Archivo Light"/>
              <a:sym typeface="Archivo Light"/>
            </a:endParaRPr>
          </a:p>
          <a:p>
            <a:pPr indent="0" lvl="0" marL="0" rtl="0" algn="l">
              <a:spcBef>
                <a:spcPts val="1000"/>
              </a:spcBef>
              <a:spcAft>
                <a:spcPts val="0"/>
              </a:spcAft>
              <a:buClr>
                <a:schemeClr val="dk1"/>
              </a:buClr>
              <a:buSzPts val="1100"/>
              <a:buFont typeface="Arial"/>
              <a:buNone/>
            </a:pPr>
            <a:r>
              <a:rPr b="1" lang="en" sz="1800">
                <a:solidFill>
                  <a:schemeClr val="accent1"/>
                </a:solidFill>
                <a:latin typeface="Archivo"/>
                <a:ea typeface="Archivo"/>
                <a:cs typeface="Archivo"/>
                <a:sym typeface="Archivo"/>
              </a:rPr>
              <a:t>Vectors</a:t>
            </a:r>
            <a:r>
              <a:rPr b="1" lang="en" sz="1800">
                <a:solidFill>
                  <a:schemeClr val="accent1"/>
                </a:solidFill>
                <a:latin typeface="Archivo"/>
                <a:ea typeface="Archivo"/>
                <a:cs typeface="Archivo"/>
                <a:sym typeface="Archivo"/>
              </a:rPr>
              <a:t>:</a:t>
            </a:r>
            <a:endParaRPr b="1" sz="1800">
              <a:solidFill>
                <a:schemeClr val="accent1"/>
              </a:solidFill>
              <a:latin typeface="Archivo"/>
              <a:ea typeface="Archivo"/>
              <a:cs typeface="Archivo"/>
              <a:sym typeface="Archivo"/>
            </a:endParaRPr>
          </a:p>
          <a:p>
            <a:pPr indent="-317500" lvl="0" marL="457200" rtl="0" algn="l">
              <a:spcBef>
                <a:spcPts val="1000"/>
              </a:spcBef>
              <a:spcAft>
                <a:spcPts val="0"/>
              </a:spcAft>
              <a:buSzPts val="1400"/>
              <a:buFont typeface="Archivo Light"/>
              <a:buChar char="●"/>
            </a:pPr>
            <a:r>
              <a:rPr lang="en">
                <a:uFill>
                  <a:noFill/>
                </a:uFill>
                <a:latin typeface="Archivo Light"/>
                <a:ea typeface="Archivo Light"/>
                <a:cs typeface="Archivo Light"/>
                <a:sym typeface="Archivo Light"/>
                <a:hlinkClick r:id="rId3"/>
              </a:rPr>
              <a:t>Teamwork concept for landing page</a:t>
            </a:r>
            <a:endParaRPr>
              <a:latin typeface="Archivo Light"/>
              <a:ea typeface="Archivo Light"/>
              <a:cs typeface="Archivo Light"/>
              <a:sym typeface="Archivo Light"/>
            </a:endParaRPr>
          </a:p>
          <a:p>
            <a:pPr indent="-317500" lvl="0" marL="457200" rtl="0" algn="l">
              <a:spcBef>
                <a:spcPts val="0"/>
              </a:spcBef>
              <a:spcAft>
                <a:spcPts val="0"/>
              </a:spcAft>
              <a:buSzPts val="1400"/>
              <a:buFont typeface="Archivo Light"/>
              <a:buChar char="●"/>
            </a:pPr>
            <a:r>
              <a:rPr lang="en">
                <a:uFill>
                  <a:noFill/>
                </a:uFill>
                <a:latin typeface="Archivo Light"/>
                <a:ea typeface="Archivo Light"/>
                <a:cs typeface="Archivo Light"/>
                <a:sym typeface="Archivo Light"/>
                <a:hlinkClick r:id="rId4"/>
              </a:rPr>
              <a:t>Growing landing page</a:t>
            </a:r>
            <a:endParaRPr>
              <a:latin typeface="Archivo Light"/>
              <a:ea typeface="Archivo Light"/>
              <a:cs typeface="Archivo Light"/>
              <a:sym typeface="Archivo Light"/>
            </a:endParaRPr>
          </a:p>
          <a:p>
            <a:pPr indent="-317500" lvl="0" marL="457200" rtl="0" algn="l">
              <a:spcBef>
                <a:spcPts val="0"/>
              </a:spcBef>
              <a:spcAft>
                <a:spcPts val="0"/>
              </a:spcAft>
              <a:buSzPts val="1400"/>
              <a:buFont typeface="Archivo Light"/>
              <a:buChar char="●"/>
            </a:pPr>
            <a:r>
              <a:rPr lang="en">
                <a:uFill>
                  <a:noFill/>
                </a:uFill>
                <a:latin typeface="Archivo Light"/>
                <a:ea typeface="Archivo Light"/>
                <a:cs typeface="Archivo Light"/>
                <a:sym typeface="Archivo Light"/>
                <a:hlinkClick r:id="rId5"/>
              </a:rPr>
              <a:t>Landing page template of business</a:t>
            </a:r>
            <a:endParaRPr>
              <a:latin typeface="Archivo Light"/>
              <a:ea typeface="Archivo Light"/>
              <a:cs typeface="Archivo Light"/>
              <a:sym typeface="Archivo Light"/>
            </a:endParaRPr>
          </a:p>
          <a:p>
            <a:pPr indent="-317500" lvl="0" marL="457200" rtl="0" algn="l">
              <a:spcBef>
                <a:spcPts val="0"/>
              </a:spcBef>
              <a:spcAft>
                <a:spcPts val="0"/>
              </a:spcAft>
              <a:buSzPts val="1400"/>
              <a:buFont typeface="Archivo Light"/>
              <a:buChar char="●"/>
            </a:pPr>
            <a:r>
              <a:rPr lang="en">
                <a:solidFill>
                  <a:schemeClr val="hlink"/>
                </a:solidFill>
                <a:uFill>
                  <a:noFill/>
                </a:uFill>
                <a:latin typeface="Archivo Light"/>
                <a:ea typeface="Archivo Light"/>
                <a:cs typeface="Archivo Light"/>
                <a:sym typeface="Archivo Light"/>
                <a:hlinkClick r:id="rId6"/>
              </a:rPr>
              <a:t>Teamwork concept for landing page</a:t>
            </a:r>
            <a:endParaRPr>
              <a:latin typeface="Archivo Light"/>
              <a:ea typeface="Archivo Light"/>
              <a:cs typeface="Archivo Light"/>
              <a:sym typeface="Archivo Light"/>
            </a:endParaRPr>
          </a:p>
        </p:txBody>
      </p:sp>
      <p:grpSp>
        <p:nvGrpSpPr>
          <p:cNvPr id="1798" name="Google Shape;1798;p87"/>
          <p:cNvGrpSpPr/>
          <p:nvPr/>
        </p:nvGrpSpPr>
        <p:grpSpPr>
          <a:xfrm>
            <a:off x="2415342" y="3373765"/>
            <a:ext cx="2677833" cy="1801172"/>
            <a:chOff x="5869695" y="2957791"/>
            <a:chExt cx="2520550" cy="1695540"/>
          </a:xfrm>
        </p:grpSpPr>
        <p:sp>
          <p:nvSpPr>
            <p:cNvPr id="1799" name="Google Shape;1799;p87"/>
            <p:cNvSpPr/>
            <p:nvPr/>
          </p:nvSpPr>
          <p:spPr>
            <a:xfrm>
              <a:off x="8262689" y="2957791"/>
              <a:ext cx="45650" cy="65705"/>
            </a:xfrm>
            <a:custGeom>
              <a:rect b="b" l="l" r="r" t="t"/>
              <a:pathLst>
                <a:path extrusionOk="0" h="2490" w="1730">
                  <a:moveTo>
                    <a:pt x="664" y="1"/>
                  </a:moveTo>
                  <a:cubicBezTo>
                    <a:pt x="500" y="1"/>
                    <a:pt x="404" y="138"/>
                    <a:pt x="464" y="346"/>
                  </a:cubicBezTo>
                  <a:cubicBezTo>
                    <a:pt x="587" y="769"/>
                    <a:pt x="728" y="1640"/>
                    <a:pt x="728" y="1640"/>
                  </a:cubicBezTo>
                  <a:cubicBezTo>
                    <a:pt x="728" y="1640"/>
                    <a:pt x="372" y="963"/>
                    <a:pt x="203" y="963"/>
                  </a:cubicBezTo>
                  <a:cubicBezTo>
                    <a:pt x="185" y="963"/>
                    <a:pt x="169" y="971"/>
                    <a:pt x="156" y="988"/>
                  </a:cubicBezTo>
                  <a:cubicBezTo>
                    <a:pt x="1" y="1210"/>
                    <a:pt x="805" y="2490"/>
                    <a:pt x="805" y="2490"/>
                  </a:cubicBezTo>
                  <a:lnTo>
                    <a:pt x="1550" y="2490"/>
                  </a:lnTo>
                  <a:cubicBezTo>
                    <a:pt x="1550" y="2490"/>
                    <a:pt x="1730" y="1251"/>
                    <a:pt x="1297" y="520"/>
                  </a:cubicBezTo>
                  <a:cubicBezTo>
                    <a:pt x="1077" y="149"/>
                    <a:pt x="834" y="1"/>
                    <a:pt x="664"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7"/>
            <p:cNvSpPr/>
            <p:nvPr/>
          </p:nvSpPr>
          <p:spPr>
            <a:xfrm>
              <a:off x="7329383" y="3369863"/>
              <a:ext cx="34357" cy="52247"/>
            </a:xfrm>
            <a:custGeom>
              <a:rect b="b" l="l" r="r" t="t"/>
              <a:pathLst>
                <a:path extrusionOk="0" h="1980" w="1302">
                  <a:moveTo>
                    <a:pt x="880" y="1"/>
                  </a:moveTo>
                  <a:cubicBezTo>
                    <a:pt x="588" y="1"/>
                    <a:pt x="85" y="152"/>
                    <a:pt x="0" y="1172"/>
                  </a:cubicBezTo>
                  <a:cubicBezTo>
                    <a:pt x="0" y="1960"/>
                    <a:pt x="240" y="1980"/>
                    <a:pt x="264" y="1980"/>
                  </a:cubicBezTo>
                  <a:cubicBezTo>
                    <a:pt x="265" y="1980"/>
                    <a:pt x="266" y="1980"/>
                    <a:pt x="266" y="1980"/>
                  </a:cubicBezTo>
                  <a:lnTo>
                    <a:pt x="1301" y="1172"/>
                  </a:lnTo>
                  <a:lnTo>
                    <a:pt x="1089" y="28"/>
                  </a:lnTo>
                  <a:cubicBezTo>
                    <a:pt x="1089" y="28"/>
                    <a:pt x="1003" y="1"/>
                    <a:pt x="880"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7"/>
            <p:cNvSpPr/>
            <p:nvPr/>
          </p:nvSpPr>
          <p:spPr>
            <a:xfrm>
              <a:off x="6590712" y="3802650"/>
              <a:ext cx="312850" cy="850680"/>
            </a:xfrm>
            <a:custGeom>
              <a:rect b="b" l="l" r="r" t="t"/>
              <a:pathLst>
                <a:path extrusionOk="0" h="32238" w="11856">
                  <a:moveTo>
                    <a:pt x="1916" y="0"/>
                  </a:moveTo>
                  <a:lnTo>
                    <a:pt x="0" y="32237"/>
                  </a:lnTo>
                  <a:lnTo>
                    <a:pt x="1938" y="32237"/>
                  </a:lnTo>
                  <a:lnTo>
                    <a:pt x="6976" y="4878"/>
                  </a:lnTo>
                  <a:lnTo>
                    <a:pt x="9938" y="32237"/>
                  </a:lnTo>
                  <a:lnTo>
                    <a:pt x="11752" y="32237"/>
                  </a:lnTo>
                  <a:lnTo>
                    <a:pt x="11855" y="0"/>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7"/>
            <p:cNvSpPr/>
            <p:nvPr/>
          </p:nvSpPr>
          <p:spPr>
            <a:xfrm>
              <a:off x="6733760" y="3329331"/>
              <a:ext cx="81168" cy="108215"/>
            </a:xfrm>
            <a:custGeom>
              <a:rect b="b" l="l" r="r" t="t"/>
              <a:pathLst>
                <a:path extrusionOk="0" h="4101" w="3076">
                  <a:moveTo>
                    <a:pt x="1" y="1"/>
                  </a:moveTo>
                  <a:lnTo>
                    <a:pt x="1" y="2563"/>
                  </a:lnTo>
                  <a:cubicBezTo>
                    <a:pt x="1" y="3413"/>
                    <a:pt x="689" y="4101"/>
                    <a:pt x="1538" y="4101"/>
                  </a:cubicBezTo>
                  <a:cubicBezTo>
                    <a:pt x="2387" y="4101"/>
                    <a:pt x="3076" y="3413"/>
                    <a:pt x="3076" y="2563"/>
                  </a:cubicBezTo>
                  <a:lnTo>
                    <a:pt x="3076" y="1"/>
                  </a:lnTo>
                  <a:close/>
                </a:path>
              </a:pathLst>
            </a:custGeom>
            <a:solidFill>
              <a:srgbClr val="FF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7"/>
            <p:cNvSpPr/>
            <p:nvPr/>
          </p:nvSpPr>
          <p:spPr>
            <a:xfrm>
              <a:off x="6687845" y="3251804"/>
              <a:ext cx="27680" cy="45123"/>
            </a:xfrm>
            <a:custGeom>
              <a:rect b="b" l="l" r="r" t="t"/>
              <a:pathLst>
                <a:path extrusionOk="0" h="1710" w="1049">
                  <a:moveTo>
                    <a:pt x="753" y="0"/>
                  </a:moveTo>
                  <a:cubicBezTo>
                    <a:pt x="564" y="0"/>
                    <a:pt x="1" y="60"/>
                    <a:pt x="1" y="769"/>
                  </a:cubicBezTo>
                  <a:cubicBezTo>
                    <a:pt x="1" y="1623"/>
                    <a:pt x="1049" y="1709"/>
                    <a:pt x="1049" y="1709"/>
                  </a:cubicBezTo>
                  <a:lnTo>
                    <a:pt x="814" y="3"/>
                  </a:lnTo>
                  <a:cubicBezTo>
                    <a:pt x="814" y="3"/>
                    <a:pt x="791" y="0"/>
                    <a:pt x="753"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7"/>
            <p:cNvSpPr/>
            <p:nvPr/>
          </p:nvSpPr>
          <p:spPr>
            <a:xfrm>
              <a:off x="6833136" y="3251804"/>
              <a:ext cx="27707" cy="45123"/>
            </a:xfrm>
            <a:custGeom>
              <a:rect b="b" l="l" r="r" t="t"/>
              <a:pathLst>
                <a:path extrusionOk="0" h="1710" w="1050">
                  <a:moveTo>
                    <a:pt x="296" y="0"/>
                  </a:moveTo>
                  <a:cubicBezTo>
                    <a:pt x="258" y="0"/>
                    <a:pt x="235" y="3"/>
                    <a:pt x="235" y="3"/>
                  </a:cubicBezTo>
                  <a:lnTo>
                    <a:pt x="0" y="1709"/>
                  </a:lnTo>
                  <a:cubicBezTo>
                    <a:pt x="0" y="1709"/>
                    <a:pt x="1049" y="1623"/>
                    <a:pt x="1049" y="769"/>
                  </a:cubicBezTo>
                  <a:cubicBezTo>
                    <a:pt x="1049" y="60"/>
                    <a:pt x="486" y="0"/>
                    <a:pt x="296"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7"/>
            <p:cNvSpPr/>
            <p:nvPr/>
          </p:nvSpPr>
          <p:spPr>
            <a:xfrm>
              <a:off x="6708270" y="3174752"/>
              <a:ext cx="132149" cy="184264"/>
            </a:xfrm>
            <a:custGeom>
              <a:rect b="b" l="l" r="r" t="t"/>
              <a:pathLst>
                <a:path extrusionOk="0" h="6983" w="5008">
                  <a:moveTo>
                    <a:pt x="2504" y="1"/>
                  </a:moveTo>
                  <a:cubicBezTo>
                    <a:pt x="1117" y="1"/>
                    <a:pt x="0" y="1118"/>
                    <a:pt x="0" y="2505"/>
                  </a:cubicBezTo>
                  <a:lnTo>
                    <a:pt x="0" y="4479"/>
                  </a:lnTo>
                  <a:cubicBezTo>
                    <a:pt x="0" y="5866"/>
                    <a:pt x="1117" y="6983"/>
                    <a:pt x="2504" y="6983"/>
                  </a:cubicBezTo>
                  <a:cubicBezTo>
                    <a:pt x="3891" y="6983"/>
                    <a:pt x="5008" y="5866"/>
                    <a:pt x="5008" y="4479"/>
                  </a:cubicBezTo>
                  <a:lnTo>
                    <a:pt x="5008" y="2505"/>
                  </a:lnTo>
                  <a:cubicBezTo>
                    <a:pt x="5008" y="1118"/>
                    <a:pt x="3891" y="1"/>
                    <a:pt x="2504"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7"/>
            <p:cNvSpPr/>
            <p:nvPr/>
          </p:nvSpPr>
          <p:spPr>
            <a:xfrm>
              <a:off x="6255351" y="3835793"/>
              <a:ext cx="344674" cy="817538"/>
            </a:xfrm>
            <a:custGeom>
              <a:rect b="b" l="l" r="r" t="t"/>
              <a:pathLst>
                <a:path extrusionOk="0" h="30982" w="13062">
                  <a:moveTo>
                    <a:pt x="1650" y="0"/>
                  </a:moveTo>
                  <a:lnTo>
                    <a:pt x="0" y="30981"/>
                  </a:lnTo>
                  <a:lnTo>
                    <a:pt x="2600" y="30981"/>
                  </a:lnTo>
                  <a:lnTo>
                    <a:pt x="7282" y="6297"/>
                  </a:lnTo>
                  <a:lnTo>
                    <a:pt x="10288" y="30981"/>
                  </a:lnTo>
                  <a:lnTo>
                    <a:pt x="12892" y="30981"/>
                  </a:lnTo>
                  <a:lnTo>
                    <a:pt x="13062"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7"/>
            <p:cNvSpPr/>
            <p:nvPr/>
          </p:nvSpPr>
          <p:spPr>
            <a:xfrm>
              <a:off x="6290025" y="3361208"/>
              <a:ext cx="314988" cy="534109"/>
            </a:xfrm>
            <a:custGeom>
              <a:rect b="b" l="l" r="r" t="t"/>
              <a:pathLst>
                <a:path extrusionOk="0" h="20241" w="11937">
                  <a:moveTo>
                    <a:pt x="6709" y="0"/>
                  </a:moveTo>
                  <a:cubicBezTo>
                    <a:pt x="5959" y="0"/>
                    <a:pt x="5168" y="52"/>
                    <a:pt x="4378" y="52"/>
                  </a:cubicBezTo>
                  <a:cubicBezTo>
                    <a:pt x="875" y="52"/>
                    <a:pt x="1021" y="6037"/>
                    <a:pt x="1021" y="6037"/>
                  </a:cubicBezTo>
                  <a:lnTo>
                    <a:pt x="1" y="19207"/>
                  </a:lnTo>
                  <a:cubicBezTo>
                    <a:pt x="2022" y="19892"/>
                    <a:pt x="4034" y="20241"/>
                    <a:pt x="6034" y="20241"/>
                  </a:cubicBezTo>
                  <a:cubicBezTo>
                    <a:pt x="8012" y="20241"/>
                    <a:pt x="9980" y="19900"/>
                    <a:pt x="11936" y="19207"/>
                  </a:cubicBezTo>
                  <a:lnTo>
                    <a:pt x="11378" y="6037"/>
                  </a:lnTo>
                  <a:cubicBezTo>
                    <a:pt x="11378" y="613"/>
                    <a:pt x="9281" y="0"/>
                    <a:pt x="6709"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7"/>
            <p:cNvSpPr/>
            <p:nvPr/>
          </p:nvSpPr>
          <p:spPr>
            <a:xfrm>
              <a:off x="6388847" y="3232884"/>
              <a:ext cx="5964" cy="43328"/>
            </a:xfrm>
            <a:custGeom>
              <a:rect b="b" l="l" r="r" t="t"/>
              <a:pathLst>
                <a:path extrusionOk="0" h="1642" w="226">
                  <a:moveTo>
                    <a:pt x="226" y="1641"/>
                  </a:moveTo>
                  <a:lnTo>
                    <a:pt x="1" y="1"/>
                  </a:lnTo>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7"/>
            <p:cNvSpPr/>
            <p:nvPr/>
          </p:nvSpPr>
          <p:spPr>
            <a:xfrm>
              <a:off x="6412305" y="3307324"/>
              <a:ext cx="78028" cy="87105"/>
            </a:xfrm>
            <a:custGeom>
              <a:rect b="b" l="l" r="r" t="t"/>
              <a:pathLst>
                <a:path extrusionOk="0" h="3301" w="2957">
                  <a:moveTo>
                    <a:pt x="1" y="1"/>
                  </a:moveTo>
                  <a:lnTo>
                    <a:pt x="1" y="2463"/>
                  </a:lnTo>
                  <a:cubicBezTo>
                    <a:pt x="1" y="3280"/>
                    <a:pt x="662" y="3301"/>
                    <a:pt x="1479" y="3301"/>
                  </a:cubicBezTo>
                  <a:cubicBezTo>
                    <a:pt x="2295" y="3301"/>
                    <a:pt x="2956" y="3280"/>
                    <a:pt x="2956" y="2463"/>
                  </a:cubicBezTo>
                  <a:lnTo>
                    <a:pt x="2956" y="1"/>
                  </a:lnTo>
                  <a:close/>
                </a:path>
              </a:pathLst>
            </a:custGeom>
            <a:solidFill>
              <a:srgbClr val="FF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7"/>
            <p:cNvSpPr/>
            <p:nvPr/>
          </p:nvSpPr>
          <p:spPr>
            <a:xfrm>
              <a:off x="6387791" y="3158787"/>
              <a:ext cx="127003" cy="177087"/>
            </a:xfrm>
            <a:custGeom>
              <a:rect b="b" l="l" r="r" t="t"/>
              <a:pathLst>
                <a:path extrusionOk="0" h="6711" w="4813">
                  <a:moveTo>
                    <a:pt x="2407" y="0"/>
                  </a:moveTo>
                  <a:cubicBezTo>
                    <a:pt x="1074" y="0"/>
                    <a:pt x="0" y="1073"/>
                    <a:pt x="0" y="2406"/>
                  </a:cubicBezTo>
                  <a:lnTo>
                    <a:pt x="0" y="4305"/>
                  </a:lnTo>
                  <a:cubicBezTo>
                    <a:pt x="0" y="5638"/>
                    <a:pt x="1074" y="6711"/>
                    <a:pt x="2407" y="6711"/>
                  </a:cubicBezTo>
                  <a:cubicBezTo>
                    <a:pt x="3740" y="6711"/>
                    <a:pt x="4813" y="5638"/>
                    <a:pt x="4813" y="4305"/>
                  </a:cubicBezTo>
                  <a:lnTo>
                    <a:pt x="4813" y="2406"/>
                  </a:lnTo>
                  <a:cubicBezTo>
                    <a:pt x="4813" y="1073"/>
                    <a:pt x="3740" y="0"/>
                    <a:pt x="2407"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7"/>
            <p:cNvSpPr/>
            <p:nvPr/>
          </p:nvSpPr>
          <p:spPr>
            <a:xfrm>
              <a:off x="7938965" y="3361208"/>
              <a:ext cx="301134" cy="504714"/>
            </a:xfrm>
            <a:custGeom>
              <a:rect b="b" l="l" r="r" t="t"/>
              <a:pathLst>
                <a:path extrusionOk="0" h="19127" w="11412">
                  <a:moveTo>
                    <a:pt x="6372" y="0"/>
                  </a:moveTo>
                  <a:cubicBezTo>
                    <a:pt x="5622" y="0"/>
                    <a:pt x="4832" y="52"/>
                    <a:pt x="4041" y="52"/>
                  </a:cubicBezTo>
                  <a:cubicBezTo>
                    <a:pt x="539" y="52"/>
                    <a:pt x="685" y="6037"/>
                    <a:pt x="685" y="6037"/>
                  </a:cubicBezTo>
                  <a:lnTo>
                    <a:pt x="1" y="17985"/>
                  </a:lnTo>
                  <a:cubicBezTo>
                    <a:pt x="1903" y="18746"/>
                    <a:pt x="3804" y="19126"/>
                    <a:pt x="5706" y="19126"/>
                  </a:cubicBezTo>
                  <a:cubicBezTo>
                    <a:pt x="7608" y="19126"/>
                    <a:pt x="9510" y="18746"/>
                    <a:pt x="11411" y="17985"/>
                  </a:cubicBezTo>
                  <a:lnTo>
                    <a:pt x="11041" y="6037"/>
                  </a:lnTo>
                  <a:cubicBezTo>
                    <a:pt x="11041" y="613"/>
                    <a:pt x="8945" y="0"/>
                    <a:pt x="637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7"/>
            <p:cNvSpPr/>
            <p:nvPr/>
          </p:nvSpPr>
          <p:spPr>
            <a:xfrm>
              <a:off x="7895399" y="3835793"/>
              <a:ext cx="344674" cy="817538"/>
            </a:xfrm>
            <a:custGeom>
              <a:rect b="b" l="l" r="r" t="t"/>
              <a:pathLst>
                <a:path extrusionOk="0" h="30982" w="13062">
                  <a:moveTo>
                    <a:pt x="1652" y="0"/>
                  </a:moveTo>
                  <a:lnTo>
                    <a:pt x="1" y="30981"/>
                  </a:lnTo>
                  <a:lnTo>
                    <a:pt x="2601" y="30981"/>
                  </a:lnTo>
                  <a:lnTo>
                    <a:pt x="7443" y="4688"/>
                  </a:lnTo>
                  <a:lnTo>
                    <a:pt x="10288" y="30981"/>
                  </a:lnTo>
                  <a:lnTo>
                    <a:pt x="12892" y="30981"/>
                  </a:lnTo>
                  <a:lnTo>
                    <a:pt x="13061" y="0"/>
                  </a:lnTo>
                  <a:lnTo>
                    <a:pt x="13061" y="0"/>
                  </a:lnTo>
                  <a:cubicBezTo>
                    <a:pt x="11160" y="682"/>
                    <a:pt x="9259" y="1022"/>
                    <a:pt x="7357" y="1022"/>
                  </a:cubicBezTo>
                  <a:cubicBezTo>
                    <a:pt x="5455" y="1022"/>
                    <a:pt x="3554" y="682"/>
                    <a:pt x="1652" y="0"/>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7"/>
            <p:cNvSpPr/>
            <p:nvPr/>
          </p:nvSpPr>
          <p:spPr>
            <a:xfrm>
              <a:off x="8008259" y="3232831"/>
              <a:ext cx="26625" cy="43381"/>
            </a:xfrm>
            <a:custGeom>
              <a:rect b="b" l="l" r="r" t="t"/>
              <a:pathLst>
                <a:path extrusionOk="0" h="1644" w="1009">
                  <a:moveTo>
                    <a:pt x="724" y="0"/>
                  </a:moveTo>
                  <a:cubicBezTo>
                    <a:pt x="542" y="0"/>
                    <a:pt x="0" y="58"/>
                    <a:pt x="0" y="740"/>
                  </a:cubicBezTo>
                  <a:cubicBezTo>
                    <a:pt x="0" y="1560"/>
                    <a:pt x="1008" y="1643"/>
                    <a:pt x="1008" y="1643"/>
                  </a:cubicBezTo>
                  <a:lnTo>
                    <a:pt x="783" y="3"/>
                  </a:lnTo>
                  <a:cubicBezTo>
                    <a:pt x="783" y="3"/>
                    <a:pt x="761" y="0"/>
                    <a:pt x="724"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7"/>
            <p:cNvSpPr/>
            <p:nvPr/>
          </p:nvSpPr>
          <p:spPr>
            <a:xfrm>
              <a:off x="8147903" y="3232831"/>
              <a:ext cx="26599" cy="43381"/>
            </a:xfrm>
            <a:custGeom>
              <a:rect b="b" l="l" r="r" t="t"/>
              <a:pathLst>
                <a:path extrusionOk="0" h="1644" w="1008">
                  <a:moveTo>
                    <a:pt x="284" y="0"/>
                  </a:moveTo>
                  <a:cubicBezTo>
                    <a:pt x="247" y="0"/>
                    <a:pt x="225" y="3"/>
                    <a:pt x="225" y="3"/>
                  </a:cubicBezTo>
                  <a:lnTo>
                    <a:pt x="0" y="1643"/>
                  </a:lnTo>
                  <a:cubicBezTo>
                    <a:pt x="0" y="1643"/>
                    <a:pt x="1008" y="1560"/>
                    <a:pt x="1008" y="740"/>
                  </a:cubicBezTo>
                  <a:cubicBezTo>
                    <a:pt x="1008" y="58"/>
                    <a:pt x="466" y="0"/>
                    <a:pt x="284"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7"/>
            <p:cNvSpPr/>
            <p:nvPr/>
          </p:nvSpPr>
          <p:spPr>
            <a:xfrm>
              <a:off x="8052379" y="3307324"/>
              <a:ext cx="78001" cy="89454"/>
            </a:xfrm>
            <a:custGeom>
              <a:rect b="b" l="l" r="r" t="t"/>
              <a:pathLst>
                <a:path extrusionOk="0" h="3390" w="2956">
                  <a:moveTo>
                    <a:pt x="0" y="1"/>
                  </a:moveTo>
                  <a:lnTo>
                    <a:pt x="0" y="2464"/>
                  </a:lnTo>
                  <a:cubicBezTo>
                    <a:pt x="0" y="3280"/>
                    <a:pt x="662" y="3389"/>
                    <a:pt x="1478" y="3389"/>
                  </a:cubicBezTo>
                  <a:cubicBezTo>
                    <a:pt x="2294" y="3389"/>
                    <a:pt x="2956" y="3280"/>
                    <a:pt x="2956" y="2464"/>
                  </a:cubicBezTo>
                  <a:lnTo>
                    <a:pt x="2956" y="1"/>
                  </a:lnTo>
                  <a:close/>
                </a:path>
              </a:pathLst>
            </a:custGeom>
            <a:solidFill>
              <a:srgbClr val="FF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7"/>
            <p:cNvSpPr/>
            <p:nvPr/>
          </p:nvSpPr>
          <p:spPr>
            <a:xfrm>
              <a:off x="8027865" y="3158787"/>
              <a:ext cx="127029" cy="177087"/>
            </a:xfrm>
            <a:custGeom>
              <a:rect b="b" l="l" r="r" t="t"/>
              <a:pathLst>
                <a:path extrusionOk="0" h="6711" w="4814">
                  <a:moveTo>
                    <a:pt x="2407" y="0"/>
                  </a:moveTo>
                  <a:cubicBezTo>
                    <a:pt x="1074" y="0"/>
                    <a:pt x="1" y="1073"/>
                    <a:pt x="1" y="2406"/>
                  </a:cubicBezTo>
                  <a:lnTo>
                    <a:pt x="1" y="4305"/>
                  </a:lnTo>
                  <a:cubicBezTo>
                    <a:pt x="1" y="5638"/>
                    <a:pt x="1074" y="6711"/>
                    <a:pt x="2407" y="6711"/>
                  </a:cubicBezTo>
                  <a:cubicBezTo>
                    <a:pt x="3740" y="6711"/>
                    <a:pt x="4813" y="5638"/>
                    <a:pt x="4813" y="4305"/>
                  </a:cubicBezTo>
                  <a:lnTo>
                    <a:pt x="4813" y="2406"/>
                  </a:lnTo>
                  <a:cubicBezTo>
                    <a:pt x="4813" y="1073"/>
                    <a:pt x="3740" y="0"/>
                    <a:pt x="2407"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7"/>
            <p:cNvSpPr/>
            <p:nvPr/>
          </p:nvSpPr>
          <p:spPr>
            <a:xfrm>
              <a:off x="7289485" y="3383374"/>
              <a:ext cx="296886" cy="419324"/>
            </a:xfrm>
            <a:custGeom>
              <a:rect b="b" l="l" r="r" t="t"/>
              <a:pathLst>
                <a:path extrusionOk="0" h="15891" w="11251">
                  <a:moveTo>
                    <a:pt x="4718" y="0"/>
                  </a:moveTo>
                  <a:cubicBezTo>
                    <a:pt x="4129" y="0"/>
                    <a:pt x="1296" y="183"/>
                    <a:pt x="744" y="3651"/>
                  </a:cubicBezTo>
                  <a:cubicBezTo>
                    <a:pt x="0" y="8319"/>
                    <a:pt x="2689" y="8852"/>
                    <a:pt x="0" y="15890"/>
                  </a:cubicBezTo>
                  <a:lnTo>
                    <a:pt x="9940" y="15890"/>
                  </a:lnTo>
                  <a:cubicBezTo>
                    <a:pt x="9940" y="15890"/>
                    <a:pt x="7734" y="13335"/>
                    <a:pt x="9493" y="7495"/>
                  </a:cubicBezTo>
                  <a:cubicBezTo>
                    <a:pt x="11251" y="1655"/>
                    <a:pt x="7568" y="3"/>
                    <a:pt x="4825" y="3"/>
                  </a:cubicBezTo>
                  <a:cubicBezTo>
                    <a:pt x="4825" y="3"/>
                    <a:pt x="4787" y="0"/>
                    <a:pt x="4718"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7"/>
            <p:cNvSpPr/>
            <p:nvPr/>
          </p:nvSpPr>
          <p:spPr>
            <a:xfrm>
              <a:off x="7381947" y="3329305"/>
              <a:ext cx="81168" cy="93676"/>
            </a:xfrm>
            <a:custGeom>
              <a:rect b="b" l="l" r="r" t="t"/>
              <a:pathLst>
                <a:path extrusionOk="0" h="3550" w="3076">
                  <a:moveTo>
                    <a:pt x="1" y="1"/>
                  </a:moveTo>
                  <a:lnTo>
                    <a:pt x="1" y="2564"/>
                  </a:lnTo>
                  <a:cubicBezTo>
                    <a:pt x="1" y="3414"/>
                    <a:pt x="689" y="3549"/>
                    <a:pt x="1538" y="3549"/>
                  </a:cubicBezTo>
                  <a:cubicBezTo>
                    <a:pt x="2388" y="3549"/>
                    <a:pt x="3076" y="3414"/>
                    <a:pt x="3076" y="2564"/>
                  </a:cubicBezTo>
                  <a:lnTo>
                    <a:pt x="3076" y="1"/>
                  </a:lnTo>
                  <a:close/>
                </a:path>
              </a:pathLst>
            </a:custGeom>
            <a:solidFill>
              <a:srgbClr val="FF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7"/>
            <p:cNvSpPr/>
            <p:nvPr/>
          </p:nvSpPr>
          <p:spPr>
            <a:xfrm>
              <a:off x="7357512" y="3251857"/>
              <a:ext cx="6227" cy="45070"/>
            </a:xfrm>
            <a:custGeom>
              <a:rect b="b" l="l" r="r" t="t"/>
              <a:pathLst>
                <a:path extrusionOk="0" h="1708" w="236">
                  <a:moveTo>
                    <a:pt x="235" y="1707"/>
                  </a:moveTo>
                  <a:lnTo>
                    <a:pt x="1" y="1"/>
                  </a:lnTo>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7"/>
            <p:cNvSpPr/>
            <p:nvPr/>
          </p:nvSpPr>
          <p:spPr>
            <a:xfrm>
              <a:off x="7356457" y="3174752"/>
              <a:ext cx="132175" cy="184290"/>
            </a:xfrm>
            <a:custGeom>
              <a:rect b="b" l="l" r="r" t="t"/>
              <a:pathLst>
                <a:path extrusionOk="0" h="6984" w="5009">
                  <a:moveTo>
                    <a:pt x="2504" y="1"/>
                  </a:moveTo>
                  <a:cubicBezTo>
                    <a:pt x="1127" y="1"/>
                    <a:pt x="0" y="1127"/>
                    <a:pt x="0" y="2505"/>
                  </a:cubicBezTo>
                  <a:lnTo>
                    <a:pt x="0" y="4480"/>
                  </a:lnTo>
                  <a:cubicBezTo>
                    <a:pt x="0" y="5857"/>
                    <a:pt x="1127" y="6984"/>
                    <a:pt x="2504" y="6984"/>
                  </a:cubicBezTo>
                  <a:cubicBezTo>
                    <a:pt x="3881" y="6984"/>
                    <a:pt x="5008" y="5857"/>
                    <a:pt x="5008" y="4480"/>
                  </a:cubicBezTo>
                  <a:lnTo>
                    <a:pt x="5008" y="2505"/>
                  </a:lnTo>
                  <a:cubicBezTo>
                    <a:pt x="5008" y="1127"/>
                    <a:pt x="3881" y="1"/>
                    <a:pt x="2504"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7"/>
            <p:cNvSpPr/>
            <p:nvPr/>
          </p:nvSpPr>
          <p:spPr>
            <a:xfrm>
              <a:off x="5924713" y="3849568"/>
              <a:ext cx="295593" cy="803763"/>
            </a:xfrm>
            <a:custGeom>
              <a:rect b="b" l="l" r="r" t="t"/>
              <a:pathLst>
                <a:path extrusionOk="0" h="30460" w="11202">
                  <a:moveTo>
                    <a:pt x="1811" y="1"/>
                  </a:moveTo>
                  <a:lnTo>
                    <a:pt x="0" y="30459"/>
                  </a:lnTo>
                  <a:lnTo>
                    <a:pt x="1831" y="30459"/>
                  </a:lnTo>
                  <a:lnTo>
                    <a:pt x="6592" y="4609"/>
                  </a:lnTo>
                  <a:lnTo>
                    <a:pt x="9390" y="30459"/>
                  </a:lnTo>
                  <a:lnTo>
                    <a:pt x="11104" y="30459"/>
                  </a:lnTo>
                  <a:lnTo>
                    <a:pt x="11202" y="1"/>
                  </a:ln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7"/>
            <p:cNvSpPr/>
            <p:nvPr/>
          </p:nvSpPr>
          <p:spPr>
            <a:xfrm>
              <a:off x="5972502" y="3453407"/>
              <a:ext cx="280499" cy="396182"/>
            </a:xfrm>
            <a:custGeom>
              <a:rect b="b" l="l" r="r" t="t"/>
              <a:pathLst>
                <a:path extrusionOk="0" h="15014" w="10630">
                  <a:moveTo>
                    <a:pt x="4457" y="1"/>
                  </a:moveTo>
                  <a:cubicBezTo>
                    <a:pt x="3901" y="1"/>
                    <a:pt x="1225" y="173"/>
                    <a:pt x="702" y="3449"/>
                  </a:cubicBezTo>
                  <a:cubicBezTo>
                    <a:pt x="0" y="7860"/>
                    <a:pt x="2541" y="8364"/>
                    <a:pt x="0" y="15014"/>
                  </a:cubicBezTo>
                  <a:lnTo>
                    <a:pt x="9391" y="15014"/>
                  </a:lnTo>
                  <a:cubicBezTo>
                    <a:pt x="9391" y="15014"/>
                    <a:pt x="7307" y="12599"/>
                    <a:pt x="8968" y="7082"/>
                  </a:cubicBezTo>
                  <a:cubicBezTo>
                    <a:pt x="10629" y="1565"/>
                    <a:pt x="7150" y="3"/>
                    <a:pt x="4559" y="3"/>
                  </a:cubicBezTo>
                  <a:cubicBezTo>
                    <a:pt x="4559" y="3"/>
                    <a:pt x="4523" y="1"/>
                    <a:pt x="4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7"/>
            <p:cNvSpPr/>
            <p:nvPr/>
          </p:nvSpPr>
          <p:spPr>
            <a:xfrm>
              <a:off x="6059845" y="3402347"/>
              <a:ext cx="76708" cy="102252"/>
            </a:xfrm>
            <a:custGeom>
              <a:rect b="b" l="l" r="r" t="t"/>
              <a:pathLst>
                <a:path extrusionOk="0" h="3875" w="2907">
                  <a:moveTo>
                    <a:pt x="2" y="1"/>
                  </a:moveTo>
                  <a:lnTo>
                    <a:pt x="2" y="2422"/>
                  </a:lnTo>
                  <a:cubicBezTo>
                    <a:pt x="1" y="3224"/>
                    <a:pt x="651" y="3875"/>
                    <a:pt x="1454" y="3875"/>
                  </a:cubicBezTo>
                  <a:cubicBezTo>
                    <a:pt x="2257" y="3875"/>
                    <a:pt x="2907" y="3224"/>
                    <a:pt x="2907" y="2422"/>
                  </a:cubicBezTo>
                  <a:lnTo>
                    <a:pt x="2907" y="1"/>
                  </a:lnTo>
                  <a:close/>
                </a:path>
              </a:pathLst>
            </a:custGeom>
            <a:solidFill>
              <a:srgbClr val="FF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7"/>
            <p:cNvSpPr/>
            <p:nvPr/>
          </p:nvSpPr>
          <p:spPr>
            <a:xfrm>
              <a:off x="6016490" y="3329120"/>
              <a:ext cx="26176" cy="42642"/>
            </a:xfrm>
            <a:custGeom>
              <a:rect b="b" l="l" r="r" t="t"/>
              <a:pathLst>
                <a:path extrusionOk="0" h="1616" w="992">
                  <a:moveTo>
                    <a:pt x="711" y="1"/>
                  </a:moveTo>
                  <a:cubicBezTo>
                    <a:pt x="532" y="1"/>
                    <a:pt x="1" y="57"/>
                    <a:pt x="1" y="727"/>
                  </a:cubicBezTo>
                  <a:cubicBezTo>
                    <a:pt x="1" y="1534"/>
                    <a:pt x="991" y="1615"/>
                    <a:pt x="991" y="1615"/>
                  </a:cubicBezTo>
                  <a:lnTo>
                    <a:pt x="769" y="3"/>
                  </a:lnTo>
                  <a:cubicBezTo>
                    <a:pt x="769" y="3"/>
                    <a:pt x="748" y="1"/>
                    <a:pt x="711"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7"/>
            <p:cNvSpPr/>
            <p:nvPr/>
          </p:nvSpPr>
          <p:spPr>
            <a:xfrm>
              <a:off x="6153759" y="3329120"/>
              <a:ext cx="26203" cy="42642"/>
            </a:xfrm>
            <a:custGeom>
              <a:rect b="b" l="l" r="r" t="t"/>
              <a:pathLst>
                <a:path extrusionOk="0" h="1616" w="993">
                  <a:moveTo>
                    <a:pt x="281" y="1"/>
                  </a:moveTo>
                  <a:cubicBezTo>
                    <a:pt x="244" y="1"/>
                    <a:pt x="222" y="3"/>
                    <a:pt x="222" y="3"/>
                  </a:cubicBezTo>
                  <a:lnTo>
                    <a:pt x="1" y="1615"/>
                  </a:lnTo>
                  <a:cubicBezTo>
                    <a:pt x="1" y="1615"/>
                    <a:pt x="992" y="1534"/>
                    <a:pt x="992" y="727"/>
                  </a:cubicBezTo>
                  <a:cubicBezTo>
                    <a:pt x="992" y="57"/>
                    <a:pt x="460" y="1"/>
                    <a:pt x="281"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7"/>
            <p:cNvSpPr/>
            <p:nvPr/>
          </p:nvSpPr>
          <p:spPr>
            <a:xfrm>
              <a:off x="6035779" y="3256316"/>
              <a:ext cx="124866" cy="174105"/>
            </a:xfrm>
            <a:custGeom>
              <a:rect b="b" l="l" r="r" t="t"/>
              <a:pathLst>
                <a:path extrusionOk="0" h="6598" w="4732">
                  <a:moveTo>
                    <a:pt x="2366" y="1"/>
                  </a:moveTo>
                  <a:cubicBezTo>
                    <a:pt x="1065" y="1"/>
                    <a:pt x="0" y="1065"/>
                    <a:pt x="0" y="2366"/>
                  </a:cubicBezTo>
                  <a:lnTo>
                    <a:pt x="0" y="4232"/>
                  </a:lnTo>
                  <a:cubicBezTo>
                    <a:pt x="0" y="5534"/>
                    <a:pt x="1065" y="6598"/>
                    <a:pt x="2366" y="6598"/>
                  </a:cubicBezTo>
                  <a:cubicBezTo>
                    <a:pt x="3667" y="6598"/>
                    <a:pt x="4731" y="5534"/>
                    <a:pt x="4731" y="4232"/>
                  </a:cubicBezTo>
                  <a:lnTo>
                    <a:pt x="4731" y="2366"/>
                  </a:lnTo>
                  <a:cubicBezTo>
                    <a:pt x="4731" y="1065"/>
                    <a:pt x="3667" y="1"/>
                    <a:pt x="2366"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7"/>
            <p:cNvSpPr/>
            <p:nvPr/>
          </p:nvSpPr>
          <p:spPr>
            <a:xfrm>
              <a:off x="7551726" y="3798454"/>
              <a:ext cx="322482" cy="854876"/>
            </a:xfrm>
            <a:custGeom>
              <a:rect b="b" l="l" r="r" t="t"/>
              <a:pathLst>
                <a:path extrusionOk="0" h="32397" w="12221">
                  <a:moveTo>
                    <a:pt x="1975" y="1"/>
                  </a:moveTo>
                  <a:lnTo>
                    <a:pt x="1" y="32396"/>
                  </a:lnTo>
                  <a:lnTo>
                    <a:pt x="1998" y="32396"/>
                  </a:lnTo>
                  <a:lnTo>
                    <a:pt x="7191" y="4902"/>
                  </a:lnTo>
                  <a:lnTo>
                    <a:pt x="10243" y="32396"/>
                  </a:lnTo>
                  <a:lnTo>
                    <a:pt x="12113" y="32396"/>
                  </a:lnTo>
                  <a:lnTo>
                    <a:pt x="12220" y="1"/>
                  </a:ln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7"/>
            <p:cNvSpPr/>
            <p:nvPr/>
          </p:nvSpPr>
          <p:spPr>
            <a:xfrm>
              <a:off x="7603815" y="3366274"/>
              <a:ext cx="306042" cy="432201"/>
            </a:xfrm>
            <a:custGeom>
              <a:rect b="b" l="l" r="r" t="t"/>
              <a:pathLst>
                <a:path extrusionOk="0" h="16379" w="11598">
                  <a:moveTo>
                    <a:pt x="4865" y="0"/>
                  </a:moveTo>
                  <a:cubicBezTo>
                    <a:pt x="4260" y="0"/>
                    <a:pt x="1337" y="187"/>
                    <a:pt x="768" y="3763"/>
                  </a:cubicBezTo>
                  <a:cubicBezTo>
                    <a:pt x="1" y="8575"/>
                    <a:pt x="2772" y="9124"/>
                    <a:pt x="1" y="16379"/>
                  </a:cubicBezTo>
                  <a:lnTo>
                    <a:pt x="10246" y="16379"/>
                  </a:lnTo>
                  <a:cubicBezTo>
                    <a:pt x="10246" y="16379"/>
                    <a:pt x="7973" y="13744"/>
                    <a:pt x="9785" y="7725"/>
                  </a:cubicBezTo>
                  <a:cubicBezTo>
                    <a:pt x="11598" y="1706"/>
                    <a:pt x="7802" y="3"/>
                    <a:pt x="4975" y="3"/>
                  </a:cubicBezTo>
                  <a:cubicBezTo>
                    <a:pt x="4975" y="3"/>
                    <a:pt x="4936" y="0"/>
                    <a:pt x="4865"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7"/>
            <p:cNvSpPr/>
            <p:nvPr/>
          </p:nvSpPr>
          <p:spPr>
            <a:xfrm>
              <a:off x="7699154" y="3310570"/>
              <a:ext cx="83675" cy="111540"/>
            </a:xfrm>
            <a:custGeom>
              <a:rect b="b" l="l" r="r" t="t"/>
              <a:pathLst>
                <a:path extrusionOk="0" h="4227" w="3171">
                  <a:moveTo>
                    <a:pt x="1" y="1"/>
                  </a:moveTo>
                  <a:lnTo>
                    <a:pt x="1" y="2642"/>
                  </a:lnTo>
                  <a:cubicBezTo>
                    <a:pt x="1" y="3518"/>
                    <a:pt x="711" y="4227"/>
                    <a:pt x="1585" y="4227"/>
                  </a:cubicBezTo>
                  <a:cubicBezTo>
                    <a:pt x="2461" y="4227"/>
                    <a:pt x="3171" y="3518"/>
                    <a:pt x="3171" y="2642"/>
                  </a:cubicBezTo>
                  <a:lnTo>
                    <a:pt x="3171" y="1"/>
                  </a:lnTo>
                  <a:close/>
                </a:path>
              </a:pathLst>
            </a:custGeom>
            <a:solidFill>
              <a:srgbClr val="FF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7"/>
            <p:cNvSpPr/>
            <p:nvPr/>
          </p:nvSpPr>
          <p:spPr>
            <a:xfrm>
              <a:off x="7651841" y="3230667"/>
              <a:ext cx="28551" cy="46521"/>
            </a:xfrm>
            <a:custGeom>
              <a:rect b="b" l="l" r="r" t="t"/>
              <a:pathLst>
                <a:path extrusionOk="0" h="1763" w="1082">
                  <a:moveTo>
                    <a:pt x="777" y="1"/>
                  </a:moveTo>
                  <a:cubicBezTo>
                    <a:pt x="582" y="1"/>
                    <a:pt x="1" y="62"/>
                    <a:pt x="1" y="794"/>
                  </a:cubicBezTo>
                  <a:cubicBezTo>
                    <a:pt x="1" y="1673"/>
                    <a:pt x="1081" y="1762"/>
                    <a:pt x="1081" y="1762"/>
                  </a:cubicBezTo>
                  <a:lnTo>
                    <a:pt x="840" y="3"/>
                  </a:lnTo>
                  <a:cubicBezTo>
                    <a:pt x="840" y="3"/>
                    <a:pt x="816" y="1"/>
                    <a:pt x="777"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7"/>
            <p:cNvSpPr/>
            <p:nvPr/>
          </p:nvSpPr>
          <p:spPr>
            <a:xfrm>
              <a:off x="7801591" y="3230667"/>
              <a:ext cx="28551" cy="46521"/>
            </a:xfrm>
            <a:custGeom>
              <a:rect b="b" l="l" r="r" t="t"/>
              <a:pathLst>
                <a:path extrusionOk="0" h="1763" w="1082">
                  <a:moveTo>
                    <a:pt x="305" y="1"/>
                  </a:moveTo>
                  <a:cubicBezTo>
                    <a:pt x="266" y="1"/>
                    <a:pt x="243" y="3"/>
                    <a:pt x="243" y="3"/>
                  </a:cubicBezTo>
                  <a:lnTo>
                    <a:pt x="0" y="1762"/>
                  </a:lnTo>
                  <a:cubicBezTo>
                    <a:pt x="0" y="1762"/>
                    <a:pt x="1082" y="1673"/>
                    <a:pt x="1082" y="794"/>
                  </a:cubicBezTo>
                  <a:cubicBezTo>
                    <a:pt x="1082" y="62"/>
                    <a:pt x="500" y="1"/>
                    <a:pt x="305"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7"/>
            <p:cNvSpPr/>
            <p:nvPr/>
          </p:nvSpPr>
          <p:spPr>
            <a:xfrm>
              <a:off x="7672898" y="3151266"/>
              <a:ext cx="136212" cy="189911"/>
            </a:xfrm>
            <a:custGeom>
              <a:rect b="b" l="l" r="r" t="t"/>
              <a:pathLst>
                <a:path extrusionOk="0" h="7197" w="5162">
                  <a:moveTo>
                    <a:pt x="2580" y="0"/>
                  </a:moveTo>
                  <a:cubicBezTo>
                    <a:pt x="1161" y="0"/>
                    <a:pt x="0" y="1162"/>
                    <a:pt x="0" y="2581"/>
                  </a:cubicBezTo>
                  <a:lnTo>
                    <a:pt x="0" y="4616"/>
                  </a:lnTo>
                  <a:cubicBezTo>
                    <a:pt x="0" y="6036"/>
                    <a:pt x="1161" y="7197"/>
                    <a:pt x="2580" y="7197"/>
                  </a:cubicBezTo>
                  <a:cubicBezTo>
                    <a:pt x="4000" y="7197"/>
                    <a:pt x="5161" y="6036"/>
                    <a:pt x="5161" y="4616"/>
                  </a:cubicBezTo>
                  <a:lnTo>
                    <a:pt x="5161" y="2581"/>
                  </a:lnTo>
                  <a:cubicBezTo>
                    <a:pt x="5161" y="1162"/>
                    <a:pt x="4000" y="0"/>
                    <a:pt x="2580"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7"/>
            <p:cNvSpPr/>
            <p:nvPr/>
          </p:nvSpPr>
          <p:spPr>
            <a:xfrm>
              <a:off x="6947949" y="3335744"/>
              <a:ext cx="307045" cy="510229"/>
            </a:xfrm>
            <a:custGeom>
              <a:rect b="b" l="l" r="r" t="t"/>
              <a:pathLst>
                <a:path extrusionOk="0" h="19336" w="11636">
                  <a:moveTo>
                    <a:pt x="6499" y="0"/>
                  </a:moveTo>
                  <a:cubicBezTo>
                    <a:pt x="5734" y="0"/>
                    <a:pt x="4927" y="53"/>
                    <a:pt x="4120" y="53"/>
                  </a:cubicBezTo>
                  <a:cubicBezTo>
                    <a:pt x="549" y="53"/>
                    <a:pt x="698" y="6155"/>
                    <a:pt x="698" y="6155"/>
                  </a:cubicBezTo>
                  <a:lnTo>
                    <a:pt x="1" y="18340"/>
                  </a:lnTo>
                  <a:cubicBezTo>
                    <a:pt x="1940" y="19004"/>
                    <a:pt x="3879" y="19335"/>
                    <a:pt x="5818" y="19335"/>
                  </a:cubicBezTo>
                  <a:cubicBezTo>
                    <a:pt x="7757" y="19335"/>
                    <a:pt x="9696" y="19004"/>
                    <a:pt x="11635" y="18340"/>
                  </a:cubicBezTo>
                  <a:lnTo>
                    <a:pt x="11260" y="6155"/>
                  </a:lnTo>
                  <a:cubicBezTo>
                    <a:pt x="11260" y="625"/>
                    <a:pt x="9122" y="0"/>
                    <a:pt x="6499"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7"/>
            <p:cNvSpPr/>
            <p:nvPr/>
          </p:nvSpPr>
          <p:spPr>
            <a:xfrm>
              <a:off x="6903538" y="3819670"/>
              <a:ext cx="351455" cy="833660"/>
            </a:xfrm>
            <a:custGeom>
              <a:rect b="b" l="l" r="r" t="t"/>
              <a:pathLst>
                <a:path extrusionOk="0" h="31593" w="13319">
                  <a:moveTo>
                    <a:pt x="1684" y="1"/>
                  </a:moveTo>
                  <a:lnTo>
                    <a:pt x="0" y="31592"/>
                  </a:lnTo>
                  <a:lnTo>
                    <a:pt x="2652" y="31592"/>
                  </a:lnTo>
                  <a:lnTo>
                    <a:pt x="7590" y="4780"/>
                  </a:lnTo>
                  <a:lnTo>
                    <a:pt x="10492" y="31592"/>
                  </a:lnTo>
                  <a:lnTo>
                    <a:pt x="13146" y="31592"/>
                  </a:lnTo>
                  <a:lnTo>
                    <a:pt x="13318" y="1"/>
                  </a:lnTo>
                  <a:lnTo>
                    <a:pt x="13318" y="1"/>
                  </a:lnTo>
                  <a:cubicBezTo>
                    <a:pt x="11403" y="561"/>
                    <a:pt x="9480" y="838"/>
                    <a:pt x="7549" y="838"/>
                  </a:cubicBezTo>
                  <a:cubicBezTo>
                    <a:pt x="5602" y="838"/>
                    <a:pt x="3647" y="557"/>
                    <a:pt x="1684" y="1"/>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7"/>
            <p:cNvSpPr/>
            <p:nvPr/>
          </p:nvSpPr>
          <p:spPr>
            <a:xfrm>
              <a:off x="7063606" y="3280804"/>
              <a:ext cx="79532" cy="91459"/>
            </a:xfrm>
            <a:custGeom>
              <a:rect b="b" l="l" r="r" t="t"/>
              <a:pathLst>
                <a:path extrusionOk="0" h="3466" w="3014">
                  <a:moveTo>
                    <a:pt x="0" y="0"/>
                  </a:moveTo>
                  <a:lnTo>
                    <a:pt x="0" y="2512"/>
                  </a:lnTo>
                  <a:cubicBezTo>
                    <a:pt x="0" y="3344"/>
                    <a:pt x="675" y="3466"/>
                    <a:pt x="1507" y="3466"/>
                  </a:cubicBezTo>
                  <a:cubicBezTo>
                    <a:pt x="2339" y="3466"/>
                    <a:pt x="3013" y="3344"/>
                    <a:pt x="3013" y="2512"/>
                  </a:cubicBezTo>
                  <a:lnTo>
                    <a:pt x="3013" y="0"/>
                  </a:lnTo>
                  <a:close/>
                </a:path>
              </a:pathLst>
            </a:custGeom>
            <a:solidFill>
              <a:srgbClr val="FF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7"/>
            <p:cNvSpPr/>
            <p:nvPr/>
          </p:nvSpPr>
          <p:spPr>
            <a:xfrm>
              <a:off x="7038617" y="3129338"/>
              <a:ext cx="129510" cy="180570"/>
            </a:xfrm>
            <a:custGeom>
              <a:rect b="b" l="l" r="r" t="t"/>
              <a:pathLst>
                <a:path extrusionOk="0" h="6843" w="4908">
                  <a:moveTo>
                    <a:pt x="2454" y="0"/>
                  </a:moveTo>
                  <a:cubicBezTo>
                    <a:pt x="1105" y="0"/>
                    <a:pt x="1" y="1104"/>
                    <a:pt x="1" y="2454"/>
                  </a:cubicBezTo>
                  <a:lnTo>
                    <a:pt x="1" y="4389"/>
                  </a:lnTo>
                  <a:cubicBezTo>
                    <a:pt x="1" y="5739"/>
                    <a:pt x="1105" y="6842"/>
                    <a:pt x="2454" y="6842"/>
                  </a:cubicBezTo>
                  <a:cubicBezTo>
                    <a:pt x="3804" y="6842"/>
                    <a:pt x="4907" y="5739"/>
                    <a:pt x="4907" y="4389"/>
                  </a:cubicBezTo>
                  <a:lnTo>
                    <a:pt x="4907" y="2454"/>
                  </a:lnTo>
                  <a:cubicBezTo>
                    <a:pt x="4907" y="1105"/>
                    <a:pt x="3804" y="0"/>
                    <a:pt x="2454"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7"/>
            <p:cNvSpPr/>
            <p:nvPr/>
          </p:nvSpPr>
          <p:spPr>
            <a:xfrm>
              <a:off x="6412384" y="3394404"/>
              <a:ext cx="307388" cy="236300"/>
            </a:xfrm>
            <a:custGeom>
              <a:rect b="b" l="l" r="r" t="t"/>
              <a:pathLst>
                <a:path extrusionOk="0" h="8955" w="11649">
                  <a:moveTo>
                    <a:pt x="11649" y="1"/>
                  </a:moveTo>
                  <a:cubicBezTo>
                    <a:pt x="11648" y="1"/>
                    <a:pt x="9666" y="687"/>
                    <a:pt x="6148" y="3563"/>
                  </a:cubicBezTo>
                  <a:cubicBezTo>
                    <a:pt x="2628" y="6439"/>
                    <a:pt x="0" y="6754"/>
                    <a:pt x="0" y="6754"/>
                  </a:cubicBezTo>
                  <a:lnTo>
                    <a:pt x="22" y="8955"/>
                  </a:lnTo>
                  <a:cubicBezTo>
                    <a:pt x="22" y="8955"/>
                    <a:pt x="6577" y="8142"/>
                    <a:pt x="11153" y="3594"/>
                  </a:cubicBezTo>
                  <a:lnTo>
                    <a:pt x="11649"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7"/>
            <p:cNvSpPr/>
            <p:nvPr/>
          </p:nvSpPr>
          <p:spPr>
            <a:xfrm>
              <a:off x="5869695" y="3166624"/>
              <a:ext cx="187826" cy="410141"/>
            </a:xfrm>
            <a:custGeom>
              <a:rect b="b" l="l" r="r" t="t"/>
              <a:pathLst>
                <a:path extrusionOk="0" h="15543" w="7118">
                  <a:moveTo>
                    <a:pt x="1734" y="1"/>
                  </a:moveTo>
                  <a:cubicBezTo>
                    <a:pt x="1081" y="1"/>
                    <a:pt x="1007" y="4"/>
                    <a:pt x="1007" y="4"/>
                  </a:cubicBezTo>
                  <a:cubicBezTo>
                    <a:pt x="1007" y="4"/>
                    <a:pt x="1" y="10444"/>
                    <a:pt x="4690" y="15542"/>
                  </a:cubicBezTo>
                  <a:lnTo>
                    <a:pt x="7117" y="11367"/>
                  </a:lnTo>
                  <a:cubicBezTo>
                    <a:pt x="7117" y="11367"/>
                    <a:pt x="2468" y="8442"/>
                    <a:pt x="17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7"/>
            <p:cNvSpPr/>
            <p:nvPr/>
          </p:nvSpPr>
          <p:spPr>
            <a:xfrm>
              <a:off x="6136527" y="3459265"/>
              <a:ext cx="356099" cy="115709"/>
            </a:xfrm>
            <a:custGeom>
              <a:rect b="b" l="l" r="r" t="t"/>
              <a:pathLst>
                <a:path extrusionOk="0" h="4385" w="13495">
                  <a:moveTo>
                    <a:pt x="1" y="1"/>
                  </a:moveTo>
                  <a:lnTo>
                    <a:pt x="1644" y="3233"/>
                  </a:lnTo>
                  <a:cubicBezTo>
                    <a:pt x="3418" y="4088"/>
                    <a:pt x="5213" y="4384"/>
                    <a:pt x="6851" y="4384"/>
                  </a:cubicBezTo>
                  <a:cubicBezTo>
                    <a:pt x="10580" y="4384"/>
                    <a:pt x="13495" y="2845"/>
                    <a:pt x="13495" y="2845"/>
                  </a:cubicBezTo>
                  <a:lnTo>
                    <a:pt x="13154" y="2204"/>
                  </a:lnTo>
                  <a:cubicBezTo>
                    <a:pt x="13154" y="2204"/>
                    <a:pt x="12411" y="2477"/>
                    <a:pt x="11050" y="2477"/>
                  </a:cubicBezTo>
                  <a:cubicBezTo>
                    <a:pt x="9903" y="2477"/>
                    <a:pt x="8317" y="2283"/>
                    <a:pt x="6366" y="1567"/>
                  </a:cubicBezTo>
                  <a:cubicBezTo>
                    <a:pt x="2098" y="1"/>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7"/>
            <p:cNvSpPr/>
            <p:nvPr/>
          </p:nvSpPr>
          <p:spPr>
            <a:xfrm>
              <a:off x="6610239" y="3383347"/>
              <a:ext cx="327917" cy="653698"/>
            </a:xfrm>
            <a:custGeom>
              <a:rect b="b" l="l" r="r" t="t"/>
              <a:pathLst>
                <a:path extrusionOk="0" h="24773" w="12427">
                  <a:moveTo>
                    <a:pt x="5895" y="0"/>
                  </a:moveTo>
                  <a:cubicBezTo>
                    <a:pt x="5308" y="0"/>
                    <a:pt x="2473" y="182"/>
                    <a:pt x="1920" y="3651"/>
                  </a:cubicBezTo>
                  <a:cubicBezTo>
                    <a:pt x="1604" y="5630"/>
                    <a:pt x="1905" y="6866"/>
                    <a:pt x="2152" y="8169"/>
                  </a:cubicBezTo>
                  <a:cubicBezTo>
                    <a:pt x="2467" y="9836"/>
                    <a:pt x="2325" y="11551"/>
                    <a:pt x="1767" y="13152"/>
                  </a:cubicBezTo>
                  <a:cubicBezTo>
                    <a:pt x="1086" y="15115"/>
                    <a:pt x="0" y="19044"/>
                    <a:pt x="0" y="24175"/>
                  </a:cubicBezTo>
                  <a:cubicBezTo>
                    <a:pt x="2040" y="24573"/>
                    <a:pt x="4079" y="24772"/>
                    <a:pt x="6119" y="24772"/>
                  </a:cubicBezTo>
                  <a:cubicBezTo>
                    <a:pt x="8158" y="24772"/>
                    <a:pt x="10197" y="24573"/>
                    <a:pt x="12236" y="24175"/>
                  </a:cubicBezTo>
                  <a:cubicBezTo>
                    <a:pt x="12236" y="24175"/>
                    <a:pt x="12407" y="18466"/>
                    <a:pt x="10798" y="13728"/>
                  </a:cubicBezTo>
                  <a:cubicBezTo>
                    <a:pt x="10146" y="11806"/>
                    <a:pt x="10028" y="9746"/>
                    <a:pt x="10581" y="7794"/>
                  </a:cubicBezTo>
                  <a:cubicBezTo>
                    <a:pt x="10609" y="7695"/>
                    <a:pt x="10638" y="7595"/>
                    <a:pt x="10668" y="7495"/>
                  </a:cubicBezTo>
                  <a:cubicBezTo>
                    <a:pt x="12426" y="1654"/>
                    <a:pt x="8745" y="3"/>
                    <a:pt x="6002" y="3"/>
                  </a:cubicBezTo>
                  <a:cubicBezTo>
                    <a:pt x="6002" y="3"/>
                    <a:pt x="5964" y="0"/>
                    <a:pt x="5895"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7"/>
            <p:cNvSpPr/>
            <p:nvPr/>
          </p:nvSpPr>
          <p:spPr>
            <a:xfrm>
              <a:off x="6826143" y="3394404"/>
              <a:ext cx="306992" cy="224953"/>
            </a:xfrm>
            <a:custGeom>
              <a:rect b="b" l="l" r="r" t="t"/>
              <a:pathLst>
                <a:path extrusionOk="0" h="8525" w="11634">
                  <a:moveTo>
                    <a:pt x="1" y="1"/>
                  </a:moveTo>
                  <a:lnTo>
                    <a:pt x="496" y="3594"/>
                  </a:lnTo>
                  <a:cubicBezTo>
                    <a:pt x="5074" y="8142"/>
                    <a:pt x="11633" y="8525"/>
                    <a:pt x="11633" y="8525"/>
                  </a:cubicBezTo>
                  <a:lnTo>
                    <a:pt x="11633" y="6296"/>
                  </a:lnTo>
                  <a:cubicBezTo>
                    <a:pt x="11633" y="6296"/>
                    <a:pt x="11612" y="6297"/>
                    <a:pt x="11570" y="6297"/>
                  </a:cubicBezTo>
                  <a:cubicBezTo>
                    <a:pt x="11151" y="6297"/>
                    <a:pt x="8702" y="6178"/>
                    <a:pt x="5503" y="3563"/>
                  </a:cubicBezTo>
                  <a:cubicBezTo>
                    <a:pt x="1983" y="687"/>
                    <a:pt x="1" y="1"/>
                    <a:pt x="1"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7"/>
            <p:cNvSpPr/>
            <p:nvPr/>
          </p:nvSpPr>
          <p:spPr>
            <a:xfrm>
              <a:off x="5984508" y="3362422"/>
              <a:ext cx="427821" cy="201785"/>
            </a:xfrm>
            <a:custGeom>
              <a:rect b="b" l="l" r="r" t="t"/>
              <a:pathLst>
                <a:path extrusionOk="0" h="7647" w="16213">
                  <a:moveTo>
                    <a:pt x="16091" y="1"/>
                  </a:moveTo>
                  <a:cubicBezTo>
                    <a:pt x="15532" y="1"/>
                    <a:pt x="13071" y="202"/>
                    <a:pt x="8952" y="3373"/>
                  </a:cubicBezTo>
                  <a:cubicBezTo>
                    <a:pt x="7011" y="4639"/>
                    <a:pt x="5152" y="5003"/>
                    <a:pt x="3656" y="5003"/>
                  </a:cubicBezTo>
                  <a:cubicBezTo>
                    <a:pt x="1637" y="5003"/>
                    <a:pt x="280" y="4340"/>
                    <a:pt x="280" y="4340"/>
                  </a:cubicBezTo>
                  <a:lnTo>
                    <a:pt x="0" y="5011"/>
                  </a:lnTo>
                  <a:cubicBezTo>
                    <a:pt x="0" y="5011"/>
                    <a:pt x="1807" y="7647"/>
                    <a:pt x="5593" y="7647"/>
                  </a:cubicBezTo>
                  <a:cubicBezTo>
                    <a:pt x="5895" y="7647"/>
                    <a:pt x="6210" y="7630"/>
                    <a:pt x="6538" y="7594"/>
                  </a:cubicBezTo>
                  <a:cubicBezTo>
                    <a:pt x="10967" y="7103"/>
                    <a:pt x="14232" y="4842"/>
                    <a:pt x="14232" y="4842"/>
                  </a:cubicBezTo>
                  <a:lnTo>
                    <a:pt x="16213" y="5"/>
                  </a:lnTo>
                  <a:cubicBezTo>
                    <a:pt x="16213" y="5"/>
                    <a:pt x="16172" y="1"/>
                    <a:pt x="16091"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7"/>
            <p:cNvSpPr/>
            <p:nvPr/>
          </p:nvSpPr>
          <p:spPr>
            <a:xfrm>
              <a:off x="7456492" y="3386831"/>
              <a:ext cx="335412" cy="165951"/>
            </a:xfrm>
            <a:custGeom>
              <a:rect b="b" l="l" r="r" t="t"/>
              <a:pathLst>
                <a:path extrusionOk="0" h="6289" w="12711">
                  <a:moveTo>
                    <a:pt x="0" y="1"/>
                  </a:moveTo>
                  <a:lnTo>
                    <a:pt x="923" y="3509"/>
                  </a:lnTo>
                  <a:cubicBezTo>
                    <a:pt x="3868" y="5805"/>
                    <a:pt x="7306" y="6289"/>
                    <a:pt x="9680" y="6289"/>
                  </a:cubicBezTo>
                  <a:cubicBezTo>
                    <a:pt x="11409" y="6289"/>
                    <a:pt x="12574" y="6032"/>
                    <a:pt x="12574" y="6032"/>
                  </a:cubicBezTo>
                  <a:lnTo>
                    <a:pt x="12711" y="5095"/>
                  </a:lnTo>
                  <a:lnTo>
                    <a:pt x="12711" y="5095"/>
                  </a:lnTo>
                  <a:cubicBezTo>
                    <a:pt x="12710" y="5095"/>
                    <a:pt x="12641" y="5100"/>
                    <a:pt x="12509" y="5100"/>
                  </a:cubicBezTo>
                  <a:cubicBezTo>
                    <a:pt x="11779" y="5100"/>
                    <a:pt x="9141" y="4942"/>
                    <a:pt x="5889" y="2879"/>
                  </a:cubicBezTo>
                  <a:cubicBezTo>
                    <a:pt x="2051" y="444"/>
                    <a:pt x="1" y="1"/>
                    <a:pt x="0"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7"/>
            <p:cNvSpPr/>
            <p:nvPr/>
          </p:nvSpPr>
          <p:spPr>
            <a:xfrm>
              <a:off x="6490307" y="3359414"/>
              <a:ext cx="442809" cy="156240"/>
            </a:xfrm>
            <a:custGeom>
              <a:rect b="b" l="l" r="r" t="t"/>
              <a:pathLst>
                <a:path extrusionOk="0" h="5921" w="16781">
                  <a:moveTo>
                    <a:pt x="774" y="1"/>
                  </a:moveTo>
                  <a:cubicBezTo>
                    <a:pt x="247" y="1"/>
                    <a:pt x="0" y="79"/>
                    <a:pt x="0" y="79"/>
                  </a:cubicBezTo>
                  <a:lnTo>
                    <a:pt x="2524" y="4503"/>
                  </a:lnTo>
                  <a:cubicBezTo>
                    <a:pt x="2524" y="4503"/>
                    <a:pt x="5594" y="5920"/>
                    <a:pt x="9564" y="5920"/>
                  </a:cubicBezTo>
                  <a:cubicBezTo>
                    <a:pt x="9896" y="5920"/>
                    <a:pt x="10234" y="5910"/>
                    <a:pt x="10577" y="5889"/>
                  </a:cubicBezTo>
                  <a:cubicBezTo>
                    <a:pt x="15025" y="5610"/>
                    <a:pt x="16781" y="2609"/>
                    <a:pt x="16781" y="2609"/>
                  </a:cubicBezTo>
                  <a:lnTo>
                    <a:pt x="16179" y="1726"/>
                  </a:lnTo>
                  <a:cubicBezTo>
                    <a:pt x="16179" y="1726"/>
                    <a:pt x="14338" y="3002"/>
                    <a:pt x="11497" y="3002"/>
                  </a:cubicBezTo>
                  <a:cubicBezTo>
                    <a:pt x="10309" y="3002"/>
                    <a:pt x="8946" y="2779"/>
                    <a:pt x="7471" y="2146"/>
                  </a:cubicBezTo>
                  <a:cubicBezTo>
                    <a:pt x="3966" y="309"/>
                    <a:pt x="1819" y="1"/>
                    <a:pt x="774"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7"/>
            <p:cNvSpPr/>
            <p:nvPr/>
          </p:nvSpPr>
          <p:spPr>
            <a:xfrm>
              <a:off x="7101446" y="3400790"/>
              <a:ext cx="266672" cy="282742"/>
            </a:xfrm>
            <a:custGeom>
              <a:rect b="b" l="l" r="r" t="t"/>
              <a:pathLst>
                <a:path extrusionOk="0" h="10715" w="10106">
                  <a:moveTo>
                    <a:pt x="9570" y="0"/>
                  </a:moveTo>
                  <a:cubicBezTo>
                    <a:pt x="9570" y="0"/>
                    <a:pt x="7860" y="1216"/>
                    <a:pt x="5293" y="4967"/>
                  </a:cubicBezTo>
                  <a:cubicBezTo>
                    <a:pt x="2726" y="8717"/>
                    <a:pt x="1" y="9415"/>
                    <a:pt x="1" y="9415"/>
                  </a:cubicBezTo>
                  <a:lnTo>
                    <a:pt x="431" y="10714"/>
                  </a:lnTo>
                  <a:cubicBezTo>
                    <a:pt x="431" y="10714"/>
                    <a:pt x="6993" y="9240"/>
                    <a:pt x="10106" y="3586"/>
                  </a:cubicBezTo>
                  <a:lnTo>
                    <a:pt x="9570"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7"/>
            <p:cNvSpPr/>
            <p:nvPr/>
          </p:nvSpPr>
          <p:spPr>
            <a:xfrm>
              <a:off x="7142664" y="3335665"/>
              <a:ext cx="413387" cy="225428"/>
            </a:xfrm>
            <a:custGeom>
              <a:rect b="b" l="l" r="r" t="t"/>
              <a:pathLst>
                <a:path extrusionOk="0" h="8543" w="15666">
                  <a:moveTo>
                    <a:pt x="87" y="1"/>
                  </a:moveTo>
                  <a:cubicBezTo>
                    <a:pt x="29" y="1"/>
                    <a:pt x="0" y="3"/>
                    <a:pt x="0" y="3"/>
                  </a:cubicBezTo>
                  <a:lnTo>
                    <a:pt x="1474" y="4776"/>
                  </a:lnTo>
                  <a:cubicBezTo>
                    <a:pt x="1474" y="4776"/>
                    <a:pt x="4490" y="7359"/>
                    <a:pt x="8846" y="8302"/>
                  </a:cubicBezTo>
                  <a:cubicBezTo>
                    <a:pt x="9633" y="8473"/>
                    <a:pt x="10358" y="8542"/>
                    <a:pt x="11018" y="8542"/>
                  </a:cubicBezTo>
                  <a:cubicBezTo>
                    <a:pt x="14012" y="8542"/>
                    <a:pt x="15666" y="7106"/>
                    <a:pt x="15666" y="7106"/>
                  </a:cubicBezTo>
                  <a:lnTo>
                    <a:pt x="15326" y="5678"/>
                  </a:lnTo>
                  <a:cubicBezTo>
                    <a:pt x="15326" y="5678"/>
                    <a:pt x="14339" y="6053"/>
                    <a:pt x="12842" y="6053"/>
                  </a:cubicBezTo>
                  <a:cubicBezTo>
                    <a:pt x="11243" y="6053"/>
                    <a:pt x="9062" y="5625"/>
                    <a:pt x="6876" y="3855"/>
                  </a:cubicBezTo>
                  <a:cubicBezTo>
                    <a:pt x="3018" y="196"/>
                    <a:pt x="566" y="1"/>
                    <a:pt x="87"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7"/>
            <p:cNvSpPr/>
            <p:nvPr/>
          </p:nvSpPr>
          <p:spPr>
            <a:xfrm>
              <a:off x="6636469" y="3337142"/>
              <a:ext cx="420247" cy="229862"/>
            </a:xfrm>
            <a:custGeom>
              <a:rect b="b" l="l" r="r" t="t"/>
              <a:pathLst>
                <a:path extrusionOk="0" h="8711" w="15926">
                  <a:moveTo>
                    <a:pt x="15920" y="0"/>
                  </a:moveTo>
                  <a:cubicBezTo>
                    <a:pt x="15788" y="0"/>
                    <a:pt x="13165" y="51"/>
                    <a:pt x="8955" y="4042"/>
                  </a:cubicBezTo>
                  <a:cubicBezTo>
                    <a:pt x="6781" y="5803"/>
                    <a:pt x="4610" y="6232"/>
                    <a:pt x="3014" y="6232"/>
                  </a:cubicBezTo>
                  <a:cubicBezTo>
                    <a:pt x="1503" y="6232"/>
                    <a:pt x="506" y="5848"/>
                    <a:pt x="506" y="5848"/>
                  </a:cubicBezTo>
                  <a:lnTo>
                    <a:pt x="0" y="7068"/>
                  </a:lnTo>
                  <a:cubicBezTo>
                    <a:pt x="0" y="7068"/>
                    <a:pt x="1827" y="8711"/>
                    <a:pt x="4959" y="8711"/>
                  </a:cubicBezTo>
                  <a:cubicBezTo>
                    <a:pt x="5584" y="8711"/>
                    <a:pt x="6261" y="8646"/>
                    <a:pt x="6985" y="8489"/>
                  </a:cubicBezTo>
                  <a:cubicBezTo>
                    <a:pt x="11343" y="7545"/>
                    <a:pt x="14357" y="4962"/>
                    <a:pt x="14357" y="4962"/>
                  </a:cubicBezTo>
                  <a:lnTo>
                    <a:pt x="15925" y="0"/>
                  </a:lnTo>
                  <a:cubicBezTo>
                    <a:pt x="15925" y="0"/>
                    <a:pt x="15924" y="0"/>
                    <a:pt x="15920"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7"/>
            <p:cNvSpPr/>
            <p:nvPr/>
          </p:nvSpPr>
          <p:spPr>
            <a:xfrm>
              <a:off x="7633105" y="3364243"/>
              <a:ext cx="401802" cy="233793"/>
            </a:xfrm>
            <a:custGeom>
              <a:rect b="b" l="l" r="r" t="t"/>
              <a:pathLst>
                <a:path extrusionOk="0" h="8860" w="15227">
                  <a:moveTo>
                    <a:pt x="15226" y="0"/>
                  </a:moveTo>
                  <a:cubicBezTo>
                    <a:pt x="15226" y="0"/>
                    <a:pt x="12669" y="27"/>
                    <a:pt x="8394" y="4169"/>
                  </a:cubicBezTo>
                  <a:cubicBezTo>
                    <a:pt x="6549" y="6209"/>
                    <a:pt x="4401" y="6698"/>
                    <a:pt x="2764" y="6698"/>
                  </a:cubicBezTo>
                  <a:cubicBezTo>
                    <a:pt x="1254" y="6698"/>
                    <a:pt x="179" y="6281"/>
                    <a:pt x="179" y="6281"/>
                  </a:cubicBezTo>
                  <a:lnTo>
                    <a:pt x="1" y="6997"/>
                  </a:lnTo>
                  <a:cubicBezTo>
                    <a:pt x="1" y="6997"/>
                    <a:pt x="1507" y="8860"/>
                    <a:pt x="4575" y="8860"/>
                  </a:cubicBezTo>
                  <a:cubicBezTo>
                    <a:pt x="5152" y="8860"/>
                    <a:pt x="5784" y="8794"/>
                    <a:pt x="6473" y="8637"/>
                  </a:cubicBezTo>
                  <a:cubicBezTo>
                    <a:pt x="10817" y="7647"/>
                    <a:pt x="13805" y="5031"/>
                    <a:pt x="13805" y="5031"/>
                  </a:cubicBezTo>
                  <a:lnTo>
                    <a:pt x="15226" y="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7"/>
            <p:cNvSpPr/>
            <p:nvPr/>
          </p:nvSpPr>
          <p:spPr>
            <a:xfrm>
              <a:off x="8130355" y="3030278"/>
              <a:ext cx="259890" cy="455264"/>
            </a:xfrm>
            <a:custGeom>
              <a:rect b="b" l="l" r="r" t="t"/>
              <a:pathLst>
                <a:path extrusionOk="0" h="17253" w="9849">
                  <a:moveTo>
                    <a:pt x="5814" y="0"/>
                  </a:moveTo>
                  <a:cubicBezTo>
                    <a:pt x="4988" y="9514"/>
                    <a:pt x="1" y="12574"/>
                    <a:pt x="1" y="12574"/>
                  </a:cubicBezTo>
                  <a:lnTo>
                    <a:pt x="2736" y="17253"/>
                  </a:lnTo>
                  <a:cubicBezTo>
                    <a:pt x="9849" y="6039"/>
                    <a:pt x="6566" y="0"/>
                    <a:pt x="6566"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7"/>
            <p:cNvSpPr/>
            <p:nvPr/>
          </p:nvSpPr>
          <p:spPr>
            <a:xfrm>
              <a:off x="7782803" y="3369995"/>
              <a:ext cx="352933" cy="129589"/>
            </a:xfrm>
            <a:custGeom>
              <a:rect b="b" l="l" r="r" t="t"/>
              <a:pathLst>
                <a:path extrusionOk="0" h="4911" w="13375">
                  <a:moveTo>
                    <a:pt x="1" y="1"/>
                  </a:moveTo>
                  <a:lnTo>
                    <a:pt x="1401" y="3346"/>
                  </a:lnTo>
                  <a:cubicBezTo>
                    <a:pt x="4004" y="4533"/>
                    <a:pt x="6300" y="4911"/>
                    <a:pt x="8167" y="4911"/>
                  </a:cubicBezTo>
                  <a:cubicBezTo>
                    <a:pt x="11423" y="4911"/>
                    <a:pt x="13374" y="3763"/>
                    <a:pt x="13374" y="3763"/>
                  </a:cubicBezTo>
                  <a:lnTo>
                    <a:pt x="13095" y="3092"/>
                  </a:lnTo>
                  <a:cubicBezTo>
                    <a:pt x="13095" y="3092"/>
                    <a:pt x="12503" y="3270"/>
                    <a:pt x="11452" y="3270"/>
                  </a:cubicBezTo>
                  <a:cubicBezTo>
                    <a:pt x="10248" y="3270"/>
                    <a:pt x="8441" y="3036"/>
                    <a:pt x="6231" y="2034"/>
                  </a:cubicBezTo>
                  <a:cubicBezTo>
                    <a:pt x="2093" y="156"/>
                    <a:pt x="1" y="1"/>
                    <a:pt x="1"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7"/>
            <p:cNvSpPr/>
            <p:nvPr/>
          </p:nvSpPr>
          <p:spPr>
            <a:xfrm>
              <a:off x="7334370" y="3368016"/>
              <a:ext cx="364807" cy="89744"/>
            </a:xfrm>
            <a:custGeom>
              <a:rect b="b" l="l" r="r" t="t"/>
              <a:pathLst>
                <a:path extrusionOk="0" h="3401" w="13825">
                  <a:moveTo>
                    <a:pt x="12031" y="1"/>
                  </a:moveTo>
                  <a:cubicBezTo>
                    <a:pt x="10957" y="1"/>
                    <a:pt x="9387" y="102"/>
                    <a:pt x="7286" y="484"/>
                  </a:cubicBezTo>
                  <a:cubicBezTo>
                    <a:pt x="6299" y="663"/>
                    <a:pt x="5412" y="733"/>
                    <a:pt x="4629" y="733"/>
                  </a:cubicBezTo>
                  <a:cubicBezTo>
                    <a:pt x="2808" y="733"/>
                    <a:pt x="1548" y="356"/>
                    <a:pt x="900" y="98"/>
                  </a:cubicBezTo>
                  <a:cubicBezTo>
                    <a:pt x="827" y="69"/>
                    <a:pt x="752" y="55"/>
                    <a:pt x="679" y="55"/>
                  </a:cubicBezTo>
                  <a:cubicBezTo>
                    <a:pt x="451" y="55"/>
                    <a:pt x="235" y="186"/>
                    <a:pt x="135" y="404"/>
                  </a:cubicBezTo>
                  <a:cubicBezTo>
                    <a:pt x="1" y="686"/>
                    <a:pt x="104" y="1024"/>
                    <a:pt x="373" y="1182"/>
                  </a:cubicBezTo>
                  <a:cubicBezTo>
                    <a:pt x="1501" y="1842"/>
                    <a:pt x="4553" y="3401"/>
                    <a:pt x="8253" y="3401"/>
                  </a:cubicBezTo>
                  <a:cubicBezTo>
                    <a:pt x="9340" y="3401"/>
                    <a:pt x="10483" y="3266"/>
                    <a:pt x="11650" y="2935"/>
                  </a:cubicBezTo>
                  <a:lnTo>
                    <a:pt x="13825" y="130"/>
                  </a:lnTo>
                  <a:cubicBezTo>
                    <a:pt x="13825" y="130"/>
                    <a:pt x="13244" y="1"/>
                    <a:pt x="12031"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7"/>
            <p:cNvSpPr/>
            <p:nvPr/>
          </p:nvSpPr>
          <p:spPr>
            <a:xfrm>
              <a:off x="5938541" y="3239824"/>
              <a:ext cx="280657" cy="300897"/>
            </a:xfrm>
            <a:custGeom>
              <a:rect b="b" l="l" r="r" t="t"/>
              <a:pathLst>
                <a:path extrusionOk="0" h="11403" w="10636">
                  <a:moveTo>
                    <a:pt x="6051" y="1"/>
                  </a:moveTo>
                  <a:cubicBezTo>
                    <a:pt x="6051" y="1"/>
                    <a:pt x="3764" y="1"/>
                    <a:pt x="2955" y="2278"/>
                  </a:cubicBezTo>
                  <a:cubicBezTo>
                    <a:pt x="2146" y="4557"/>
                    <a:pt x="0" y="6364"/>
                    <a:pt x="1603" y="7493"/>
                  </a:cubicBezTo>
                  <a:cubicBezTo>
                    <a:pt x="3206" y="8620"/>
                    <a:pt x="2016" y="10872"/>
                    <a:pt x="5329" y="11339"/>
                  </a:cubicBezTo>
                  <a:cubicBezTo>
                    <a:pt x="5637" y="11382"/>
                    <a:pt x="5920" y="11403"/>
                    <a:pt x="6181" y="11403"/>
                  </a:cubicBezTo>
                  <a:cubicBezTo>
                    <a:pt x="8732" y="11403"/>
                    <a:pt x="9147" y="9452"/>
                    <a:pt x="9147" y="7715"/>
                  </a:cubicBezTo>
                  <a:cubicBezTo>
                    <a:pt x="9147" y="5799"/>
                    <a:pt x="10635" y="6321"/>
                    <a:pt x="10040" y="3924"/>
                  </a:cubicBezTo>
                  <a:cubicBezTo>
                    <a:pt x="9445" y="1528"/>
                    <a:pt x="7525" y="1"/>
                    <a:pt x="60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7"/>
            <p:cNvSpPr/>
            <p:nvPr/>
          </p:nvSpPr>
          <p:spPr>
            <a:xfrm>
              <a:off x="6360559" y="3151372"/>
              <a:ext cx="173524" cy="199067"/>
            </a:xfrm>
            <a:custGeom>
              <a:rect b="b" l="l" r="r" t="t"/>
              <a:pathLst>
                <a:path extrusionOk="0" h="7544" w="6576">
                  <a:moveTo>
                    <a:pt x="3626" y="0"/>
                  </a:moveTo>
                  <a:cubicBezTo>
                    <a:pt x="3467" y="0"/>
                    <a:pt x="3370" y="13"/>
                    <a:pt x="3370" y="13"/>
                  </a:cubicBezTo>
                  <a:cubicBezTo>
                    <a:pt x="3370" y="13"/>
                    <a:pt x="3366" y="13"/>
                    <a:pt x="3358" y="13"/>
                  </a:cubicBezTo>
                  <a:cubicBezTo>
                    <a:pt x="3186" y="13"/>
                    <a:pt x="1115" y="66"/>
                    <a:pt x="570" y="2586"/>
                  </a:cubicBezTo>
                  <a:cubicBezTo>
                    <a:pt x="0" y="5217"/>
                    <a:pt x="1805" y="7543"/>
                    <a:pt x="3439" y="7543"/>
                  </a:cubicBezTo>
                  <a:cubicBezTo>
                    <a:pt x="5074" y="7543"/>
                    <a:pt x="6576" y="5760"/>
                    <a:pt x="6291" y="2706"/>
                  </a:cubicBezTo>
                  <a:cubicBezTo>
                    <a:pt x="6060" y="237"/>
                    <a:pt x="4295" y="0"/>
                    <a:pt x="36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7"/>
            <p:cNvSpPr/>
            <p:nvPr/>
          </p:nvSpPr>
          <p:spPr>
            <a:xfrm>
              <a:off x="7329779" y="3116751"/>
              <a:ext cx="183789" cy="242290"/>
            </a:xfrm>
            <a:custGeom>
              <a:rect b="b" l="l" r="r" t="t"/>
              <a:pathLst>
                <a:path extrusionOk="0" h="9182" w="6965">
                  <a:moveTo>
                    <a:pt x="3442" y="0"/>
                  </a:moveTo>
                  <a:cubicBezTo>
                    <a:pt x="2833" y="0"/>
                    <a:pt x="2232" y="221"/>
                    <a:pt x="2126" y="690"/>
                  </a:cubicBezTo>
                  <a:cubicBezTo>
                    <a:pt x="2100" y="808"/>
                    <a:pt x="2287" y="1541"/>
                    <a:pt x="2468" y="1541"/>
                  </a:cubicBezTo>
                  <a:cubicBezTo>
                    <a:pt x="2475" y="1541"/>
                    <a:pt x="2482" y="1540"/>
                    <a:pt x="2489" y="1538"/>
                  </a:cubicBezTo>
                  <a:lnTo>
                    <a:pt x="2489" y="1538"/>
                  </a:lnTo>
                  <a:cubicBezTo>
                    <a:pt x="2460" y="1548"/>
                    <a:pt x="0" y="2370"/>
                    <a:pt x="417" y="5445"/>
                  </a:cubicBezTo>
                  <a:cubicBezTo>
                    <a:pt x="564" y="6531"/>
                    <a:pt x="871" y="7826"/>
                    <a:pt x="1820" y="8614"/>
                  </a:cubicBezTo>
                  <a:cubicBezTo>
                    <a:pt x="2274" y="8991"/>
                    <a:pt x="2895" y="9181"/>
                    <a:pt x="3517" y="9181"/>
                  </a:cubicBezTo>
                  <a:cubicBezTo>
                    <a:pt x="4063" y="9181"/>
                    <a:pt x="4609" y="9034"/>
                    <a:pt x="5043" y="8737"/>
                  </a:cubicBezTo>
                  <a:cubicBezTo>
                    <a:pt x="6122" y="7996"/>
                    <a:pt x="6394" y="6563"/>
                    <a:pt x="6546" y="5445"/>
                  </a:cubicBezTo>
                  <a:cubicBezTo>
                    <a:pt x="6965" y="2352"/>
                    <a:pt x="4473" y="1538"/>
                    <a:pt x="4473" y="1538"/>
                  </a:cubicBezTo>
                  <a:cubicBezTo>
                    <a:pt x="5394" y="552"/>
                    <a:pt x="4407" y="0"/>
                    <a:pt x="3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7"/>
            <p:cNvSpPr/>
            <p:nvPr/>
          </p:nvSpPr>
          <p:spPr>
            <a:xfrm>
              <a:off x="7639570" y="3146385"/>
              <a:ext cx="199490" cy="379373"/>
            </a:xfrm>
            <a:custGeom>
              <a:rect b="b" l="l" r="r" t="t"/>
              <a:pathLst>
                <a:path extrusionOk="0" h="14377" w="7560">
                  <a:moveTo>
                    <a:pt x="3771" y="1"/>
                  </a:moveTo>
                  <a:cubicBezTo>
                    <a:pt x="2128" y="1"/>
                    <a:pt x="479" y="1053"/>
                    <a:pt x="140" y="3107"/>
                  </a:cubicBezTo>
                  <a:cubicBezTo>
                    <a:pt x="51" y="3645"/>
                    <a:pt x="1" y="4252"/>
                    <a:pt x="1" y="4936"/>
                  </a:cubicBezTo>
                  <a:lnTo>
                    <a:pt x="1" y="13865"/>
                  </a:lnTo>
                  <a:cubicBezTo>
                    <a:pt x="1316" y="14207"/>
                    <a:pt x="2600" y="14376"/>
                    <a:pt x="3854" y="14376"/>
                  </a:cubicBezTo>
                  <a:cubicBezTo>
                    <a:pt x="5116" y="14376"/>
                    <a:pt x="6347" y="14205"/>
                    <a:pt x="7548" y="13865"/>
                  </a:cubicBezTo>
                  <a:lnTo>
                    <a:pt x="7548" y="5028"/>
                  </a:lnTo>
                  <a:cubicBezTo>
                    <a:pt x="7548" y="5028"/>
                    <a:pt x="7559" y="4044"/>
                    <a:pt x="7299" y="2866"/>
                  </a:cubicBezTo>
                  <a:cubicBezTo>
                    <a:pt x="6873" y="942"/>
                    <a:pt x="5325" y="1"/>
                    <a:pt x="3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7"/>
            <p:cNvSpPr/>
            <p:nvPr/>
          </p:nvSpPr>
          <p:spPr>
            <a:xfrm>
              <a:off x="7984352" y="3121580"/>
              <a:ext cx="212208" cy="223608"/>
            </a:xfrm>
            <a:custGeom>
              <a:rect b="b" l="l" r="r" t="t"/>
              <a:pathLst>
                <a:path extrusionOk="0" h="8474" w="8042">
                  <a:moveTo>
                    <a:pt x="4019" y="0"/>
                  </a:moveTo>
                  <a:cubicBezTo>
                    <a:pt x="3149" y="0"/>
                    <a:pt x="2279" y="336"/>
                    <a:pt x="1934" y="1010"/>
                  </a:cubicBezTo>
                  <a:cubicBezTo>
                    <a:pt x="1359" y="2133"/>
                    <a:pt x="1" y="2401"/>
                    <a:pt x="260" y="4175"/>
                  </a:cubicBezTo>
                  <a:cubicBezTo>
                    <a:pt x="518" y="5950"/>
                    <a:pt x="1505" y="6007"/>
                    <a:pt x="1934" y="7175"/>
                  </a:cubicBezTo>
                  <a:cubicBezTo>
                    <a:pt x="2252" y="8041"/>
                    <a:pt x="3136" y="8474"/>
                    <a:pt x="4021" y="8474"/>
                  </a:cubicBezTo>
                  <a:cubicBezTo>
                    <a:pt x="4906" y="8474"/>
                    <a:pt x="5791" y="8041"/>
                    <a:pt x="6108" y="7175"/>
                  </a:cubicBezTo>
                  <a:cubicBezTo>
                    <a:pt x="6536" y="6007"/>
                    <a:pt x="7524" y="5950"/>
                    <a:pt x="7783" y="4175"/>
                  </a:cubicBezTo>
                  <a:cubicBezTo>
                    <a:pt x="8041" y="2401"/>
                    <a:pt x="6683" y="2133"/>
                    <a:pt x="6108" y="1010"/>
                  </a:cubicBezTo>
                  <a:cubicBezTo>
                    <a:pt x="5764" y="338"/>
                    <a:pt x="4891" y="0"/>
                    <a:pt x="4019"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7"/>
            <p:cNvSpPr/>
            <p:nvPr/>
          </p:nvSpPr>
          <p:spPr>
            <a:xfrm>
              <a:off x="5880197" y="3104085"/>
              <a:ext cx="41719" cy="62670"/>
            </a:xfrm>
            <a:custGeom>
              <a:rect b="b" l="l" r="r" t="t"/>
              <a:pathLst>
                <a:path extrusionOk="0" h="2375" w="1581">
                  <a:moveTo>
                    <a:pt x="594" y="0"/>
                  </a:moveTo>
                  <a:cubicBezTo>
                    <a:pt x="416" y="0"/>
                    <a:pt x="188" y="230"/>
                    <a:pt x="116" y="746"/>
                  </a:cubicBezTo>
                  <a:cubicBezTo>
                    <a:pt x="0" y="1588"/>
                    <a:pt x="609" y="2374"/>
                    <a:pt x="609" y="2374"/>
                  </a:cubicBezTo>
                  <a:lnTo>
                    <a:pt x="1336" y="2371"/>
                  </a:lnTo>
                  <a:cubicBezTo>
                    <a:pt x="1336" y="2371"/>
                    <a:pt x="1580" y="878"/>
                    <a:pt x="1351" y="733"/>
                  </a:cubicBezTo>
                  <a:cubicBezTo>
                    <a:pt x="1340" y="727"/>
                    <a:pt x="1329" y="724"/>
                    <a:pt x="1319" y="724"/>
                  </a:cubicBezTo>
                  <a:cubicBezTo>
                    <a:pt x="1148" y="724"/>
                    <a:pt x="1076" y="1556"/>
                    <a:pt x="1076" y="1556"/>
                  </a:cubicBezTo>
                  <a:cubicBezTo>
                    <a:pt x="1076" y="1556"/>
                    <a:pt x="869" y="698"/>
                    <a:pt x="817" y="261"/>
                  </a:cubicBezTo>
                  <a:cubicBezTo>
                    <a:pt x="798" y="92"/>
                    <a:pt x="706" y="0"/>
                    <a:pt x="594"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7"/>
            <p:cNvSpPr/>
            <p:nvPr/>
          </p:nvSpPr>
          <p:spPr>
            <a:xfrm>
              <a:off x="5922523" y="3459292"/>
              <a:ext cx="69373" cy="37338"/>
            </a:xfrm>
            <a:custGeom>
              <a:rect b="b" l="l" r="r" t="t"/>
              <a:pathLst>
                <a:path extrusionOk="0" h="1415" w="2629">
                  <a:moveTo>
                    <a:pt x="1208" y="0"/>
                  </a:moveTo>
                  <a:cubicBezTo>
                    <a:pt x="1173" y="0"/>
                    <a:pt x="1145" y="7"/>
                    <a:pt x="1126" y="20"/>
                  </a:cubicBezTo>
                  <a:cubicBezTo>
                    <a:pt x="949" y="156"/>
                    <a:pt x="1777" y="593"/>
                    <a:pt x="1777" y="593"/>
                  </a:cubicBezTo>
                  <a:cubicBezTo>
                    <a:pt x="1777" y="593"/>
                    <a:pt x="906" y="450"/>
                    <a:pt x="483" y="328"/>
                  </a:cubicBezTo>
                  <a:cubicBezTo>
                    <a:pt x="441" y="316"/>
                    <a:pt x="401" y="310"/>
                    <a:pt x="365" y="310"/>
                  </a:cubicBezTo>
                  <a:cubicBezTo>
                    <a:pt x="43" y="310"/>
                    <a:pt x="1" y="772"/>
                    <a:pt x="659" y="1161"/>
                  </a:cubicBezTo>
                  <a:cubicBezTo>
                    <a:pt x="994" y="1361"/>
                    <a:pt x="1378" y="1415"/>
                    <a:pt x="1694" y="1415"/>
                  </a:cubicBezTo>
                  <a:cubicBezTo>
                    <a:pt x="2068" y="1415"/>
                    <a:pt x="2349" y="1340"/>
                    <a:pt x="2349" y="1340"/>
                  </a:cubicBezTo>
                  <a:lnTo>
                    <a:pt x="2629" y="669"/>
                  </a:lnTo>
                  <a:cubicBezTo>
                    <a:pt x="2629" y="669"/>
                    <a:pt x="1565" y="0"/>
                    <a:pt x="1208"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7"/>
            <p:cNvSpPr/>
            <p:nvPr/>
          </p:nvSpPr>
          <p:spPr>
            <a:xfrm>
              <a:off x="6345465" y="3570173"/>
              <a:ext cx="67473" cy="35834"/>
            </a:xfrm>
            <a:custGeom>
              <a:rect b="b" l="l" r="r" t="t"/>
              <a:pathLst>
                <a:path extrusionOk="0" h="1358" w="2557">
                  <a:moveTo>
                    <a:pt x="1413" y="0"/>
                  </a:moveTo>
                  <a:cubicBezTo>
                    <a:pt x="1158" y="0"/>
                    <a:pt x="947" y="27"/>
                    <a:pt x="899" y="107"/>
                  </a:cubicBezTo>
                  <a:cubicBezTo>
                    <a:pt x="792" y="303"/>
                    <a:pt x="1726" y="368"/>
                    <a:pt x="1726" y="368"/>
                  </a:cubicBezTo>
                  <a:cubicBezTo>
                    <a:pt x="1726" y="368"/>
                    <a:pt x="871" y="590"/>
                    <a:pt x="436" y="649"/>
                  </a:cubicBezTo>
                  <a:cubicBezTo>
                    <a:pt x="0" y="708"/>
                    <a:pt x="89" y="1240"/>
                    <a:pt x="933" y="1341"/>
                  </a:cubicBezTo>
                  <a:cubicBezTo>
                    <a:pt x="1030" y="1353"/>
                    <a:pt x="1125" y="1358"/>
                    <a:pt x="1219" y="1358"/>
                  </a:cubicBezTo>
                  <a:cubicBezTo>
                    <a:pt x="1945" y="1358"/>
                    <a:pt x="2557" y="1050"/>
                    <a:pt x="2557" y="1050"/>
                  </a:cubicBezTo>
                  <a:lnTo>
                    <a:pt x="2535" y="94"/>
                  </a:lnTo>
                  <a:cubicBezTo>
                    <a:pt x="2535" y="94"/>
                    <a:pt x="1895" y="0"/>
                    <a:pt x="1413" y="0"/>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7"/>
            <p:cNvSpPr/>
            <p:nvPr/>
          </p:nvSpPr>
          <p:spPr>
            <a:xfrm>
              <a:off x="6483605" y="3496208"/>
              <a:ext cx="68766" cy="38816"/>
            </a:xfrm>
            <a:custGeom>
              <a:rect b="b" l="l" r="r" t="t"/>
              <a:pathLst>
                <a:path extrusionOk="0" h="1471" w="2606">
                  <a:moveTo>
                    <a:pt x="1373" y="1"/>
                  </a:moveTo>
                  <a:cubicBezTo>
                    <a:pt x="1041" y="1"/>
                    <a:pt x="1" y="805"/>
                    <a:pt x="1" y="805"/>
                  </a:cubicBezTo>
                  <a:lnTo>
                    <a:pt x="342" y="1445"/>
                  </a:lnTo>
                  <a:cubicBezTo>
                    <a:pt x="342" y="1445"/>
                    <a:pt x="494" y="1470"/>
                    <a:pt x="721" y="1470"/>
                  </a:cubicBezTo>
                  <a:cubicBezTo>
                    <a:pt x="1069" y="1470"/>
                    <a:pt x="1593" y="1410"/>
                    <a:pt x="2008" y="1107"/>
                  </a:cubicBezTo>
                  <a:cubicBezTo>
                    <a:pt x="2605" y="670"/>
                    <a:pt x="2544" y="229"/>
                    <a:pt x="2248" y="229"/>
                  </a:cubicBezTo>
                  <a:cubicBezTo>
                    <a:pt x="2204" y="229"/>
                    <a:pt x="2155" y="239"/>
                    <a:pt x="2102" y="260"/>
                  </a:cubicBezTo>
                  <a:cubicBezTo>
                    <a:pt x="1693" y="422"/>
                    <a:pt x="839" y="646"/>
                    <a:pt x="839" y="646"/>
                  </a:cubicBezTo>
                  <a:cubicBezTo>
                    <a:pt x="839" y="646"/>
                    <a:pt x="1623" y="133"/>
                    <a:pt x="1433" y="14"/>
                  </a:cubicBezTo>
                  <a:cubicBezTo>
                    <a:pt x="1418" y="5"/>
                    <a:pt x="1397" y="1"/>
                    <a:pt x="1373"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7"/>
            <p:cNvSpPr/>
            <p:nvPr/>
          </p:nvSpPr>
          <p:spPr>
            <a:xfrm>
              <a:off x="6580474" y="3473805"/>
              <a:ext cx="69373" cy="37365"/>
            </a:xfrm>
            <a:custGeom>
              <a:rect b="b" l="l" r="r" t="t"/>
              <a:pathLst>
                <a:path extrusionOk="0" h="1416" w="2629">
                  <a:moveTo>
                    <a:pt x="1208" y="1"/>
                  </a:moveTo>
                  <a:cubicBezTo>
                    <a:pt x="1174" y="1"/>
                    <a:pt x="1146" y="7"/>
                    <a:pt x="1126" y="21"/>
                  </a:cubicBezTo>
                  <a:cubicBezTo>
                    <a:pt x="949" y="156"/>
                    <a:pt x="1777" y="592"/>
                    <a:pt x="1777" y="592"/>
                  </a:cubicBezTo>
                  <a:cubicBezTo>
                    <a:pt x="1777" y="592"/>
                    <a:pt x="906" y="451"/>
                    <a:pt x="483" y="329"/>
                  </a:cubicBezTo>
                  <a:cubicBezTo>
                    <a:pt x="441" y="317"/>
                    <a:pt x="402" y="311"/>
                    <a:pt x="366" y="311"/>
                  </a:cubicBezTo>
                  <a:cubicBezTo>
                    <a:pt x="44" y="311"/>
                    <a:pt x="1" y="772"/>
                    <a:pt x="659" y="1162"/>
                  </a:cubicBezTo>
                  <a:cubicBezTo>
                    <a:pt x="995" y="1361"/>
                    <a:pt x="1378" y="1415"/>
                    <a:pt x="1695" y="1415"/>
                  </a:cubicBezTo>
                  <a:cubicBezTo>
                    <a:pt x="2069" y="1415"/>
                    <a:pt x="2350" y="1340"/>
                    <a:pt x="2350" y="1340"/>
                  </a:cubicBezTo>
                  <a:lnTo>
                    <a:pt x="2629" y="669"/>
                  </a:lnTo>
                  <a:cubicBezTo>
                    <a:pt x="2629" y="669"/>
                    <a:pt x="1565" y="1"/>
                    <a:pt x="1208"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7"/>
            <p:cNvSpPr/>
            <p:nvPr/>
          </p:nvSpPr>
          <p:spPr>
            <a:xfrm>
              <a:off x="7043604" y="3649205"/>
              <a:ext cx="63911" cy="44595"/>
            </a:xfrm>
            <a:custGeom>
              <a:rect b="b" l="l" r="r" t="t"/>
              <a:pathLst>
                <a:path extrusionOk="0" h="1690" w="2422">
                  <a:moveTo>
                    <a:pt x="2193" y="1"/>
                  </a:moveTo>
                  <a:cubicBezTo>
                    <a:pt x="2193" y="1"/>
                    <a:pt x="699" y="229"/>
                    <a:pt x="632" y="493"/>
                  </a:cubicBezTo>
                  <a:cubicBezTo>
                    <a:pt x="617" y="567"/>
                    <a:pt x="713" y="592"/>
                    <a:pt x="845" y="592"/>
                  </a:cubicBezTo>
                  <a:cubicBezTo>
                    <a:pt x="1103" y="592"/>
                    <a:pt x="1500" y="499"/>
                    <a:pt x="1500" y="499"/>
                  </a:cubicBezTo>
                  <a:lnTo>
                    <a:pt x="1500" y="499"/>
                  </a:lnTo>
                  <a:cubicBezTo>
                    <a:pt x="1500" y="499"/>
                    <a:pt x="747" y="961"/>
                    <a:pt x="348" y="1145"/>
                  </a:cubicBezTo>
                  <a:cubicBezTo>
                    <a:pt x="1" y="1305"/>
                    <a:pt x="137" y="1690"/>
                    <a:pt x="727" y="1690"/>
                  </a:cubicBezTo>
                  <a:cubicBezTo>
                    <a:pt x="816" y="1690"/>
                    <a:pt x="916" y="1681"/>
                    <a:pt x="1026" y="1661"/>
                  </a:cubicBezTo>
                  <a:cubicBezTo>
                    <a:pt x="1863" y="1512"/>
                    <a:pt x="2421" y="689"/>
                    <a:pt x="2421" y="689"/>
                  </a:cubicBezTo>
                  <a:lnTo>
                    <a:pt x="2193" y="1"/>
                  </a:ln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7"/>
            <p:cNvSpPr/>
            <p:nvPr/>
          </p:nvSpPr>
          <p:spPr>
            <a:xfrm>
              <a:off x="7133111" y="3548905"/>
              <a:ext cx="69162" cy="37444"/>
            </a:xfrm>
            <a:custGeom>
              <a:rect b="b" l="l" r="r" t="t"/>
              <a:pathLst>
                <a:path extrusionOk="0" h="1419" w="2621">
                  <a:moveTo>
                    <a:pt x="1444" y="1"/>
                  </a:moveTo>
                  <a:cubicBezTo>
                    <a:pt x="1034" y="1"/>
                    <a:pt x="0" y="441"/>
                    <a:pt x="0" y="441"/>
                  </a:cubicBezTo>
                  <a:lnTo>
                    <a:pt x="0" y="1359"/>
                  </a:lnTo>
                  <a:cubicBezTo>
                    <a:pt x="0" y="1359"/>
                    <a:pt x="330" y="1418"/>
                    <a:pt x="759" y="1418"/>
                  </a:cubicBezTo>
                  <a:cubicBezTo>
                    <a:pt x="1105" y="1418"/>
                    <a:pt x="1514" y="1380"/>
                    <a:pt x="1866" y="1240"/>
                  </a:cubicBezTo>
                  <a:cubicBezTo>
                    <a:pt x="2620" y="942"/>
                    <a:pt x="2610" y="440"/>
                    <a:pt x="2229" y="440"/>
                  </a:cubicBezTo>
                  <a:cubicBezTo>
                    <a:pt x="2210" y="440"/>
                    <a:pt x="2191" y="442"/>
                    <a:pt x="2171" y="444"/>
                  </a:cubicBezTo>
                  <a:cubicBezTo>
                    <a:pt x="1735" y="498"/>
                    <a:pt x="852" y="500"/>
                    <a:pt x="852" y="500"/>
                  </a:cubicBezTo>
                  <a:cubicBezTo>
                    <a:pt x="852" y="500"/>
                    <a:pt x="1740" y="200"/>
                    <a:pt x="1586" y="38"/>
                  </a:cubicBezTo>
                  <a:cubicBezTo>
                    <a:pt x="1559" y="12"/>
                    <a:pt x="1510" y="1"/>
                    <a:pt x="1444"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7"/>
            <p:cNvSpPr/>
            <p:nvPr/>
          </p:nvSpPr>
          <p:spPr>
            <a:xfrm>
              <a:off x="7547055" y="3473858"/>
              <a:ext cx="69162" cy="35861"/>
            </a:xfrm>
            <a:custGeom>
              <a:rect b="b" l="l" r="r" t="t"/>
              <a:pathLst>
                <a:path extrusionOk="0" h="1359" w="2621">
                  <a:moveTo>
                    <a:pt x="1445" y="1"/>
                  </a:moveTo>
                  <a:cubicBezTo>
                    <a:pt x="1035" y="1"/>
                    <a:pt x="1" y="441"/>
                    <a:pt x="1" y="441"/>
                  </a:cubicBezTo>
                  <a:lnTo>
                    <a:pt x="168" y="1147"/>
                  </a:lnTo>
                  <a:cubicBezTo>
                    <a:pt x="168" y="1147"/>
                    <a:pt x="642" y="1359"/>
                    <a:pt x="1202" y="1359"/>
                  </a:cubicBezTo>
                  <a:cubicBezTo>
                    <a:pt x="1418" y="1359"/>
                    <a:pt x="1647" y="1327"/>
                    <a:pt x="1867" y="1240"/>
                  </a:cubicBezTo>
                  <a:cubicBezTo>
                    <a:pt x="2621" y="942"/>
                    <a:pt x="2611" y="440"/>
                    <a:pt x="2230" y="440"/>
                  </a:cubicBezTo>
                  <a:cubicBezTo>
                    <a:pt x="2212" y="440"/>
                    <a:pt x="2193" y="442"/>
                    <a:pt x="2172" y="444"/>
                  </a:cubicBezTo>
                  <a:cubicBezTo>
                    <a:pt x="1736" y="498"/>
                    <a:pt x="852" y="500"/>
                    <a:pt x="852" y="500"/>
                  </a:cubicBezTo>
                  <a:cubicBezTo>
                    <a:pt x="852" y="500"/>
                    <a:pt x="1740" y="202"/>
                    <a:pt x="1588" y="38"/>
                  </a:cubicBezTo>
                  <a:cubicBezTo>
                    <a:pt x="1561" y="12"/>
                    <a:pt x="1511" y="1"/>
                    <a:pt x="1445"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7"/>
            <p:cNvSpPr/>
            <p:nvPr/>
          </p:nvSpPr>
          <p:spPr>
            <a:xfrm>
              <a:off x="7562122" y="3516157"/>
              <a:ext cx="69135" cy="35861"/>
            </a:xfrm>
            <a:custGeom>
              <a:rect b="b" l="l" r="r" t="t"/>
              <a:pathLst>
                <a:path extrusionOk="0" h="1359" w="2620">
                  <a:moveTo>
                    <a:pt x="1175" y="1"/>
                  </a:moveTo>
                  <a:cubicBezTo>
                    <a:pt x="1109" y="1"/>
                    <a:pt x="1060" y="12"/>
                    <a:pt x="1033" y="38"/>
                  </a:cubicBezTo>
                  <a:cubicBezTo>
                    <a:pt x="880" y="202"/>
                    <a:pt x="1768" y="500"/>
                    <a:pt x="1768" y="500"/>
                  </a:cubicBezTo>
                  <a:cubicBezTo>
                    <a:pt x="1768" y="500"/>
                    <a:pt x="884" y="498"/>
                    <a:pt x="448" y="445"/>
                  </a:cubicBezTo>
                  <a:cubicBezTo>
                    <a:pt x="427" y="443"/>
                    <a:pt x="407" y="441"/>
                    <a:pt x="389" y="441"/>
                  </a:cubicBezTo>
                  <a:cubicBezTo>
                    <a:pt x="9" y="441"/>
                    <a:pt x="0" y="943"/>
                    <a:pt x="753" y="1240"/>
                  </a:cubicBezTo>
                  <a:cubicBezTo>
                    <a:pt x="973" y="1327"/>
                    <a:pt x="1202" y="1359"/>
                    <a:pt x="1418" y="1359"/>
                  </a:cubicBezTo>
                  <a:cubicBezTo>
                    <a:pt x="1978" y="1359"/>
                    <a:pt x="2451" y="1147"/>
                    <a:pt x="2451" y="1147"/>
                  </a:cubicBezTo>
                  <a:lnTo>
                    <a:pt x="2620" y="441"/>
                  </a:lnTo>
                  <a:cubicBezTo>
                    <a:pt x="2620" y="441"/>
                    <a:pt x="1586" y="1"/>
                    <a:pt x="1175"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7"/>
            <p:cNvSpPr/>
            <p:nvPr/>
          </p:nvSpPr>
          <p:spPr>
            <a:xfrm>
              <a:off x="8128323" y="3433906"/>
              <a:ext cx="69346" cy="37391"/>
            </a:xfrm>
            <a:custGeom>
              <a:rect b="b" l="l" r="r" t="t"/>
              <a:pathLst>
                <a:path extrusionOk="0" h="1417" w="2628">
                  <a:moveTo>
                    <a:pt x="1422" y="1"/>
                  </a:moveTo>
                  <a:cubicBezTo>
                    <a:pt x="1066" y="1"/>
                    <a:pt x="1" y="670"/>
                    <a:pt x="1" y="670"/>
                  </a:cubicBezTo>
                  <a:lnTo>
                    <a:pt x="279" y="1341"/>
                  </a:lnTo>
                  <a:cubicBezTo>
                    <a:pt x="279" y="1341"/>
                    <a:pt x="560" y="1416"/>
                    <a:pt x="935" y="1416"/>
                  </a:cubicBezTo>
                  <a:cubicBezTo>
                    <a:pt x="1252" y="1416"/>
                    <a:pt x="1635" y="1362"/>
                    <a:pt x="1970" y="1163"/>
                  </a:cubicBezTo>
                  <a:cubicBezTo>
                    <a:pt x="2627" y="773"/>
                    <a:pt x="2586" y="312"/>
                    <a:pt x="2264" y="312"/>
                  </a:cubicBezTo>
                  <a:cubicBezTo>
                    <a:pt x="2228" y="312"/>
                    <a:pt x="2188" y="317"/>
                    <a:pt x="2145" y="330"/>
                  </a:cubicBezTo>
                  <a:cubicBezTo>
                    <a:pt x="1723" y="452"/>
                    <a:pt x="851" y="593"/>
                    <a:pt x="851" y="593"/>
                  </a:cubicBezTo>
                  <a:cubicBezTo>
                    <a:pt x="851" y="593"/>
                    <a:pt x="1681" y="157"/>
                    <a:pt x="1504" y="21"/>
                  </a:cubicBezTo>
                  <a:cubicBezTo>
                    <a:pt x="1484" y="7"/>
                    <a:pt x="1457" y="1"/>
                    <a:pt x="1422" y="1"/>
                  </a:cubicBezTo>
                  <a:close/>
                </a:path>
              </a:pathLst>
            </a:custGeom>
            <a:solidFill>
              <a:srgbClr val="FF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7"/>
            <p:cNvSpPr/>
            <p:nvPr/>
          </p:nvSpPr>
          <p:spPr>
            <a:xfrm>
              <a:off x="5911071" y="3717971"/>
              <a:ext cx="352801" cy="466241"/>
            </a:xfrm>
            <a:custGeom>
              <a:rect b="b" l="l" r="r" t="t"/>
              <a:pathLst>
                <a:path extrusionOk="0" h="17669" w="13370">
                  <a:moveTo>
                    <a:pt x="3482" y="1"/>
                  </a:moveTo>
                  <a:cubicBezTo>
                    <a:pt x="3482" y="1"/>
                    <a:pt x="0" y="7676"/>
                    <a:pt x="0" y="16944"/>
                  </a:cubicBezTo>
                  <a:cubicBezTo>
                    <a:pt x="1118" y="17463"/>
                    <a:pt x="3572" y="17669"/>
                    <a:pt x="6069" y="17669"/>
                  </a:cubicBezTo>
                  <a:cubicBezTo>
                    <a:pt x="9107" y="17669"/>
                    <a:pt x="12209" y="17364"/>
                    <a:pt x="13047" y="16944"/>
                  </a:cubicBezTo>
                  <a:cubicBezTo>
                    <a:pt x="13047" y="16944"/>
                    <a:pt x="13370" y="4498"/>
                    <a:pt x="10703" y="1"/>
                  </a:cubicBezTo>
                  <a:cubicBezTo>
                    <a:pt x="10703" y="1"/>
                    <a:pt x="9466" y="389"/>
                    <a:pt x="7326" y="389"/>
                  </a:cubicBezTo>
                  <a:cubicBezTo>
                    <a:pt x="6257" y="389"/>
                    <a:pt x="4961" y="292"/>
                    <a:pt x="3482"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7"/>
            <p:cNvSpPr/>
            <p:nvPr/>
          </p:nvSpPr>
          <p:spPr>
            <a:xfrm>
              <a:off x="7238926" y="3763095"/>
              <a:ext cx="332984" cy="890235"/>
            </a:xfrm>
            <a:custGeom>
              <a:rect b="b" l="l" r="r" t="t"/>
              <a:pathLst>
                <a:path extrusionOk="0" h="33737" w="12619">
                  <a:moveTo>
                    <a:pt x="2439" y="1"/>
                  </a:moveTo>
                  <a:cubicBezTo>
                    <a:pt x="2439" y="1"/>
                    <a:pt x="1099" y="1907"/>
                    <a:pt x="1321" y="6173"/>
                  </a:cubicBezTo>
                  <a:cubicBezTo>
                    <a:pt x="1436" y="8380"/>
                    <a:pt x="1375" y="10593"/>
                    <a:pt x="1244" y="12799"/>
                  </a:cubicBezTo>
                  <a:lnTo>
                    <a:pt x="1" y="33736"/>
                  </a:lnTo>
                  <a:lnTo>
                    <a:pt x="1937" y="33736"/>
                  </a:lnTo>
                  <a:lnTo>
                    <a:pt x="6976" y="6377"/>
                  </a:lnTo>
                  <a:lnTo>
                    <a:pt x="9937" y="33735"/>
                  </a:lnTo>
                  <a:lnTo>
                    <a:pt x="11751" y="33735"/>
                  </a:lnTo>
                  <a:lnTo>
                    <a:pt x="11847" y="12665"/>
                  </a:lnTo>
                  <a:cubicBezTo>
                    <a:pt x="11856" y="10533"/>
                    <a:pt x="11956" y="8402"/>
                    <a:pt x="12220" y="6286"/>
                  </a:cubicBezTo>
                  <a:cubicBezTo>
                    <a:pt x="12619" y="3099"/>
                    <a:pt x="12086" y="1428"/>
                    <a:pt x="11115" y="1"/>
                  </a:cubicBezTo>
                  <a:cubicBezTo>
                    <a:pt x="9836" y="424"/>
                    <a:pt x="8230" y="601"/>
                    <a:pt x="6711" y="601"/>
                  </a:cubicBezTo>
                  <a:cubicBezTo>
                    <a:pt x="4956" y="601"/>
                    <a:pt x="3318" y="365"/>
                    <a:pt x="2439"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7"/>
            <p:cNvSpPr/>
            <p:nvPr/>
          </p:nvSpPr>
          <p:spPr>
            <a:xfrm>
              <a:off x="7579829" y="3597880"/>
              <a:ext cx="319526" cy="432491"/>
            </a:xfrm>
            <a:custGeom>
              <a:rect b="b" l="l" r="r" t="t"/>
              <a:pathLst>
                <a:path extrusionOk="0" h="16390" w="12109">
                  <a:moveTo>
                    <a:pt x="1983" y="0"/>
                  </a:moveTo>
                  <a:cubicBezTo>
                    <a:pt x="1983" y="0"/>
                    <a:pt x="1" y="6895"/>
                    <a:pt x="1" y="15807"/>
                  </a:cubicBezTo>
                  <a:cubicBezTo>
                    <a:pt x="1255" y="16235"/>
                    <a:pt x="3289" y="16390"/>
                    <a:pt x="5352" y="16390"/>
                  </a:cubicBezTo>
                  <a:cubicBezTo>
                    <a:pt x="8216" y="16390"/>
                    <a:pt x="11136" y="16091"/>
                    <a:pt x="12109" y="15807"/>
                  </a:cubicBezTo>
                  <a:cubicBezTo>
                    <a:pt x="12109" y="15807"/>
                    <a:pt x="11960" y="4257"/>
                    <a:pt x="10404" y="24"/>
                  </a:cubicBezTo>
                  <a:cubicBezTo>
                    <a:pt x="8964" y="306"/>
                    <a:pt x="7543" y="451"/>
                    <a:pt x="6143" y="451"/>
                  </a:cubicBezTo>
                  <a:cubicBezTo>
                    <a:pt x="4735" y="451"/>
                    <a:pt x="3348" y="304"/>
                    <a:pt x="1983" y="0"/>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7"/>
            <p:cNvSpPr/>
            <p:nvPr/>
          </p:nvSpPr>
          <p:spPr>
            <a:xfrm>
              <a:off x="6399586" y="3358068"/>
              <a:ext cx="103439" cy="45386"/>
            </a:xfrm>
            <a:custGeom>
              <a:rect b="b" l="l" r="r" t="t"/>
              <a:pathLst>
                <a:path extrusionOk="0" h="1720" w="3920">
                  <a:moveTo>
                    <a:pt x="3440" y="0"/>
                  </a:moveTo>
                  <a:cubicBezTo>
                    <a:pt x="3440" y="0"/>
                    <a:pt x="3440" y="1287"/>
                    <a:pt x="1960" y="1287"/>
                  </a:cubicBezTo>
                  <a:cubicBezTo>
                    <a:pt x="481" y="1287"/>
                    <a:pt x="483" y="52"/>
                    <a:pt x="483" y="52"/>
                  </a:cubicBezTo>
                  <a:lnTo>
                    <a:pt x="483" y="52"/>
                  </a:lnTo>
                  <a:lnTo>
                    <a:pt x="226" y="171"/>
                  </a:lnTo>
                  <a:cubicBezTo>
                    <a:pt x="226" y="171"/>
                    <a:pt x="0" y="1719"/>
                    <a:pt x="1961" y="1719"/>
                  </a:cubicBezTo>
                  <a:cubicBezTo>
                    <a:pt x="3920" y="1719"/>
                    <a:pt x="3665" y="86"/>
                    <a:pt x="3665" y="86"/>
                  </a:cubicBezTo>
                  <a:lnTo>
                    <a:pt x="3440" y="0"/>
                  </a:lnTo>
                  <a:close/>
                </a:path>
              </a:pathLst>
            </a:custGeom>
            <a:solidFill>
              <a:srgbClr val="C5A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7"/>
            <p:cNvSpPr/>
            <p:nvPr/>
          </p:nvSpPr>
          <p:spPr>
            <a:xfrm>
              <a:off x="7051125" y="3327827"/>
              <a:ext cx="104495" cy="52511"/>
            </a:xfrm>
            <a:custGeom>
              <a:rect b="b" l="l" r="r" t="t"/>
              <a:pathLst>
                <a:path extrusionOk="0" h="1990" w="3960">
                  <a:moveTo>
                    <a:pt x="3486" y="0"/>
                  </a:moveTo>
                  <a:cubicBezTo>
                    <a:pt x="3486" y="0"/>
                    <a:pt x="3398" y="1449"/>
                    <a:pt x="1980" y="1449"/>
                  </a:cubicBezTo>
                  <a:cubicBezTo>
                    <a:pt x="563" y="1449"/>
                    <a:pt x="473" y="57"/>
                    <a:pt x="473" y="57"/>
                  </a:cubicBezTo>
                  <a:lnTo>
                    <a:pt x="0" y="368"/>
                  </a:lnTo>
                  <a:cubicBezTo>
                    <a:pt x="0" y="368"/>
                    <a:pt x="0" y="1989"/>
                    <a:pt x="1980" y="1989"/>
                  </a:cubicBezTo>
                  <a:cubicBezTo>
                    <a:pt x="3960" y="1989"/>
                    <a:pt x="3938" y="327"/>
                    <a:pt x="3938" y="327"/>
                  </a:cubicBezTo>
                  <a:lnTo>
                    <a:pt x="3486" y="0"/>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7"/>
            <p:cNvSpPr/>
            <p:nvPr/>
          </p:nvSpPr>
          <p:spPr>
            <a:xfrm>
              <a:off x="6669427" y="3660393"/>
              <a:ext cx="211522" cy="29923"/>
            </a:xfrm>
            <a:custGeom>
              <a:rect b="b" l="l" r="r" t="t"/>
              <a:pathLst>
                <a:path extrusionOk="0" h="1134" w="8016">
                  <a:moveTo>
                    <a:pt x="56" y="1"/>
                  </a:moveTo>
                  <a:lnTo>
                    <a:pt x="0" y="617"/>
                  </a:lnTo>
                  <a:cubicBezTo>
                    <a:pt x="0" y="617"/>
                    <a:pt x="1528" y="1134"/>
                    <a:pt x="3903" y="1134"/>
                  </a:cubicBezTo>
                  <a:cubicBezTo>
                    <a:pt x="5090" y="1134"/>
                    <a:pt x="6490" y="1004"/>
                    <a:pt x="8015" y="617"/>
                  </a:cubicBezTo>
                  <a:lnTo>
                    <a:pt x="7988" y="1"/>
                  </a:lnTo>
                  <a:cubicBezTo>
                    <a:pt x="6482" y="328"/>
                    <a:pt x="5099" y="437"/>
                    <a:pt x="3924" y="437"/>
                  </a:cubicBezTo>
                  <a:cubicBezTo>
                    <a:pt x="1574" y="437"/>
                    <a:pt x="56" y="1"/>
                    <a:pt x="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7"/>
            <p:cNvSpPr/>
            <p:nvPr/>
          </p:nvSpPr>
          <p:spPr>
            <a:xfrm>
              <a:off x="6979614" y="3361208"/>
              <a:ext cx="57525" cy="133864"/>
            </a:xfrm>
            <a:custGeom>
              <a:rect b="b" l="l" r="r" t="t"/>
              <a:pathLst>
                <a:path extrusionOk="0" fill="none" h="5073" w="2180">
                  <a:moveTo>
                    <a:pt x="0" y="5073"/>
                  </a:moveTo>
                  <a:cubicBezTo>
                    <a:pt x="0" y="5073"/>
                    <a:pt x="2179" y="3019"/>
                    <a:pt x="152" y="1"/>
                  </a:cubicBezTo>
                </a:path>
              </a:pathLst>
            </a:custGeom>
            <a:noFill/>
            <a:ln cap="flat" cmpd="sng" w="1675">
              <a:solidFill>
                <a:srgbClr val="341239"/>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7"/>
            <p:cNvSpPr/>
            <p:nvPr/>
          </p:nvSpPr>
          <p:spPr>
            <a:xfrm>
              <a:off x="7160238" y="3364243"/>
              <a:ext cx="81748" cy="138244"/>
            </a:xfrm>
            <a:custGeom>
              <a:rect b="b" l="l" r="r" t="t"/>
              <a:pathLst>
                <a:path extrusionOk="0" fill="none" h="5239" w="3098">
                  <a:moveTo>
                    <a:pt x="3097" y="5238"/>
                  </a:moveTo>
                  <a:cubicBezTo>
                    <a:pt x="3097" y="5238"/>
                    <a:pt x="1" y="3907"/>
                    <a:pt x="2591" y="0"/>
                  </a:cubicBezTo>
                </a:path>
              </a:pathLst>
            </a:custGeom>
            <a:noFill/>
            <a:ln cap="flat" cmpd="sng" w="1675">
              <a:solidFill>
                <a:srgbClr val="341239"/>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7"/>
            <p:cNvSpPr/>
            <p:nvPr/>
          </p:nvSpPr>
          <p:spPr>
            <a:xfrm>
              <a:off x="6306068" y="3906776"/>
              <a:ext cx="123467" cy="95206"/>
            </a:xfrm>
            <a:custGeom>
              <a:rect b="b" l="l" r="r" t="t"/>
              <a:pathLst>
                <a:path extrusionOk="0" fill="none" h="3608" w="4679">
                  <a:moveTo>
                    <a:pt x="708" y="0"/>
                  </a:moveTo>
                  <a:lnTo>
                    <a:pt x="4420" y="708"/>
                  </a:lnTo>
                  <a:cubicBezTo>
                    <a:pt x="4420" y="708"/>
                    <a:pt x="4679" y="3607"/>
                    <a:pt x="2339" y="3607"/>
                  </a:cubicBezTo>
                  <a:cubicBezTo>
                    <a:pt x="1" y="3607"/>
                    <a:pt x="708" y="0"/>
                    <a:pt x="708" y="0"/>
                  </a:cubicBezTo>
                  <a:close/>
                </a:path>
              </a:pathLst>
            </a:custGeom>
            <a:noFill/>
            <a:ln cap="flat" cmpd="sng" w="1675">
              <a:solidFill>
                <a:schemeClr val="dk1"/>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7"/>
            <p:cNvSpPr/>
            <p:nvPr/>
          </p:nvSpPr>
          <p:spPr>
            <a:xfrm>
              <a:off x="6465476" y="3906776"/>
              <a:ext cx="123494" cy="95206"/>
            </a:xfrm>
            <a:custGeom>
              <a:rect b="b" l="l" r="r" t="t"/>
              <a:pathLst>
                <a:path extrusionOk="0" fill="none" h="3608" w="4680">
                  <a:moveTo>
                    <a:pt x="3970" y="0"/>
                  </a:moveTo>
                  <a:lnTo>
                    <a:pt x="259" y="708"/>
                  </a:lnTo>
                  <a:cubicBezTo>
                    <a:pt x="259" y="708"/>
                    <a:pt x="0" y="3607"/>
                    <a:pt x="2340" y="3607"/>
                  </a:cubicBezTo>
                  <a:cubicBezTo>
                    <a:pt x="4679" y="3607"/>
                    <a:pt x="3970" y="0"/>
                    <a:pt x="3970" y="0"/>
                  </a:cubicBezTo>
                  <a:close/>
                </a:path>
              </a:pathLst>
            </a:custGeom>
            <a:noFill/>
            <a:ln cap="flat" cmpd="sng" w="1675">
              <a:solidFill>
                <a:schemeClr val="dk1"/>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7"/>
            <p:cNvSpPr/>
            <p:nvPr/>
          </p:nvSpPr>
          <p:spPr>
            <a:xfrm>
              <a:off x="7959231" y="3814102"/>
              <a:ext cx="260181" cy="41639"/>
            </a:xfrm>
            <a:custGeom>
              <a:rect b="b" l="l" r="r" t="t"/>
              <a:pathLst>
                <a:path extrusionOk="0" fill="none" h="1578" w="9860">
                  <a:moveTo>
                    <a:pt x="0" y="1"/>
                  </a:moveTo>
                  <a:cubicBezTo>
                    <a:pt x="0" y="1"/>
                    <a:pt x="5412" y="1577"/>
                    <a:pt x="9860" y="1"/>
                  </a:cubicBezTo>
                </a:path>
              </a:pathLst>
            </a:custGeom>
            <a:noFill/>
            <a:ln cap="flat" cmpd="sng" w="1675">
              <a:solidFill>
                <a:schemeClr val="dk1"/>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7"/>
            <p:cNvSpPr/>
            <p:nvPr/>
          </p:nvSpPr>
          <p:spPr>
            <a:xfrm>
              <a:off x="7399231" y="3157995"/>
              <a:ext cx="44700" cy="14302"/>
            </a:xfrm>
            <a:custGeom>
              <a:rect b="b" l="l" r="r" t="t"/>
              <a:pathLst>
                <a:path extrusionOk="0" fill="none" h="542" w="1694">
                  <a:moveTo>
                    <a:pt x="1" y="0"/>
                  </a:moveTo>
                  <a:cubicBezTo>
                    <a:pt x="1" y="0"/>
                    <a:pt x="719" y="542"/>
                    <a:pt x="1693" y="0"/>
                  </a:cubicBezTo>
                </a:path>
              </a:pathLst>
            </a:custGeom>
            <a:noFill/>
            <a:ln cap="flat" cmpd="sng" w="3450">
              <a:solidFill>
                <a:schemeClr val="accent2"/>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7"/>
            <p:cNvSpPr/>
            <p:nvPr/>
          </p:nvSpPr>
          <p:spPr>
            <a:xfrm>
              <a:off x="7303259" y="3754096"/>
              <a:ext cx="228964" cy="27496"/>
            </a:xfrm>
            <a:custGeom>
              <a:rect b="b" l="l" r="r" t="t"/>
              <a:pathLst>
                <a:path extrusionOk="0" h="1042" w="8677">
                  <a:moveTo>
                    <a:pt x="107" y="0"/>
                  </a:moveTo>
                  <a:lnTo>
                    <a:pt x="1" y="342"/>
                  </a:lnTo>
                  <a:cubicBezTo>
                    <a:pt x="1" y="342"/>
                    <a:pt x="1448" y="1042"/>
                    <a:pt x="4392" y="1042"/>
                  </a:cubicBezTo>
                  <a:cubicBezTo>
                    <a:pt x="7334" y="1042"/>
                    <a:pt x="8677" y="342"/>
                    <a:pt x="8677" y="342"/>
                  </a:cubicBezTo>
                  <a:lnTo>
                    <a:pt x="8577" y="0"/>
                  </a:lnTo>
                  <a:cubicBezTo>
                    <a:pt x="7243" y="394"/>
                    <a:pt x="5857" y="525"/>
                    <a:pt x="4602" y="525"/>
                  </a:cubicBezTo>
                  <a:cubicBezTo>
                    <a:pt x="2093" y="525"/>
                    <a:pt x="107"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7"/>
            <p:cNvSpPr/>
            <p:nvPr/>
          </p:nvSpPr>
          <p:spPr>
            <a:xfrm>
              <a:off x="7352842" y="3762857"/>
              <a:ext cx="8893" cy="20002"/>
            </a:xfrm>
            <a:custGeom>
              <a:rect b="b" l="l" r="r" t="t"/>
              <a:pathLst>
                <a:path extrusionOk="0" h="758" w="337">
                  <a:moveTo>
                    <a:pt x="1" y="1"/>
                  </a:moveTo>
                  <a:lnTo>
                    <a:pt x="1" y="681"/>
                  </a:lnTo>
                  <a:lnTo>
                    <a:pt x="336" y="758"/>
                  </a:lnTo>
                  <a:lnTo>
                    <a:pt x="336" y="45"/>
                  </a:lnTo>
                  <a:lnTo>
                    <a:pt x="1" y="1"/>
                  </a:lnTo>
                  <a:close/>
                </a:path>
              </a:pathLst>
            </a:custGeom>
            <a:solidFill>
              <a:srgbClr val="341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7"/>
            <p:cNvSpPr/>
            <p:nvPr/>
          </p:nvSpPr>
          <p:spPr>
            <a:xfrm>
              <a:off x="7474146" y="3764150"/>
              <a:ext cx="8048" cy="17442"/>
            </a:xfrm>
            <a:custGeom>
              <a:rect b="b" l="l" r="r" t="t"/>
              <a:pathLst>
                <a:path extrusionOk="0" h="661" w="305">
                  <a:moveTo>
                    <a:pt x="305" y="1"/>
                  </a:moveTo>
                  <a:lnTo>
                    <a:pt x="0" y="40"/>
                  </a:lnTo>
                  <a:lnTo>
                    <a:pt x="0" y="661"/>
                  </a:lnTo>
                  <a:lnTo>
                    <a:pt x="305" y="661"/>
                  </a:lnTo>
                  <a:lnTo>
                    <a:pt x="305" y="1"/>
                  </a:lnTo>
                  <a:close/>
                </a:path>
              </a:pathLst>
            </a:custGeom>
            <a:solidFill>
              <a:srgbClr val="341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7"/>
            <p:cNvSpPr/>
            <p:nvPr/>
          </p:nvSpPr>
          <p:spPr>
            <a:xfrm>
              <a:off x="6177719" y="3721349"/>
              <a:ext cx="59293" cy="450092"/>
            </a:xfrm>
            <a:custGeom>
              <a:rect b="b" l="l" r="r" t="t"/>
              <a:pathLst>
                <a:path extrusionOk="0" h="17057" w="2247">
                  <a:moveTo>
                    <a:pt x="68" y="0"/>
                  </a:moveTo>
                  <a:lnTo>
                    <a:pt x="0" y="14"/>
                  </a:lnTo>
                  <a:cubicBezTo>
                    <a:pt x="22" y="68"/>
                    <a:pt x="2170" y="5637"/>
                    <a:pt x="2170" y="17057"/>
                  </a:cubicBezTo>
                  <a:lnTo>
                    <a:pt x="2247" y="17039"/>
                  </a:lnTo>
                  <a:cubicBezTo>
                    <a:pt x="2247" y="5608"/>
                    <a:pt x="90" y="56"/>
                    <a:pt x="68" y="0"/>
                  </a:cubicBez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7"/>
            <p:cNvSpPr/>
            <p:nvPr/>
          </p:nvSpPr>
          <p:spPr>
            <a:xfrm>
              <a:off x="6330108" y="3390261"/>
              <a:ext cx="23511" cy="110722"/>
            </a:xfrm>
            <a:custGeom>
              <a:rect b="b" l="l" r="r" t="t"/>
              <a:pathLst>
                <a:path extrusionOk="0" fill="none" h="4196" w="891">
                  <a:moveTo>
                    <a:pt x="1" y="0"/>
                  </a:moveTo>
                  <a:cubicBezTo>
                    <a:pt x="1" y="0"/>
                    <a:pt x="890" y="1791"/>
                    <a:pt x="1" y="4196"/>
                  </a:cubicBezTo>
                </a:path>
              </a:pathLst>
            </a:custGeom>
            <a:noFill/>
            <a:ln cap="flat" cmpd="sng" w="1675">
              <a:solidFill>
                <a:srgbClr val="C5A6FF"/>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7"/>
            <p:cNvSpPr/>
            <p:nvPr/>
          </p:nvSpPr>
          <p:spPr>
            <a:xfrm>
              <a:off x="6547885" y="3375774"/>
              <a:ext cx="25042" cy="102199"/>
            </a:xfrm>
            <a:custGeom>
              <a:rect b="b" l="l" r="r" t="t"/>
              <a:pathLst>
                <a:path extrusionOk="0" fill="none" h="3873" w="949">
                  <a:moveTo>
                    <a:pt x="949" y="3873"/>
                  </a:moveTo>
                  <a:cubicBezTo>
                    <a:pt x="949" y="3873"/>
                    <a:pt x="1" y="2241"/>
                    <a:pt x="949" y="0"/>
                  </a:cubicBezTo>
                </a:path>
              </a:pathLst>
            </a:custGeom>
            <a:noFill/>
            <a:ln cap="flat" cmpd="sng" w="1675">
              <a:solidFill>
                <a:srgbClr val="C5A6FF"/>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7"/>
            <p:cNvSpPr/>
            <p:nvPr/>
          </p:nvSpPr>
          <p:spPr>
            <a:xfrm>
              <a:off x="6919635" y="3825924"/>
              <a:ext cx="52274" cy="827406"/>
            </a:xfrm>
            <a:custGeom>
              <a:rect b="b" l="l" r="r" t="t"/>
              <a:pathLst>
                <a:path extrusionOk="0" fill="none" h="31356" w="1981">
                  <a:moveTo>
                    <a:pt x="1980" y="1"/>
                  </a:moveTo>
                  <a:lnTo>
                    <a:pt x="1" y="31355"/>
                  </a:lnTo>
                </a:path>
              </a:pathLst>
            </a:custGeom>
            <a:noFill/>
            <a:ln cap="flat" cmpd="sng" w="1675">
              <a:solidFill>
                <a:schemeClr val="lt1"/>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7"/>
            <p:cNvSpPr/>
            <p:nvPr/>
          </p:nvSpPr>
          <p:spPr>
            <a:xfrm>
              <a:off x="7226629" y="3827164"/>
              <a:ext cx="12297" cy="768140"/>
            </a:xfrm>
            <a:custGeom>
              <a:rect b="b" l="l" r="r" t="t"/>
              <a:pathLst>
                <a:path extrusionOk="0" fill="none" h="29110" w="466">
                  <a:moveTo>
                    <a:pt x="0" y="1"/>
                  </a:moveTo>
                  <a:lnTo>
                    <a:pt x="465" y="29110"/>
                  </a:lnTo>
                </a:path>
              </a:pathLst>
            </a:custGeom>
            <a:noFill/>
            <a:ln cap="flat" cmpd="sng" w="1675">
              <a:solidFill>
                <a:schemeClr val="lt1"/>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7"/>
            <p:cNvSpPr/>
            <p:nvPr/>
          </p:nvSpPr>
          <p:spPr>
            <a:xfrm>
              <a:off x="7121369" y="3649205"/>
              <a:ext cx="11769" cy="28578"/>
            </a:xfrm>
            <a:custGeom>
              <a:rect b="b" l="l" r="r" t="t"/>
              <a:pathLst>
                <a:path extrusionOk="0" fill="none" h="1083" w="446">
                  <a:moveTo>
                    <a:pt x="0" y="1"/>
                  </a:moveTo>
                  <a:lnTo>
                    <a:pt x="445" y="1082"/>
                  </a:lnTo>
                </a:path>
              </a:pathLst>
            </a:custGeom>
            <a:noFill/>
            <a:ln cap="flat" cmpd="sng" w="1675">
              <a:solidFill>
                <a:srgbClr val="C5A6FF"/>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7"/>
            <p:cNvSpPr/>
            <p:nvPr/>
          </p:nvSpPr>
          <p:spPr>
            <a:xfrm>
              <a:off x="6615121" y="3162560"/>
              <a:ext cx="292558" cy="209095"/>
            </a:xfrm>
            <a:custGeom>
              <a:rect b="b" l="l" r="r" t="t"/>
              <a:pathLst>
                <a:path extrusionOk="0" h="7924" w="11087">
                  <a:moveTo>
                    <a:pt x="6385" y="0"/>
                  </a:moveTo>
                  <a:cubicBezTo>
                    <a:pt x="5819" y="0"/>
                    <a:pt x="5252" y="145"/>
                    <a:pt x="4740" y="408"/>
                  </a:cubicBezTo>
                  <a:cubicBezTo>
                    <a:pt x="4301" y="634"/>
                    <a:pt x="3824" y="966"/>
                    <a:pt x="3428" y="1437"/>
                  </a:cubicBezTo>
                  <a:cubicBezTo>
                    <a:pt x="3430" y="1431"/>
                    <a:pt x="3430" y="1428"/>
                    <a:pt x="3430" y="1428"/>
                  </a:cubicBezTo>
                  <a:lnTo>
                    <a:pt x="3430" y="1428"/>
                  </a:lnTo>
                  <a:cubicBezTo>
                    <a:pt x="3430" y="1428"/>
                    <a:pt x="2669" y="2321"/>
                    <a:pt x="2335" y="2954"/>
                  </a:cubicBezTo>
                  <a:cubicBezTo>
                    <a:pt x="2002" y="3586"/>
                    <a:pt x="0" y="5405"/>
                    <a:pt x="292" y="7137"/>
                  </a:cubicBezTo>
                  <a:cubicBezTo>
                    <a:pt x="292" y="7137"/>
                    <a:pt x="336" y="6452"/>
                    <a:pt x="829" y="5781"/>
                  </a:cubicBezTo>
                  <a:lnTo>
                    <a:pt x="829" y="5781"/>
                  </a:lnTo>
                  <a:cubicBezTo>
                    <a:pt x="638" y="6240"/>
                    <a:pt x="632" y="6749"/>
                    <a:pt x="991" y="7445"/>
                  </a:cubicBezTo>
                  <a:cubicBezTo>
                    <a:pt x="1194" y="7144"/>
                    <a:pt x="1483" y="7033"/>
                    <a:pt x="1860" y="7033"/>
                  </a:cubicBezTo>
                  <a:cubicBezTo>
                    <a:pt x="2927" y="7033"/>
                    <a:pt x="4692" y="7924"/>
                    <a:pt x="7180" y="7924"/>
                  </a:cubicBezTo>
                  <a:cubicBezTo>
                    <a:pt x="10208" y="7924"/>
                    <a:pt x="11087" y="1467"/>
                    <a:pt x="7426" y="175"/>
                  </a:cubicBezTo>
                  <a:cubicBezTo>
                    <a:pt x="7089" y="57"/>
                    <a:pt x="6737" y="0"/>
                    <a:pt x="6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7"/>
            <p:cNvSpPr/>
            <p:nvPr/>
          </p:nvSpPr>
          <p:spPr>
            <a:xfrm>
              <a:off x="7027244" y="3121580"/>
              <a:ext cx="154393" cy="188328"/>
            </a:xfrm>
            <a:custGeom>
              <a:rect b="b" l="l" r="r" t="t"/>
              <a:pathLst>
                <a:path extrusionOk="0" h="7137" w="5851">
                  <a:moveTo>
                    <a:pt x="2918" y="1"/>
                  </a:moveTo>
                  <a:cubicBezTo>
                    <a:pt x="2326" y="1"/>
                    <a:pt x="1742" y="146"/>
                    <a:pt x="1227" y="461"/>
                  </a:cubicBezTo>
                  <a:cubicBezTo>
                    <a:pt x="697" y="784"/>
                    <a:pt x="212" y="1307"/>
                    <a:pt x="57" y="2130"/>
                  </a:cubicBezTo>
                  <a:lnTo>
                    <a:pt x="51" y="2130"/>
                  </a:lnTo>
                  <a:lnTo>
                    <a:pt x="51" y="2159"/>
                  </a:lnTo>
                  <a:cubicBezTo>
                    <a:pt x="18" y="2336"/>
                    <a:pt x="1" y="2516"/>
                    <a:pt x="1" y="2695"/>
                  </a:cubicBezTo>
                  <a:cubicBezTo>
                    <a:pt x="1" y="3182"/>
                    <a:pt x="12" y="3643"/>
                    <a:pt x="32" y="4071"/>
                  </a:cubicBezTo>
                  <a:lnTo>
                    <a:pt x="1" y="7136"/>
                  </a:lnTo>
                  <a:lnTo>
                    <a:pt x="173" y="6532"/>
                  </a:lnTo>
                  <a:lnTo>
                    <a:pt x="173" y="7136"/>
                  </a:lnTo>
                  <a:lnTo>
                    <a:pt x="5583" y="7136"/>
                  </a:lnTo>
                  <a:cubicBezTo>
                    <a:pt x="5583" y="7136"/>
                    <a:pt x="5606" y="6917"/>
                    <a:pt x="5669" y="5935"/>
                  </a:cubicBezTo>
                  <a:lnTo>
                    <a:pt x="5851" y="7136"/>
                  </a:lnTo>
                  <a:lnTo>
                    <a:pt x="5850" y="2016"/>
                  </a:lnTo>
                  <a:cubicBezTo>
                    <a:pt x="5850" y="1110"/>
                    <a:pt x="5126" y="590"/>
                    <a:pt x="4393" y="294"/>
                  </a:cubicBezTo>
                  <a:cubicBezTo>
                    <a:pt x="3920" y="104"/>
                    <a:pt x="3416" y="1"/>
                    <a:pt x="2918"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7"/>
            <p:cNvSpPr/>
            <p:nvPr/>
          </p:nvSpPr>
          <p:spPr>
            <a:xfrm>
              <a:off x="7991925" y="3341206"/>
              <a:ext cx="162705" cy="104547"/>
            </a:xfrm>
            <a:custGeom>
              <a:rect b="b" l="l" r="r" t="t"/>
              <a:pathLst>
                <a:path extrusionOk="0" h="3962" w="6166">
                  <a:moveTo>
                    <a:pt x="6165" y="0"/>
                  </a:moveTo>
                  <a:cubicBezTo>
                    <a:pt x="5468" y="0"/>
                    <a:pt x="5054" y="518"/>
                    <a:pt x="4249" y="873"/>
                  </a:cubicBezTo>
                  <a:cubicBezTo>
                    <a:pt x="4069" y="953"/>
                    <a:pt x="3918" y="986"/>
                    <a:pt x="3778" y="986"/>
                  </a:cubicBezTo>
                  <a:cubicBezTo>
                    <a:pt x="3297" y="986"/>
                    <a:pt x="2942" y="599"/>
                    <a:pt x="1904" y="412"/>
                  </a:cubicBezTo>
                  <a:cubicBezTo>
                    <a:pt x="1777" y="389"/>
                    <a:pt x="1657" y="378"/>
                    <a:pt x="1543" y="378"/>
                  </a:cubicBezTo>
                  <a:cubicBezTo>
                    <a:pt x="462" y="378"/>
                    <a:pt x="0" y="1324"/>
                    <a:pt x="0" y="1324"/>
                  </a:cubicBezTo>
                  <a:cubicBezTo>
                    <a:pt x="58" y="1318"/>
                    <a:pt x="114" y="1315"/>
                    <a:pt x="169" y="1315"/>
                  </a:cubicBezTo>
                  <a:cubicBezTo>
                    <a:pt x="1801" y="1315"/>
                    <a:pt x="2212" y="3961"/>
                    <a:pt x="3777" y="3961"/>
                  </a:cubicBezTo>
                  <a:cubicBezTo>
                    <a:pt x="3864" y="3961"/>
                    <a:pt x="3954" y="3953"/>
                    <a:pt x="4048" y="3936"/>
                  </a:cubicBezTo>
                  <a:cubicBezTo>
                    <a:pt x="5900" y="3599"/>
                    <a:pt x="6165" y="2038"/>
                    <a:pt x="6165"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7"/>
            <p:cNvSpPr/>
            <p:nvPr/>
          </p:nvSpPr>
          <p:spPr>
            <a:xfrm>
              <a:off x="7626772" y="3527768"/>
              <a:ext cx="11056" cy="21136"/>
            </a:xfrm>
            <a:custGeom>
              <a:rect b="b" l="l" r="r" t="t"/>
              <a:pathLst>
                <a:path extrusionOk="0" h="801" w="419">
                  <a:moveTo>
                    <a:pt x="170" y="1"/>
                  </a:moveTo>
                  <a:lnTo>
                    <a:pt x="1" y="707"/>
                  </a:lnTo>
                  <a:lnTo>
                    <a:pt x="241" y="800"/>
                  </a:lnTo>
                  <a:lnTo>
                    <a:pt x="419" y="84"/>
                  </a:lnTo>
                  <a:lnTo>
                    <a:pt x="170" y="1"/>
                  </a:lnTo>
                  <a:close/>
                </a:path>
              </a:pathLst>
            </a:custGeom>
            <a:solidFill>
              <a:srgbClr val="A48A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7"/>
            <p:cNvSpPr/>
            <p:nvPr/>
          </p:nvSpPr>
          <p:spPr>
            <a:xfrm>
              <a:off x="8283773" y="3023470"/>
              <a:ext cx="19843" cy="6834"/>
            </a:xfrm>
            <a:custGeom>
              <a:rect b="b" l="l" r="r" t="t"/>
              <a:pathLst>
                <a:path extrusionOk="0" h="259" w="752">
                  <a:moveTo>
                    <a:pt x="0" y="1"/>
                  </a:moveTo>
                  <a:lnTo>
                    <a:pt x="0" y="258"/>
                  </a:lnTo>
                  <a:lnTo>
                    <a:pt x="752" y="258"/>
                  </a:lnTo>
                  <a:lnTo>
                    <a:pt x="752" y="1"/>
                  </a:lnTo>
                  <a:close/>
                </a:path>
              </a:pathLst>
            </a:custGeom>
            <a:solidFill>
              <a:srgbClr val="A48A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87"/>
          <p:cNvGrpSpPr/>
          <p:nvPr/>
        </p:nvGrpSpPr>
        <p:grpSpPr>
          <a:xfrm flipH="1">
            <a:off x="6166298" y="3350565"/>
            <a:ext cx="1418445" cy="1801195"/>
            <a:chOff x="2329752" y="2805169"/>
            <a:chExt cx="1912167" cy="2364394"/>
          </a:xfrm>
        </p:grpSpPr>
        <p:sp>
          <p:nvSpPr>
            <p:cNvPr id="1894" name="Google Shape;1894;p87"/>
            <p:cNvSpPr/>
            <p:nvPr/>
          </p:nvSpPr>
          <p:spPr>
            <a:xfrm>
              <a:off x="2329752" y="3803584"/>
              <a:ext cx="1783532" cy="815463"/>
            </a:xfrm>
            <a:custGeom>
              <a:rect b="b" l="l" r="r" t="t"/>
              <a:pathLst>
                <a:path extrusionOk="0" fill="none" h="26953" w="58950">
                  <a:moveTo>
                    <a:pt x="1" y="26953"/>
                  </a:moveTo>
                  <a:lnTo>
                    <a:pt x="29396" y="9400"/>
                  </a:lnTo>
                  <a:lnTo>
                    <a:pt x="40025" y="14905"/>
                  </a:lnTo>
                  <a:lnTo>
                    <a:pt x="58949" y="1"/>
                  </a:lnTo>
                </a:path>
              </a:pathLst>
            </a:custGeom>
            <a:gradFill>
              <a:gsLst>
                <a:gs pos="0">
                  <a:schemeClr val="accent2"/>
                </a:gs>
                <a:gs pos="100000">
                  <a:schemeClr val="lt2"/>
                </a:gs>
              </a:gsLst>
              <a:lin ang="5400700" scaled="0"/>
            </a:gradFill>
            <a:ln cap="flat" cmpd="sng" w="54750">
              <a:solidFill>
                <a:schemeClr val="accent2"/>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7"/>
            <p:cNvSpPr/>
            <p:nvPr/>
          </p:nvSpPr>
          <p:spPr>
            <a:xfrm>
              <a:off x="3976310" y="3670670"/>
              <a:ext cx="265609" cy="297225"/>
            </a:xfrm>
            <a:custGeom>
              <a:rect b="b" l="l" r="r" t="t"/>
              <a:pathLst>
                <a:path extrusionOk="0" h="9824" w="8779">
                  <a:moveTo>
                    <a:pt x="1" y="1"/>
                  </a:moveTo>
                  <a:lnTo>
                    <a:pt x="7738" y="9823"/>
                  </a:lnTo>
                  <a:lnTo>
                    <a:pt x="8779" y="1045"/>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7"/>
            <p:cNvSpPr/>
            <p:nvPr/>
          </p:nvSpPr>
          <p:spPr>
            <a:xfrm>
              <a:off x="2534282" y="4696284"/>
              <a:ext cx="411740" cy="473279"/>
            </a:xfrm>
            <a:custGeom>
              <a:rect b="b" l="l" r="r" t="t"/>
              <a:pathLst>
                <a:path extrusionOk="0" h="15643" w="13609">
                  <a:moveTo>
                    <a:pt x="1" y="0"/>
                  </a:moveTo>
                  <a:lnTo>
                    <a:pt x="13608" y="0"/>
                  </a:lnTo>
                  <a:lnTo>
                    <a:pt x="13608" y="15643"/>
                  </a:lnTo>
                  <a:lnTo>
                    <a:pt x="1" y="15643"/>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7"/>
            <p:cNvSpPr/>
            <p:nvPr/>
          </p:nvSpPr>
          <p:spPr>
            <a:xfrm>
              <a:off x="3108570" y="4499712"/>
              <a:ext cx="411740" cy="669846"/>
            </a:xfrm>
            <a:custGeom>
              <a:rect b="b" l="l" r="r" t="t"/>
              <a:pathLst>
                <a:path extrusionOk="0" h="22140" w="13609">
                  <a:moveTo>
                    <a:pt x="1" y="0"/>
                  </a:moveTo>
                  <a:lnTo>
                    <a:pt x="13608" y="0"/>
                  </a:lnTo>
                  <a:lnTo>
                    <a:pt x="13608" y="22140"/>
                  </a:lnTo>
                  <a:lnTo>
                    <a:pt x="1" y="22140"/>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7"/>
            <p:cNvSpPr/>
            <p:nvPr/>
          </p:nvSpPr>
          <p:spPr>
            <a:xfrm>
              <a:off x="3682858" y="4246530"/>
              <a:ext cx="411710" cy="923020"/>
            </a:xfrm>
            <a:custGeom>
              <a:rect b="b" l="l" r="r" t="t"/>
              <a:pathLst>
                <a:path extrusionOk="0" h="30508" w="13608">
                  <a:moveTo>
                    <a:pt x="0" y="0"/>
                  </a:moveTo>
                  <a:lnTo>
                    <a:pt x="13608" y="0"/>
                  </a:lnTo>
                  <a:lnTo>
                    <a:pt x="13608" y="30508"/>
                  </a:lnTo>
                  <a:lnTo>
                    <a:pt x="0" y="30508"/>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7"/>
            <p:cNvSpPr/>
            <p:nvPr/>
          </p:nvSpPr>
          <p:spPr>
            <a:xfrm>
              <a:off x="3316398" y="4296059"/>
              <a:ext cx="84321" cy="84532"/>
            </a:xfrm>
            <a:custGeom>
              <a:rect b="b" l="l" r="r" t="t"/>
              <a:pathLst>
                <a:path extrusionOk="0" h="2794" w="2787">
                  <a:moveTo>
                    <a:pt x="1796" y="0"/>
                  </a:moveTo>
                  <a:cubicBezTo>
                    <a:pt x="1137" y="0"/>
                    <a:pt x="447" y="207"/>
                    <a:pt x="184" y="779"/>
                  </a:cubicBezTo>
                  <a:cubicBezTo>
                    <a:pt x="1" y="1174"/>
                    <a:pt x="233" y="2162"/>
                    <a:pt x="302" y="2579"/>
                  </a:cubicBezTo>
                  <a:cubicBezTo>
                    <a:pt x="328" y="2738"/>
                    <a:pt x="434" y="2793"/>
                    <a:pt x="595" y="2793"/>
                  </a:cubicBezTo>
                  <a:cubicBezTo>
                    <a:pt x="908" y="2793"/>
                    <a:pt x="1426" y="2584"/>
                    <a:pt x="1965" y="2516"/>
                  </a:cubicBezTo>
                  <a:cubicBezTo>
                    <a:pt x="2154" y="2493"/>
                    <a:pt x="2359" y="2461"/>
                    <a:pt x="2491" y="2324"/>
                  </a:cubicBezTo>
                  <a:cubicBezTo>
                    <a:pt x="2629" y="2182"/>
                    <a:pt x="2649" y="1966"/>
                    <a:pt x="2662" y="1768"/>
                  </a:cubicBezTo>
                  <a:cubicBezTo>
                    <a:pt x="2698" y="1236"/>
                    <a:pt x="2786" y="673"/>
                    <a:pt x="2740" y="148"/>
                  </a:cubicBezTo>
                  <a:cubicBezTo>
                    <a:pt x="2478" y="57"/>
                    <a:pt x="2141" y="0"/>
                    <a:pt x="1796" y="0"/>
                  </a:cubicBezTo>
                  <a:close/>
                </a:path>
              </a:pathLst>
            </a:custGeom>
            <a:solidFill>
              <a:srgbClr val="F4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7"/>
            <p:cNvSpPr/>
            <p:nvPr/>
          </p:nvSpPr>
          <p:spPr>
            <a:xfrm>
              <a:off x="2577185" y="4376752"/>
              <a:ext cx="116845" cy="113940"/>
            </a:xfrm>
            <a:custGeom>
              <a:rect b="b" l="l" r="r" t="t"/>
              <a:pathLst>
                <a:path extrusionOk="0" h="3766" w="3862">
                  <a:moveTo>
                    <a:pt x="2274" y="0"/>
                  </a:moveTo>
                  <a:cubicBezTo>
                    <a:pt x="2213" y="0"/>
                    <a:pt x="2155" y="6"/>
                    <a:pt x="2102" y="19"/>
                  </a:cubicBezTo>
                  <a:cubicBezTo>
                    <a:pt x="1415" y="189"/>
                    <a:pt x="772" y="1336"/>
                    <a:pt x="162" y="1745"/>
                  </a:cubicBezTo>
                  <a:cubicBezTo>
                    <a:pt x="86" y="1797"/>
                    <a:pt x="1" y="1862"/>
                    <a:pt x="2" y="1954"/>
                  </a:cubicBezTo>
                  <a:cubicBezTo>
                    <a:pt x="2" y="1995"/>
                    <a:pt x="20" y="2032"/>
                    <a:pt x="39" y="2069"/>
                  </a:cubicBezTo>
                  <a:cubicBezTo>
                    <a:pt x="294" y="2574"/>
                    <a:pt x="628" y="3035"/>
                    <a:pt x="1028" y="3436"/>
                  </a:cubicBezTo>
                  <a:cubicBezTo>
                    <a:pt x="1194" y="3602"/>
                    <a:pt x="1397" y="3766"/>
                    <a:pt x="1628" y="3766"/>
                  </a:cubicBezTo>
                  <a:cubicBezTo>
                    <a:pt x="1640" y="3766"/>
                    <a:pt x="1652" y="3765"/>
                    <a:pt x="1665" y="3764"/>
                  </a:cubicBezTo>
                  <a:cubicBezTo>
                    <a:pt x="1912" y="3745"/>
                    <a:pt x="2095" y="3544"/>
                    <a:pt x="2254" y="3357"/>
                  </a:cubicBezTo>
                  <a:lnTo>
                    <a:pt x="3499" y="1896"/>
                  </a:lnTo>
                  <a:cubicBezTo>
                    <a:pt x="3674" y="1689"/>
                    <a:pt x="3862" y="1454"/>
                    <a:pt x="3852" y="1183"/>
                  </a:cubicBezTo>
                  <a:cubicBezTo>
                    <a:pt x="3834" y="603"/>
                    <a:pt x="2880" y="0"/>
                    <a:pt x="2274" y="0"/>
                  </a:cubicBezTo>
                  <a:close/>
                </a:path>
              </a:pathLst>
            </a:custGeom>
            <a:solidFill>
              <a:srgbClr val="F4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7"/>
            <p:cNvSpPr/>
            <p:nvPr/>
          </p:nvSpPr>
          <p:spPr>
            <a:xfrm>
              <a:off x="3196191" y="3127849"/>
              <a:ext cx="78360" cy="383119"/>
            </a:xfrm>
            <a:custGeom>
              <a:rect b="b" l="l" r="r" t="t"/>
              <a:pathLst>
                <a:path extrusionOk="0" h="12663" w="2590">
                  <a:moveTo>
                    <a:pt x="950" y="1"/>
                  </a:moveTo>
                  <a:cubicBezTo>
                    <a:pt x="1" y="1"/>
                    <a:pt x="181" y="11361"/>
                    <a:pt x="181" y="11361"/>
                  </a:cubicBezTo>
                  <a:lnTo>
                    <a:pt x="698" y="12663"/>
                  </a:lnTo>
                  <a:lnTo>
                    <a:pt x="1670" y="12108"/>
                  </a:lnTo>
                  <a:lnTo>
                    <a:pt x="2589" y="4057"/>
                  </a:lnTo>
                  <a:lnTo>
                    <a:pt x="2278" y="1153"/>
                  </a:lnTo>
                  <a:lnTo>
                    <a:pt x="1669" y="159"/>
                  </a:lnTo>
                  <a:lnTo>
                    <a:pt x="955" y="1"/>
                  </a:lnTo>
                  <a:cubicBezTo>
                    <a:pt x="953" y="1"/>
                    <a:pt x="952" y="1"/>
                    <a:pt x="9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7"/>
            <p:cNvSpPr/>
            <p:nvPr/>
          </p:nvSpPr>
          <p:spPr>
            <a:xfrm>
              <a:off x="3154529" y="2965072"/>
              <a:ext cx="170426" cy="164194"/>
            </a:xfrm>
            <a:custGeom>
              <a:rect b="b" l="l" r="r" t="t"/>
              <a:pathLst>
                <a:path extrusionOk="0" h="5427" w="5633">
                  <a:moveTo>
                    <a:pt x="1343" y="1"/>
                  </a:moveTo>
                  <a:cubicBezTo>
                    <a:pt x="1035" y="1"/>
                    <a:pt x="732" y="62"/>
                    <a:pt x="460" y="205"/>
                  </a:cubicBezTo>
                  <a:cubicBezTo>
                    <a:pt x="387" y="243"/>
                    <a:pt x="312" y="294"/>
                    <a:pt x="286" y="372"/>
                  </a:cubicBezTo>
                  <a:cubicBezTo>
                    <a:pt x="259" y="445"/>
                    <a:pt x="283" y="525"/>
                    <a:pt x="301" y="602"/>
                  </a:cubicBezTo>
                  <a:cubicBezTo>
                    <a:pt x="372" y="917"/>
                    <a:pt x="337" y="1246"/>
                    <a:pt x="202" y="1541"/>
                  </a:cubicBezTo>
                  <a:cubicBezTo>
                    <a:pt x="122" y="1711"/>
                    <a:pt x="6" y="1876"/>
                    <a:pt x="4" y="2065"/>
                  </a:cubicBezTo>
                  <a:cubicBezTo>
                    <a:pt x="1" y="2382"/>
                    <a:pt x="305" y="2601"/>
                    <a:pt x="566" y="2782"/>
                  </a:cubicBezTo>
                  <a:cubicBezTo>
                    <a:pt x="1550" y="3463"/>
                    <a:pt x="2357" y="4371"/>
                    <a:pt x="2920" y="5427"/>
                  </a:cubicBezTo>
                  <a:cubicBezTo>
                    <a:pt x="3475" y="4495"/>
                    <a:pt x="4135" y="3483"/>
                    <a:pt x="5175" y="3044"/>
                  </a:cubicBezTo>
                  <a:cubicBezTo>
                    <a:pt x="5429" y="2936"/>
                    <a:pt x="5632" y="2968"/>
                    <a:pt x="5598" y="2664"/>
                  </a:cubicBezTo>
                  <a:cubicBezTo>
                    <a:pt x="5573" y="2440"/>
                    <a:pt x="5200" y="2117"/>
                    <a:pt x="5050" y="1968"/>
                  </a:cubicBezTo>
                  <a:cubicBezTo>
                    <a:pt x="4644" y="1566"/>
                    <a:pt x="4160" y="1250"/>
                    <a:pt x="3683" y="941"/>
                  </a:cubicBezTo>
                  <a:cubicBezTo>
                    <a:pt x="3196" y="627"/>
                    <a:pt x="2703" y="309"/>
                    <a:pt x="2151" y="132"/>
                  </a:cubicBezTo>
                  <a:cubicBezTo>
                    <a:pt x="1891" y="49"/>
                    <a:pt x="1616" y="1"/>
                    <a:pt x="1343"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7"/>
            <p:cNvSpPr/>
            <p:nvPr/>
          </p:nvSpPr>
          <p:spPr>
            <a:xfrm>
              <a:off x="3160308" y="2861687"/>
              <a:ext cx="184465" cy="200228"/>
            </a:xfrm>
            <a:custGeom>
              <a:rect b="b" l="l" r="r" t="t"/>
              <a:pathLst>
                <a:path extrusionOk="0" h="6618" w="6097">
                  <a:moveTo>
                    <a:pt x="3569" y="1"/>
                  </a:moveTo>
                  <a:cubicBezTo>
                    <a:pt x="2832" y="1"/>
                    <a:pt x="2128" y="480"/>
                    <a:pt x="1795" y="1140"/>
                  </a:cubicBezTo>
                  <a:cubicBezTo>
                    <a:pt x="1525" y="1678"/>
                    <a:pt x="1402" y="1993"/>
                    <a:pt x="835" y="2245"/>
                  </a:cubicBezTo>
                  <a:cubicBezTo>
                    <a:pt x="459" y="2412"/>
                    <a:pt x="135" y="2615"/>
                    <a:pt x="59" y="3066"/>
                  </a:cubicBezTo>
                  <a:cubicBezTo>
                    <a:pt x="0" y="3412"/>
                    <a:pt x="144" y="3784"/>
                    <a:pt x="420" y="4003"/>
                  </a:cubicBezTo>
                  <a:cubicBezTo>
                    <a:pt x="532" y="4091"/>
                    <a:pt x="671" y="4156"/>
                    <a:pt x="814" y="4156"/>
                  </a:cubicBezTo>
                  <a:cubicBezTo>
                    <a:pt x="833" y="4156"/>
                    <a:pt x="852" y="4155"/>
                    <a:pt x="871" y="4152"/>
                  </a:cubicBezTo>
                  <a:cubicBezTo>
                    <a:pt x="1050" y="4130"/>
                    <a:pt x="1215" y="4000"/>
                    <a:pt x="1388" y="4000"/>
                  </a:cubicBezTo>
                  <a:cubicBezTo>
                    <a:pt x="1409" y="4000"/>
                    <a:pt x="1431" y="4002"/>
                    <a:pt x="1453" y="4006"/>
                  </a:cubicBezTo>
                  <a:cubicBezTo>
                    <a:pt x="1661" y="4049"/>
                    <a:pt x="1761" y="4288"/>
                    <a:pt x="1792" y="4499"/>
                  </a:cubicBezTo>
                  <a:cubicBezTo>
                    <a:pt x="1822" y="4709"/>
                    <a:pt x="1826" y="4942"/>
                    <a:pt x="1968" y="5100"/>
                  </a:cubicBezTo>
                  <a:cubicBezTo>
                    <a:pt x="2046" y="5189"/>
                    <a:pt x="2156" y="5240"/>
                    <a:pt x="2263" y="5289"/>
                  </a:cubicBezTo>
                  <a:cubicBezTo>
                    <a:pt x="3234" y="5733"/>
                    <a:pt x="4216" y="6153"/>
                    <a:pt x="5209" y="6547"/>
                  </a:cubicBezTo>
                  <a:cubicBezTo>
                    <a:pt x="5299" y="6582"/>
                    <a:pt x="5395" y="6618"/>
                    <a:pt x="5489" y="6618"/>
                  </a:cubicBezTo>
                  <a:cubicBezTo>
                    <a:pt x="5518" y="6618"/>
                    <a:pt x="5546" y="6614"/>
                    <a:pt x="5575" y="6607"/>
                  </a:cubicBezTo>
                  <a:cubicBezTo>
                    <a:pt x="5807" y="6541"/>
                    <a:pt x="5864" y="6245"/>
                    <a:pt x="5871" y="6003"/>
                  </a:cubicBezTo>
                  <a:cubicBezTo>
                    <a:pt x="5885" y="5428"/>
                    <a:pt x="5846" y="4852"/>
                    <a:pt x="5756" y="4283"/>
                  </a:cubicBezTo>
                  <a:cubicBezTo>
                    <a:pt x="5717" y="4042"/>
                    <a:pt x="5677" y="3767"/>
                    <a:pt x="5827" y="3574"/>
                  </a:cubicBezTo>
                  <a:cubicBezTo>
                    <a:pt x="5881" y="3504"/>
                    <a:pt x="5957" y="3451"/>
                    <a:pt x="6000" y="3373"/>
                  </a:cubicBezTo>
                  <a:cubicBezTo>
                    <a:pt x="6096" y="3195"/>
                    <a:pt x="5977" y="2973"/>
                    <a:pt x="5823" y="2841"/>
                  </a:cubicBezTo>
                  <a:cubicBezTo>
                    <a:pt x="5669" y="2710"/>
                    <a:pt x="5476" y="2619"/>
                    <a:pt x="5359" y="2455"/>
                  </a:cubicBezTo>
                  <a:cubicBezTo>
                    <a:pt x="5161" y="2177"/>
                    <a:pt x="5244" y="1798"/>
                    <a:pt x="5217" y="1457"/>
                  </a:cubicBezTo>
                  <a:cubicBezTo>
                    <a:pt x="5156" y="686"/>
                    <a:pt x="4438" y="50"/>
                    <a:pt x="3667" y="4"/>
                  </a:cubicBezTo>
                  <a:cubicBezTo>
                    <a:pt x="3634" y="2"/>
                    <a:pt x="3602" y="1"/>
                    <a:pt x="3569"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7"/>
            <p:cNvSpPr/>
            <p:nvPr/>
          </p:nvSpPr>
          <p:spPr>
            <a:xfrm>
              <a:off x="3102882" y="2805169"/>
              <a:ext cx="227276" cy="233236"/>
            </a:xfrm>
            <a:custGeom>
              <a:rect b="b" l="l" r="r" t="t"/>
              <a:pathLst>
                <a:path extrusionOk="0" h="7709" w="7512">
                  <a:moveTo>
                    <a:pt x="5260" y="1"/>
                  </a:moveTo>
                  <a:cubicBezTo>
                    <a:pt x="4987" y="1"/>
                    <a:pt x="4704" y="96"/>
                    <a:pt x="4486" y="262"/>
                  </a:cubicBezTo>
                  <a:cubicBezTo>
                    <a:pt x="4284" y="417"/>
                    <a:pt x="4122" y="618"/>
                    <a:pt x="3924" y="778"/>
                  </a:cubicBezTo>
                  <a:cubicBezTo>
                    <a:pt x="3413" y="1190"/>
                    <a:pt x="2721" y="1280"/>
                    <a:pt x="2116" y="1534"/>
                  </a:cubicBezTo>
                  <a:cubicBezTo>
                    <a:pt x="1305" y="1873"/>
                    <a:pt x="631" y="2538"/>
                    <a:pt x="315" y="3356"/>
                  </a:cubicBezTo>
                  <a:cubicBezTo>
                    <a:pt x="0" y="4176"/>
                    <a:pt x="62" y="5140"/>
                    <a:pt x="515" y="5891"/>
                  </a:cubicBezTo>
                  <a:cubicBezTo>
                    <a:pt x="692" y="6187"/>
                    <a:pt x="933" y="6481"/>
                    <a:pt x="914" y="6824"/>
                  </a:cubicBezTo>
                  <a:cubicBezTo>
                    <a:pt x="895" y="7115"/>
                    <a:pt x="677" y="7448"/>
                    <a:pt x="983" y="7646"/>
                  </a:cubicBezTo>
                  <a:cubicBezTo>
                    <a:pt x="1049" y="7690"/>
                    <a:pt x="1128" y="7708"/>
                    <a:pt x="1211" y="7708"/>
                  </a:cubicBezTo>
                  <a:cubicBezTo>
                    <a:pt x="1430" y="7708"/>
                    <a:pt x="1679" y="7580"/>
                    <a:pt x="1803" y="7445"/>
                  </a:cubicBezTo>
                  <a:cubicBezTo>
                    <a:pt x="2055" y="7174"/>
                    <a:pt x="2120" y="6777"/>
                    <a:pt x="2110" y="6407"/>
                  </a:cubicBezTo>
                  <a:cubicBezTo>
                    <a:pt x="2098" y="6037"/>
                    <a:pt x="2022" y="5671"/>
                    <a:pt x="2037" y="5301"/>
                  </a:cubicBezTo>
                  <a:cubicBezTo>
                    <a:pt x="2053" y="4931"/>
                    <a:pt x="2180" y="4539"/>
                    <a:pt x="2483" y="4326"/>
                  </a:cubicBezTo>
                  <a:cubicBezTo>
                    <a:pt x="2600" y="4244"/>
                    <a:pt x="2746" y="4203"/>
                    <a:pt x="2890" y="4203"/>
                  </a:cubicBezTo>
                  <a:cubicBezTo>
                    <a:pt x="3120" y="4203"/>
                    <a:pt x="3343" y="4307"/>
                    <a:pt x="3436" y="4515"/>
                  </a:cubicBezTo>
                  <a:cubicBezTo>
                    <a:pt x="3493" y="4644"/>
                    <a:pt x="3563" y="4835"/>
                    <a:pt x="3680" y="4835"/>
                  </a:cubicBezTo>
                  <a:cubicBezTo>
                    <a:pt x="3695" y="4835"/>
                    <a:pt x="3711" y="4832"/>
                    <a:pt x="3728" y="4825"/>
                  </a:cubicBezTo>
                  <a:cubicBezTo>
                    <a:pt x="3968" y="4356"/>
                    <a:pt x="3523" y="3730"/>
                    <a:pt x="3798" y="3282"/>
                  </a:cubicBezTo>
                  <a:cubicBezTo>
                    <a:pt x="3869" y="3163"/>
                    <a:pt x="3983" y="3077"/>
                    <a:pt x="4094" y="2996"/>
                  </a:cubicBezTo>
                  <a:cubicBezTo>
                    <a:pt x="4425" y="2753"/>
                    <a:pt x="4767" y="2525"/>
                    <a:pt x="5118" y="2311"/>
                  </a:cubicBezTo>
                  <a:cubicBezTo>
                    <a:pt x="5288" y="2207"/>
                    <a:pt x="5465" y="2106"/>
                    <a:pt x="5662" y="2078"/>
                  </a:cubicBezTo>
                  <a:cubicBezTo>
                    <a:pt x="5698" y="2072"/>
                    <a:pt x="5735" y="2070"/>
                    <a:pt x="5771" y="2070"/>
                  </a:cubicBezTo>
                  <a:cubicBezTo>
                    <a:pt x="6065" y="2070"/>
                    <a:pt x="6350" y="2232"/>
                    <a:pt x="6550" y="2451"/>
                  </a:cubicBezTo>
                  <a:cubicBezTo>
                    <a:pt x="6775" y="2697"/>
                    <a:pt x="6915" y="3009"/>
                    <a:pt x="7051" y="3315"/>
                  </a:cubicBezTo>
                  <a:cubicBezTo>
                    <a:pt x="7324" y="3076"/>
                    <a:pt x="7512" y="2727"/>
                    <a:pt x="7511" y="2364"/>
                  </a:cubicBezTo>
                  <a:cubicBezTo>
                    <a:pt x="7511" y="2001"/>
                    <a:pt x="7304" y="1634"/>
                    <a:pt x="6972" y="1486"/>
                  </a:cubicBezTo>
                  <a:cubicBezTo>
                    <a:pt x="6857" y="1434"/>
                    <a:pt x="6731" y="1408"/>
                    <a:pt x="6623" y="1344"/>
                  </a:cubicBezTo>
                  <a:cubicBezTo>
                    <a:pt x="6258" y="1132"/>
                    <a:pt x="6232" y="609"/>
                    <a:pt x="5955" y="291"/>
                  </a:cubicBezTo>
                  <a:cubicBezTo>
                    <a:pt x="5780" y="90"/>
                    <a:pt x="5525" y="1"/>
                    <a:pt x="52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7"/>
            <p:cNvSpPr/>
            <p:nvPr/>
          </p:nvSpPr>
          <p:spPr>
            <a:xfrm>
              <a:off x="2589832" y="3675692"/>
              <a:ext cx="505440" cy="783695"/>
            </a:xfrm>
            <a:custGeom>
              <a:rect b="b" l="l" r="r" t="t"/>
              <a:pathLst>
                <a:path extrusionOk="0" h="25903" w="16706">
                  <a:moveTo>
                    <a:pt x="11645" y="1"/>
                  </a:moveTo>
                  <a:cubicBezTo>
                    <a:pt x="11005" y="1"/>
                    <a:pt x="10506" y="259"/>
                    <a:pt x="10419" y="994"/>
                  </a:cubicBezTo>
                  <a:cubicBezTo>
                    <a:pt x="10282" y="2148"/>
                    <a:pt x="10235" y="3322"/>
                    <a:pt x="10184" y="4496"/>
                  </a:cubicBezTo>
                  <a:cubicBezTo>
                    <a:pt x="10137" y="5500"/>
                    <a:pt x="10090" y="6506"/>
                    <a:pt x="9979" y="7502"/>
                  </a:cubicBezTo>
                  <a:cubicBezTo>
                    <a:pt x="9812" y="9029"/>
                    <a:pt x="9638" y="10579"/>
                    <a:pt x="9067" y="12005"/>
                  </a:cubicBezTo>
                  <a:cubicBezTo>
                    <a:pt x="8415" y="13635"/>
                    <a:pt x="7287" y="15018"/>
                    <a:pt x="6172" y="16373"/>
                  </a:cubicBezTo>
                  <a:cubicBezTo>
                    <a:pt x="5145" y="17622"/>
                    <a:pt x="4116" y="18877"/>
                    <a:pt x="2973" y="20021"/>
                  </a:cubicBezTo>
                  <a:cubicBezTo>
                    <a:pt x="2136" y="20866"/>
                    <a:pt x="1237" y="21646"/>
                    <a:pt x="374" y="22463"/>
                  </a:cubicBezTo>
                  <a:cubicBezTo>
                    <a:pt x="194" y="22632"/>
                    <a:pt x="1" y="22847"/>
                    <a:pt x="42" y="23089"/>
                  </a:cubicBezTo>
                  <a:cubicBezTo>
                    <a:pt x="70" y="23258"/>
                    <a:pt x="205" y="23388"/>
                    <a:pt x="334" y="23502"/>
                  </a:cubicBezTo>
                  <a:cubicBezTo>
                    <a:pt x="1157" y="24242"/>
                    <a:pt x="1980" y="24981"/>
                    <a:pt x="2800" y="25718"/>
                  </a:cubicBezTo>
                  <a:cubicBezTo>
                    <a:pt x="2891" y="25801"/>
                    <a:pt x="2992" y="25884"/>
                    <a:pt x="3114" y="25900"/>
                  </a:cubicBezTo>
                  <a:cubicBezTo>
                    <a:pt x="3128" y="25902"/>
                    <a:pt x="3142" y="25903"/>
                    <a:pt x="3156" y="25903"/>
                  </a:cubicBezTo>
                  <a:cubicBezTo>
                    <a:pt x="3310" y="25903"/>
                    <a:pt x="3449" y="25792"/>
                    <a:pt x="3568" y="25686"/>
                  </a:cubicBezTo>
                  <a:cubicBezTo>
                    <a:pt x="7377" y="22331"/>
                    <a:pt x="11313" y="18794"/>
                    <a:pt x="13605" y="14338"/>
                  </a:cubicBezTo>
                  <a:cubicBezTo>
                    <a:pt x="13989" y="13594"/>
                    <a:pt x="14322" y="12824"/>
                    <a:pt x="14603" y="12036"/>
                  </a:cubicBezTo>
                  <a:cubicBezTo>
                    <a:pt x="15209" y="10320"/>
                    <a:pt x="15546" y="8523"/>
                    <a:pt x="16107" y="6791"/>
                  </a:cubicBezTo>
                  <a:cubicBezTo>
                    <a:pt x="16330" y="6107"/>
                    <a:pt x="16590" y="5422"/>
                    <a:pt x="16628" y="4701"/>
                  </a:cubicBezTo>
                  <a:cubicBezTo>
                    <a:pt x="16705" y="3256"/>
                    <a:pt x="15841" y="1863"/>
                    <a:pt x="14636" y="1061"/>
                  </a:cubicBezTo>
                  <a:cubicBezTo>
                    <a:pt x="13994" y="634"/>
                    <a:pt x="12648" y="1"/>
                    <a:pt x="11645" y="1"/>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7"/>
            <p:cNvSpPr/>
            <p:nvPr/>
          </p:nvSpPr>
          <p:spPr>
            <a:xfrm>
              <a:off x="2897959" y="3675692"/>
              <a:ext cx="197323" cy="433796"/>
            </a:xfrm>
            <a:custGeom>
              <a:rect b="b" l="l" r="r" t="t"/>
              <a:pathLst>
                <a:path extrusionOk="0" h="14338" w="6522">
                  <a:moveTo>
                    <a:pt x="1462" y="0"/>
                  </a:moveTo>
                  <a:cubicBezTo>
                    <a:pt x="822" y="0"/>
                    <a:pt x="322" y="259"/>
                    <a:pt x="236" y="994"/>
                  </a:cubicBezTo>
                  <a:cubicBezTo>
                    <a:pt x="98" y="2148"/>
                    <a:pt x="51" y="3321"/>
                    <a:pt x="0" y="4496"/>
                  </a:cubicBezTo>
                  <a:cubicBezTo>
                    <a:pt x="798" y="5716"/>
                    <a:pt x="1857" y="6850"/>
                    <a:pt x="2521" y="8154"/>
                  </a:cubicBezTo>
                  <a:cubicBezTo>
                    <a:pt x="3353" y="9794"/>
                    <a:pt x="3530" y="11719"/>
                    <a:pt x="3211" y="13529"/>
                  </a:cubicBezTo>
                  <a:cubicBezTo>
                    <a:pt x="3173" y="13733"/>
                    <a:pt x="3134" y="13954"/>
                    <a:pt x="3226" y="14140"/>
                  </a:cubicBezTo>
                  <a:cubicBezTo>
                    <a:pt x="3268" y="14225"/>
                    <a:pt x="3336" y="14295"/>
                    <a:pt x="3421" y="14338"/>
                  </a:cubicBezTo>
                  <a:cubicBezTo>
                    <a:pt x="3805" y="13594"/>
                    <a:pt x="4138" y="12824"/>
                    <a:pt x="4419" y="12036"/>
                  </a:cubicBezTo>
                  <a:cubicBezTo>
                    <a:pt x="5025" y="10320"/>
                    <a:pt x="5362" y="8523"/>
                    <a:pt x="5923" y="6791"/>
                  </a:cubicBezTo>
                  <a:cubicBezTo>
                    <a:pt x="6146" y="6107"/>
                    <a:pt x="6406" y="5422"/>
                    <a:pt x="6444" y="4701"/>
                  </a:cubicBezTo>
                  <a:cubicBezTo>
                    <a:pt x="6521" y="3256"/>
                    <a:pt x="5657" y="1863"/>
                    <a:pt x="4452" y="1061"/>
                  </a:cubicBezTo>
                  <a:cubicBezTo>
                    <a:pt x="3811" y="634"/>
                    <a:pt x="2464" y="0"/>
                    <a:pt x="1462" y="0"/>
                  </a:cubicBezTo>
                  <a:close/>
                </a:path>
              </a:pathLst>
            </a:custGeom>
            <a:solidFill>
              <a:srgbClr val="1C1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7"/>
            <p:cNvSpPr/>
            <p:nvPr/>
          </p:nvSpPr>
          <p:spPr>
            <a:xfrm>
              <a:off x="2879684" y="3542748"/>
              <a:ext cx="580170" cy="798097"/>
            </a:xfrm>
            <a:custGeom>
              <a:rect b="b" l="l" r="r" t="t"/>
              <a:pathLst>
                <a:path extrusionOk="0" h="26379" w="19176">
                  <a:moveTo>
                    <a:pt x="6900" y="1"/>
                  </a:moveTo>
                  <a:cubicBezTo>
                    <a:pt x="5792" y="1"/>
                    <a:pt x="4686" y="111"/>
                    <a:pt x="3597" y="330"/>
                  </a:cubicBezTo>
                  <a:cubicBezTo>
                    <a:pt x="2743" y="502"/>
                    <a:pt x="1181" y="630"/>
                    <a:pt x="622" y="1388"/>
                  </a:cubicBezTo>
                  <a:cubicBezTo>
                    <a:pt x="217" y="1936"/>
                    <a:pt x="40" y="2668"/>
                    <a:pt x="30" y="3458"/>
                  </a:cubicBezTo>
                  <a:cubicBezTo>
                    <a:pt x="1" y="5191"/>
                    <a:pt x="771" y="7196"/>
                    <a:pt x="1709" y="8138"/>
                  </a:cubicBezTo>
                  <a:cubicBezTo>
                    <a:pt x="2377" y="8810"/>
                    <a:pt x="3208" y="9253"/>
                    <a:pt x="4091" y="9608"/>
                  </a:cubicBezTo>
                  <a:cubicBezTo>
                    <a:pt x="4771" y="9880"/>
                    <a:pt x="5481" y="10106"/>
                    <a:pt x="6167" y="10342"/>
                  </a:cubicBezTo>
                  <a:cubicBezTo>
                    <a:pt x="8323" y="11089"/>
                    <a:pt x="10393" y="12062"/>
                    <a:pt x="12456" y="13034"/>
                  </a:cubicBezTo>
                  <a:cubicBezTo>
                    <a:pt x="12824" y="13208"/>
                    <a:pt x="13194" y="13385"/>
                    <a:pt x="13490" y="13663"/>
                  </a:cubicBezTo>
                  <a:cubicBezTo>
                    <a:pt x="14296" y="14425"/>
                    <a:pt x="14292" y="15686"/>
                    <a:pt x="14231" y="16797"/>
                  </a:cubicBezTo>
                  <a:cubicBezTo>
                    <a:pt x="14071" y="19720"/>
                    <a:pt x="13912" y="22645"/>
                    <a:pt x="13753" y="25574"/>
                  </a:cubicBezTo>
                  <a:cubicBezTo>
                    <a:pt x="13742" y="25762"/>
                    <a:pt x="13735" y="25970"/>
                    <a:pt x="13845" y="26126"/>
                  </a:cubicBezTo>
                  <a:cubicBezTo>
                    <a:pt x="13998" y="26346"/>
                    <a:pt x="14307" y="26373"/>
                    <a:pt x="14578" y="26375"/>
                  </a:cubicBezTo>
                  <a:cubicBezTo>
                    <a:pt x="14738" y="26377"/>
                    <a:pt x="14897" y="26378"/>
                    <a:pt x="15057" y="26378"/>
                  </a:cubicBezTo>
                  <a:cubicBezTo>
                    <a:pt x="16068" y="26378"/>
                    <a:pt x="17078" y="26340"/>
                    <a:pt x="18088" y="26264"/>
                  </a:cubicBezTo>
                  <a:cubicBezTo>
                    <a:pt x="18630" y="21877"/>
                    <a:pt x="19176" y="17446"/>
                    <a:pt x="18726" y="13050"/>
                  </a:cubicBezTo>
                  <a:cubicBezTo>
                    <a:pt x="18674" y="12543"/>
                    <a:pt x="18604" y="12021"/>
                    <a:pt x="18356" y="11573"/>
                  </a:cubicBezTo>
                  <a:cubicBezTo>
                    <a:pt x="18160" y="11218"/>
                    <a:pt x="17865" y="10927"/>
                    <a:pt x="17572" y="10647"/>
                  </a:cubicBezTo>
                  <a:cubicBezTo>
                    <a:pt x="15644" y="8778"/>
                    <a:pt x="13713" y="6912"/>
                    <a:pt x="11780" y="5046"/>
                  </a:cubicBezTo>
                  <a:cubicBezTo>
                    <a:pt x="10800" y="4094"/>
                    <a:pt x="9768" y="3060"/>
                    <a:pt x="9319" y="1797"/>
                  </a:cubicBezTo>
                  <a:cubicBezTo>
                    <a:pt x="9286" y="1700"/>
                    <a:pt x="9252" y="1603"/>
                    <a:pt x="9226" y="1503"/>
                  </a:cubicBezTo>
                  <a:cubicBezTo>
                    <a:pt x="9178" y="1346"/>
                    <a:pt x="9142" y="1186"/>
                    <a:pt x="9118" y="1023"/>
                  </a:cubicBezTo>
                  <a:cubicBezTo>
                    <a:pt x="9081" y="771"/>
                    <a:pt x="9059" y="493"/>
                    <a:pt x="8888" y="306"/>
                  </a:cubicBezTo>
                  <a:cubicBezTo>
                    <a:pt x="8704" y="107"/>
                    <a:pt x="8412" y="68"/>
                    <a:pt x="8146" y="47"/>
                  </a:cubicBezTo>
                  <a:cubicBezTo>
                    <a:pt x="7731" y="16"/>
                    <a:pt x="7315" y="1"/>
                    <a:pt x="6900" y="1"/>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7"/>
            <p:cNvSpPr/>
            <p:nvPr/>
          </p:nvSpPr>
          <p:spPr>
            <a:xfrm>
              <a:off x="2880531" y="3542748"/>
              <a:ext cx="281129" cy="104622"/>
            </a:xfrm>
            <a:custGeom>
              <a:rect b="b" l="l" r="r" t="t"/>
              <a:pathLst>
                <a:path extrusionOk="0" h="3458" w="9292">
                  <a:moveTo>
                    <a:pt x="6872" y="1"/>
                  </a:moveTo>
                  <a:cubicBezTo>
                    <a:pt x="5763" y="1"/>
                    <a:pt x="4657" y="111"/>
                    <a:pt x="3569" y="330"/>
                  </a:cubicBezTo>
                  <a:cubicBezTo>
                    <a:pt x="2715" y="502"/>
                    <a:pt x="1153" y="630"/>
                    <a:pt x="592" y="1388"/>
                  </a:cubicBezTo>
                  <a:cubicBezTo>
                    <a:pt x="188" y="1936"/>
                    <a:pt x="12" y="2668"/>
                    <a:pt x="1" y="3458"/>
                  </a:cubicBezTo>
                  <a:cubicBezTo>
                    <a:pt x="261" y="3088"/>
                    <a:pt x="600" y="2781"/>
                    <a:pt x="993" y="2557"/>
                  </a:cubicBezTo>
                  <a:cubicBezTo>
                    <a:pt x="1659" y="2173"/>
                    <a:pt x="2423" y="2005"/>
                    <a:pt x="3196" y="2005"/>
                  </a:cubicBezTo>
                  <a:cubicBezTo>
                    <a:pt x="3719" y="2005"/>
                    <a:pt x="4247" y="2083"/>
                    <a:pt x="4750" y="2222"/>
                  </a:cubicBezTo>
                  <a:cubicBezTo>
                    <a:pt x="5265" y="2366"/>
                    <a:pt x="5761" y="2572"/>
                    <a:pt x="6287" y="2659"/>
                  </a:cubicBezTo>
                  <a:cubicBezTo>
                    <a:pt x="6479" y="2692"/>
                    <a:pt x="6673" y="2708"/>
                    <a:pt x="6866" y="2708"/>
                  </a:cubicBezTo>
                  <a:cubicBezTo>
                    <a:pt x="7747" y="2708"/>
                    <a:pt x="8627" y="2376"/>
                    <a:pt x="9291" y="1797"/>
                  </a:cubicBezTo>
                  <a:cubicBezTo>
                    <a:pt x="9258" y="1701"/>
                    <a:pt x="9224" y="1603"/>
                    <a:pt x="9197" y="1503"/>
                  </a:cubicBezTo>
                  <a:cubicBezTo>
                    <a:pt x="9150" y="1346"/>
                    <a:pt x="9113" y="1186"/>
                    <a:pt x="9090" y="1023"/>
                  </a:cubicBezTo>
                  <a:cubicBezTo>
                    <a:pt x="9053" y="771"/>
                    <a:pt x="9030" y="493"/>
                    <a:pt x="8859" y="306"/>
                  </a:cubicBezTo>
                  <a:cubicBezTo>
                    <a:pt x="8676" y="107"/>
                    <a:pt x="8383" y="68"/>
                    <a:pt x="8118" y="47"/>
                  </a:cubicBezTo>
                  <a:cubicBezTo>
                    <a:pt x="7703" y="16"/>
                    <a:pt x="7287" y="1"/>
                    <a:pt x="6872" y="1"/>
                  </a:cubicBezTo>
                  <a:close/>
                </a:path>
              </a:pathLst>
            </a:custGeom>
            <a:solidFill>
              <a:srgbClr val="1C1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7"/>
            <p:cNvSpPr/>
            <p:nvPr/>
          </p:nvSpPr>
          <p:spPr>
            <a:xfrm>
              <a:off x="2568048" y="3011182"/>
              <a:ext cx="685064" cy="655656"/>
            </a:xfrm>
            <a:custGeom>
              <a:rect b="b" l="l" r="r" t="t"/>
              <a:pathLst>
                <a:path extrusionOk="0" h="21671" w="22643">
                  <a:moveTo>
                    <a:pt x="15144" y="1"/>
                  </a:moveTo>
                  <a:cubicBezTo>
                    <a:pt x="14199" y="1"/>
                    <a:pt x="13395" y="706"/>
                    <a:pt x="12667" y="1328"/>
                  </a:cubicBezTo>
                  <a:cubicBezTo>
                    <a:pt x="8552" y="4843"/>
                    <a:pt x="3277" y="7073"/>
                    <a:pt x="0" y="11380"/>
                  </a:cubicBezTo>
                  <a:cubicBezTo>
                    <a:pt x="786" y="12214"/>
                    <a:pt x="1631" y="12992"/>
                    <a:pt x="2526" y="13707"/>
                  </a:cubicBezTo>
                  <a:cubicBezTo>
                    <a:pt x="2595" y="13762"/>
                    <a:pt x="2670" y="13818"/>
                    <a:pt x="2757" y="13824"/>
                  </a:cubicBezTo>
                  <a:cubicBezTo>
                    <a:pt x="2762" y="13825"/>
                    <a:pt x="2767" y="13825"/>
                    <a:pt x="2772" y="13825"/>
                  </a:cubicBezTo>
                  <a:cubicBezTo>
                    <a:pt x="2906" y="13825"/>
                    <a:pt x="3012" y="13705"/>
                    <a:pt x="3096" y="13598"/>
                  </a:cubicBezTo>
                  <a:cubicBezTo>
                    <a:pt x="5251" y="10880"/>
                    <a:pt x="8291" y="8876"/>
                    <a:pt x="11637" y="7967"/>
                  </a:cubicBezTo>
                  <a:lnTo>
                    <a:pt x="11637" y="7967"/>
                  </a:lnTo>
                  <a:cubicBezTo>
                    <a:pt x="10969" y="9907"/>
                    <a:pt x="10294" y="11867"/>
                    <a:pt x="10103" y="13909"/>
                  </a:cubicBezTo>
                  <a:cubicBezTo>
                    <a:pt x="10010" y="14910"/>
                    <a:pt x="10034" y="15924"/>
                    <a:pt x="9867" y="16915"/>
                  </a:cubicBezTo>
                  <a:cubicBezTo>
                    <a:pt x="9599" y="18511"/>
                    <a:pt x="8839" y="20063"/>
                    <a:pt x="9028" y="21670"/>
                  </a:cubicBezTo>
                  <a:cubicBezTo>
                    <a:pt x="9960" y="20342"/>
                    <a:pt x="11200" y="19134"/>
                    <a:pt x="12765" y="18709"/>
                  </a:cubicBezTo>
                  <a:cubicBezTo>
                    <a:pt x="13276" y="18570"/>
                    <a:pt x="13798" y="18520"/>
                    <a:pt x="14326" y="18520"/>
                  </a:cubicBezTo>
                  <a:cubicBezTo>
                    <a:pt x="15708" y="18520"/>
                    <a:pt x="17130" y="18864"/>
                    <a:pt x="18505" y="18864"/>
                  </a:cubicBezTo>
                  <a:cubicBezTo>
                    <a:pt x="19110" y="18864"/>
                    <a:pt x="19705" y="18798"/>
                    <a:pt x="20284" y="18606"/>
                  </a:cubicBezTo>
                  <a:cubicBezTo>
                    <a:pt x="21146" y="18321"/>
                    <a:pt x="21999" y="17584"/>
                    <a:pt x="21908" y="16681"/>
                  </a:cubicBezTo>
                  <a:cubicBezTo>
                    <a:pt x="21879" y="16400"/>
                    <a:pt x="21763" y="16138"/>
                    <a:pt x="21668" y="15873"/>
                  </a:cubicBezTo>
                  <a:cubicBezTo>
                    <a:pt x="20502" y="12620"/>
                    <a:pt x="22642" y="8938"/>
                    <a:pt x="21720" y="5607"/>
                  </a:cubicBezTo>
                  <a:cubicBezTo>
                    <a:pt x="21527" y="4912"/>
                    <a:pt x="21206" y="4260"/>
                    <a:pt x="20886" y="3613"/>
                  </a:cubicBezTo>
                  <a:cubicBezTo>
                    <a:pt x="20543" y="2918"/>
                    <a:pt x="20190" y="1599"/>
                    <a:pt x="19629" y="1074"/>
                  </a:cubicBezTo>
                  <a:cubicBezTo>
                    <a:pt x="19398" y="856"/>
                    <a:pt x="19062" y="814"/>
                    <a:pt x="18698" y="814"/>
                  </a:cubicBezTo>
                  <a:cubicBezTo>
                    <a:pt x="18466" y="814"/>
                    <a:pt x="18222" y="831"/>
                    <a:pt x="17987" y="831"/>
                  </a:cubicBezTo>
                  <a:cubicBezTo>
                    <a:pt x="17780" y="831"/>
                    <a:pt x="17580" y="818"/>
                    <a:pt x="17401" y="767"/>
                  </a:cubicBezTo>
                  <a:cubicBezTo>
                    <a:pt x="16668" y="560"/>
                    <a:pt x="16019" y="49"/>
                    <a:pt x="15258" y="4"/>
                  </a:cubicBezTo>
                  <a:cubicBezTo>
                    <a:pt x="15220" y="2"/>
                    <a:pt x="15182" y="1"/>
                    <a:pt x="15144" y="1"/>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7"/>
            <p:cNvSpPr/>
            <p:nvPr/>
          </p:nvSpPr>
          <p:spPr>
            <a:xfrm>
              <a:off x="3205238" y="3163006"/>
              <a:ext cx="268513" cy="382907"/>
            </a:xfrm>
            <a:custGeom>
              <a:rect b="b" l="l" r="r" t="t"/>
              <a:pathLst>
                <a:path extrusionOk="0" h="12656" w="8875">
                  <a:moveTo>
                    <a:pt x="2081" y="1"/>
                  </a:moveTo>
                  <a:cubicBezTo>
                    <a:pt x="1770" y="1"/>
                    <a:pt x="1592" y="619"/>
                    <a:pt x="1586" y="951"/>
                  </a:cubicBezTo>
                  <a:cubicBezTo>
                    <a:pt x="1578" y="1343"/>
                    <a:pt x="1671" y="1729"/>
                    <a:pt x="1725" y="2116"/>
                  </a:cubicBezTo>
                  <a:cubicBezTo>
                    <a:pt x="2189" y="5380"/>
                    <a:pt x="0" y="8674"/>
                    <a:pt x="787" y="11875"/>
                  </a:cubicBezTo>
                  <a:cubicBezTo>
                    <a:pt x="814" y="11986"/>
                    <a:pt x="847" y="12098"/>
                    <a:pt x="923" y="12182"/>
                  </a:cubicBezTo>
                  <a:cubicBezTo>
                    <a:pt x="1002" y="12270"/>
                    <a:pt x="1117" y="12313"/>
                    <a:pt x="1228" y="12349"/>
                  </a:cubicBezTo>
                  <a:cubicBezTo>
                    <a:pt x="2148" y="12648"/>
                    <a:pt x="3134" y="12651"/>
                    <a:pt x="4100" y="12652"/>
                  </a:cubicBezTo>
                  <a:lnTo>
                    <a:pt x="8354" y="12656"/>
                  </a:lnTo>
                  <a:cubicBezTo>
                    <a:pt x="8483" y="12656"/>
                    <a:pt x="8627" y="12648"/>
                    <a:pt x="8711" y="12551"/>
                  </a:cubicBezTo>
                  <a:cubicBezTo>
                    <a:pt x="8770" y="12482"/>
                    <a:pt x="8781" y="12384"/>
                    <a:pt x="8789" y="12294"/>
                  </a:cubicBezTo>
                  <a:cubicBezTo>
                    <a:pt x="8856" y="11515"/>
                    <a:pt x="8874" y="10733"/>
                    <a:pt x="8842" y="9953"/>
                  </a:cubicBezTo>
                  <a:cubicBezTo>
                    <a:pt x="8837" y="9838"/>
                    <a:pt x="8825" y="9712"/>
                    <a:pt x="8740" y="9635"/>
                  </a:cubicBezTo>
                  <a:cubicBezTo>
                    <a:pt x="8677" y="9577"/>
                    <a:pt x="8587" y="9563"/>
                    <a:pt x="8503" y="9553"/>
                  </a:cubicBezTo>
                  <a:cubicBezTo>
                    <a:pt x="8150" y="9507"/>
                    <a:pt x="7794" y="9484"/>
                    <a:pt x="7439" y="9484"/>
                  </a:cubicBezTo>
                  <a:cubicBezTo>
                    <a:pt x="6850" y="9484"/>
                    <a:pt x="6263" y="9547"/>
                    <a:pt x="5686" y="9673"/>
                  </a:cubicBezTo>
                  <a:cubicBezTo>
                    <a:pt x="5242" y="9770"/>
                    <a:pt x="4787" y="9903"/>
                    <a:pt x="4339" y="9903"/>
                  </a:cubicBezTo>
                  <a:cubicBezTo>
                    <a:pt x="4192" y="9903"/>
                    <a:pt x="4046" y="9889"/>
                    <a:pt x="3901" y="9854"/>
                  </a:cubicBezTo>
                  <a:cubicBezTo>
                    <a:pt x="3214" y="9689"/>
                    <a:pt x="2720" y="9107"/>
                    <a:pt x="2275" y="8559"/>
                  </a:cubicBezTo>
                  <a:cubicBezTo>
                    <a:pt x="2113" y="8359"/>
                    <a:pt x="1945" y="8147"/>
                    <a:pt x="1902" y="7894"/>
                  </a:cubicBezTo>
                  <a:cubicBezTo>
                    <a:pt x="1848" y="7588"/>
                    <a:pt x="1983" y="7286"/>
                    <a:pt x="2107" y="7001"/>
                  </a:cubicBezTo>
                  <a:cubicBezTo>
                    <a:pt x="2661" y="5731"/>
                    <a:pt x="3055" y="4329"/>
                    <a:pt x="2813" y="2965"/>
                  </a:cubicBezTo>
                  <a:cubicBezTo>
                    <a:pt x="2749" y="2601"/>
                    <a:pt x="2639" y="2245"/>
                    <a:pt x="2603" y="1877"/>
                  </a:cubicBezTo>
                  <a:cubicBezTo>
                    <a:pt x="2558" y="1422"/>
                    <a:pt x="2715" y="556"/>
                    <a:pt x="2388" y="183"/>
                  </a:cubicBezTo>
                  <a:cubicBezTo>
                    <a:pt x="2275" y="54"/>
                    <a:pt x="2172" y="1"/>
                    <a:pt x="2081" y="1"/>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7"/>
            <p:cNvSpPr/>
            <p:nvPr/>
          </p:nvSpPr>
          <p:spPr>
            <a:xfrm>
              <a:off x="2508262" y="3371348"/>
              <a:ext cx="144498" cy="158173"/>
            </a:xfrm>
            <a:custGeom>
              <a:rect b="b" l="l" r="r" t="t"/>
              <a:pathLst>
                <a:path extrusionOk="0" h="5228" w="4776">
                  <a:moveTo>
                    <a:pt x="1884" y="1"/>
                  </a:moveTo>
                  <a:cubicBezTo>
                    <a:pt x="1731" y="1"/>
                    <a:pt x="1598" y="24"/>
                    <a:pt x="1510" y="90"/>
                  </a:cubicBezTo>
                  <a:cubicBezTo>
                    <a:pt x="1371" y="194"/>
                    <a:pt x="1251" y="517"/>
                    <a:pt x="1154" y="664"/>
                  </a:cubicBezTo>
                  <a:cubicBezTo>
                    <a:pt x="996" y="903"/>
                    <a:pt x="834" y="1138"/>
                    <a:pt x="667" y="1370"/>
                  </a:cubicBezTo>
                  <a:cubicBezTo>
                    <a:pt x="504" y="1593"/>
                    <a:pt x="338" y="1816"/>
                    <a:pt x="224" y="2065"/>
                  </a:cubicBezTo>
                  <a:cubicBezTo>
                    <a:pt x="0" y="2560"/>
                    <a:pt x="2" y="3124"/>
                    <a:pt x="9" y="3668"/>
                  </a:cubicBezTo>
                  <a:cubicBezTo>
                    <a:pt x="12" y="3859"/>
                    <a:pt x="45" y="4095"/>
                    <a:pt x="225" y="4157"/>
                  </a:cubicBezTo>
                  <a:cubicBezTo>
                    <a:pt x="279" y="4177"/>
                    <a:pt x="344" y="4177"/>
                    <a:pt x="386" y="4215"/>
                  </a:cubicBezTo>
                  <a:cubicBezTo>
                    <a:pt x="483" y="4303"/>
                    <a:pt x="368" y="4470"/>
                    <a:pt x="410" y="4594"/>
                  </a:cubicBezTo>
                  <a:cubicBezTo>
                    <a:pt x="473" y="4783"/>
                    <a:pt x="812" y="4719"/>
                    <a:pt x="895" y="4901"/>
                  </a:cubicBezTo>
                  <a:cubicBezTo>
                    <a:pt x="933" y="4984"/>
                    <a:pt x="900" y="5089"/>
                    <a:pt x="951" y="5164"/>
                  </a:cubicBezTo>
                  <a:cubicBezTo>
                    <a:pt x="983" y="5210"/>
                    <a:pt x="1034" y="5227"/>
                    <a:pt x="1090" y="5227"/>
                  </a:cubicBezTo>
                  <a:cubicBezTo>
                    <a:pt x="1144" y="5227"/>
                    <a:pt x="1202" y="5211"/>
                    <a:pt x="1250" y="5187"/>
                  </a:cubicBezTo>
                  <a:cubicBezTo>
                    <a:pt x="1339" y="5144"/>
                    <a:pt x="1429" y="5082"/>
                    <a:pt x="1525" y="5082"/>
                  </a:cubicBezTo>
                  <a:cubicBezTo>
                    <a:pt x="1535" y="5082"/>
                    <a:pt x="1545" y="5082"/>
                    <a:pt x="1555" y="5084"/>
                  </a:cubicBezTo>
                  <a:cubicBezTo>
                    <a:pt x="1615" y="5091"/>
                    <a:pt x="1672" y="5127"/>
                    <a:pt x="1733" y="5127"/>
                  </a:cubicBezTo>
                  <a:cubicBezTo>
                    <a:pt x="1735" y="5127"/>
                    <a:pt x="1737" y="5127"/>
                    <a:pt x="1739" y="5127"/>
                  </a:cubicBezTo>
                  <a:cubicBezTo>
                    <a:pt x="1863" y="5123"/>
                    <a:pt x="1926" y="4978"/>
                    <a:pt x="1964" y="4858"/>
                  </a:cubicBezTo>
                  <a:cubicBezTo>
                    <a:pt x="2266" y="3920"/>
                    <a:pt x="2825" y="3084"/>
                    <a:pt x="3577" y="2445"/>
                  </a:cubicBezTo>
                  <a:cubicBezTo>
                    <a:pt x="3632" y="2399"/>
                    <a:pt x="3709" y="2354"/>
                    <a:pt x="3776" y="2354"/>
                  </a:cubicBezTo>
                  <a:cubicBezTo>
                    <a:pt x="3806" y="2354"/>
                    <a:pt x="3835" y="2363"/>
                    <a:pt x="3859" y="2387"/>
                  </a:cubicBezTo>
                  <a:cubicBezTo>
                    <a:pt x="3891" y="2420"/>
                    <a:pt x="3899" y="2468"/>
                    <a:pt x="3905" y="2513"/>
                  </a:cubicBezTo>
                  <a:cubicBezTo>
                    <a:pt x="3926" y="2721"/>
                    <a:pt x="3905" y="2930"/>
                    <a:pt x="3839" y="3128"/>
                  </a:cubicBezTo>
                  <a:cubicBezTo>
                    <a:pt x="3783" y="3297"/>
                    <a:pt x="3696" y="3461"/>
                    <a:pt x="3692" y="3639"/>
                  </a:cubicBezTo>
                  <a:cubicBezTo>
                    <a:pt x="3689" y="3813"/>
                    <a:pt x="3811" y="4007"/>
                    <a:pt x="3982" y="4007"/>
                  </a:cubicBezTo>
                  <a:cubicBezTo>
                    <a:pt x="3986" y="4007"/>
                    <a:pt x="3990" y="4007"/>
                    <a:pt x="3994" y="4007"/>
                  </a:cubicBezTo>
                  <a:cubicBezTo>
                    <a:pt x="4140" y="3999"/>
                    <a:pt x="4241" y="3861"/>
                    <a:pt x="4310" y="3731"/>
                  </a:cubicBezTo>
                  <a:cubicBezTo>
                    <a:pt x="4550" y="3267"/>
                    <a:pt x="4640" y="2743"/>
                    <a:pt x="4726" y="2227"/>
                  </a:cubicBezTo>
                  <a:cubicBezTo>
                    <a:pt x="4752" y="2078"/>
                    <a:pt x="4776" y="1924"/>
                    <a:pt x="4739" y="1777"/>
                  </a:cubicBezTo>
                  <a:cubicBezTo>
                    <a:pt x="4701" y="1626"/>
                    <a:pt x="4602" y="1500"/>
                    <a:pt x="4504" y="1378"/>
                  </a:cubicBezTo>
                  <a:cubicBezTo>
                    <a:pt x="4330" y="1161"/>
                    <a:pt x="4153" y="945"/>
                    <a:pt x="3975" y="730"/>
                  </a:cubicBezTo>
                  <a:cubicBezTo>
                    <a:pt x="3823" y="548"/>
                    <a:pt x="3663" y="361"/>
                    <a:pt x="3447" y="261"/>
                  </a:cubicBezTo>
                  <a:cubicBezTo>
                    <a:pt x="3283" y="185"/>
                    <a:pt x="3099" y="166"/>
                    <a:pt x="2918" y="146"/>
                  </a:cubicBezTo>
                  <a:cubicBezTo>
                    <a:pt x="2678" y="121"/>
                    <a:pt x="2231" y="1"/>
                    <a:pt x="1884"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7"/>
            <p:cNvSpPr/>
            <p:nvPr/>
          </p:nvSpPr>
          <p:spPr>
            <a:xfrm>
              <a:off x="3156405" y="3040530"/>
              <a:ext cx="90493" cy="127464"/>
            </a:xfrm>
            <a:custGeom>
              <a:rect b="b" l="l" r="r" t="t"/>
              <a:pathLst>
                <a:path extrusionOk="0" h="4213" w="2991">
                  <a:moveTo>
                    <a:pt x="138" y="1"/>
                  </a:moveTo>
                  <a:cubicBezTo>
                    <a:pt x="88" y="1"/>
                    <a:pt x="41" y="14"/>
                    <a:pt x="1" y="44"/>
                  </a:cubicBezTo>
                  <a:cubicBezTo>
                    <a:pt x="137" y="259"/>
                    <a:pt x="312" y="436"/>
                    <a:pt x="396" y="684"/>
                  </a:cubicBezTo>
                  <a:cubicBezTo>
                    <a:pt x="434" y="799"/>
                    <a:pt x="455" y="920"/>
                    <a:pt x="495" y="1033"/>
                  </a:cubicBezTo>
                  <a:cubicBezTo>
                    <a:pt x="551" y="1189"/>
                    <a:pt x="645" y="1326"/>
                    <a:pt x="730" y="1469"/>
                  </a:cubicBezTo>
                  <a:cubicBezTo>
                    <a:pt x="906" y="1763"/>
                    <a:pt x="1048" y="2077"/>
                    <a:pt x="1185" y="2392"/>
                  </a:cubicBezTo>
                  <a:cubicBezTo>
                    <a:pt x="1452" y="2996"/>
                    <a:pt x="1712" y="3603"/>
                    <a:pt x="1964" y="4213"/>
                  </a:cubicBezTo>
                  <a:cubicBezTo>
                    <a:pt x="2248" y="3962"/>
                    <a:pt x="2522" y="3700"/>
                    <a:pt x="2783" y="3427"/>
                  </a:cubicBezTo>
                  <a:cubicBezTo>
                    <a:pt x="2884" y="3319"/>
                    <a:pt x="2991" y="3194"/>
                    <a:pt x="2984" y="3047"/>
                  </a:cubicBezTo>
                  <a:cubicBezTo>
                    <a:pt x="2980" y="2978"/>
                    <a:pt x="2952" y="2912"/>
                    <a:pt x="2922" y="2850"/>
                  </a:cubicBezTo>
                  <a:cubicBezTo>
                    <a:pt x="2451" y="1858"/>
                    <a:pt x="1612" y="1099"/>
                    <a:pt x="790" y="372"/>
                  </a:cubicBezTo>
                  <a:cubicBezTo>
                    <a:pt x="662" y="259"/>
                    <a:pt x="364" y="1"/>
                    <a:pt x="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7"/>
            <p:cNvSpPr/>
            <p:nvPr/>
          </p:nvSpPr>
          <p:spPr>
            <a:xfrm>
              <a:off x="3241303" y="3111450"/>
              <a:ext cx="27502" cy="55760"/>
            </a:xfrm>
            <a:custGeom>
              <a:rect b="b" l="l" r="r" t="t"/>
              <a:pathLst>
                <a:path extrusionOk="0" h="1843" w="909">
                  <a:moveTo>
                    <a:pt x="400" y="1"/>
                  </a:moveTo>
                  <a:lnTo>
                    <a:pt x="400" y="1"/>
                  </a:lnTo>
                  <a:cubicBezTo>
                    <a:pt x="274" y="156"/>
                    <a:pt x="123" y="353"/>
                    <a:pt x="59" y="544"/>
                  </a:cubicBezTo>
                  <a:cubicBezTo>
                    <a:pt x="1" y="722"/>
                    <a:pt x="160" y="913"/>
                    <a:pt x="213" y="1076"/>
                  </a:cubicBezTo>
                  <a:cubicBezTo>
                    <a:pt x="274" y="1263"/>
                    <a:pt x="248" y="1470"/>
                    <a:pt x="311" y="1656"/>
                  </a:cubicBezTo>
                  <a:cubicBezTo>
                    <a:pt x="314" y="1674"/>
                    <a:pt x="324" y="1689"/>
                    <a:pt x="336" y="1701"/>
                  </a:cubicBezTo>
                  <a:cubicBezTo>
                    <a:pt x="347" y="1709"/>
                    <a:pt x="358" y="1715"/>
                    <a:pt x="371" y="1718"/>
                  </a:cubicBezTo>
                  <a:cubicBezTo>
                    <a:pt x="545" y="1777"/>
                    <a:pt x="726" y="1818"/>
                    <a:pt x="909" y="1843"/>
                  </a:cubicBezTo>
                  <a:cubicBezTo>
                    <a:pt x="879" y="1522"/>
                    <a:pt x="738" y="1225"/>
                    <a:pt x="614" y="930"/>
                  </a:cubicBezTo>
                  <a:cubicBezTo>
                    <a:pt x="489" y="635"/>
                    <a:pt x="374" y="321"/>
                    <a:pt x="4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7"/>
            <p:cNvSpPr/>
            <p:nvPr/>
          </p:nvSpPr>
          <p:spPr>
            <a:xfrm>
              <a:off x="3221001" y="3136593"/>
              <a:ext cx="39634" cy="41510"/>
            </a:xfrm>
            <a:custGeom>
              <a:rect b="b" l="l" r="r" t="t"/>
              <a:pathLst>
                <a:path extrusionOk="0" h="1372" w="1310">
                  <a:moveTo>
                    <a:pt x="771" y="0"/>
                  </a:moveTo>
                  <a:cubicBezTo>
                    <a:pt x="644" y="0"/>
                    <a:pt x="504" y="311"/>
                    <a:pt x="430" y="394"/>
                  </a:cubicBezTo>
                  <a:cubicBezTo>
                    <a:pt x="310" y="533"/>
                    <a:pt x="191" y="675"/>
                    <a:pt x="75" y="818"/>
                  </a:cubicBezTo>
                  <a:cubicBezTo>
                    <a:pt x="39" y="863"/>
                    <a:pt x="1" y="923"/>
                    <a:pt x="25" y="976"/>
                  </a:cubicBezTo>
                  <a:cubicBezTo>
                    <a:pt x="37" y="1002"/>
                    <a:pt x="63" y="1021"/>
                    <a:pt x="88" y="1037"/>
                  </a:cubicBezTo>
                  <a:lnTo>
                    <a:pt x="494" y="1303"/>
                  </a:lnTo>
                  <a:cubicBezTo>
                    <a:pt x="543" y="1336"/>
                    <a:pt x="599" y="1371"/>
                    <a:pt x="660" y="1371"/>
                  </a:cubicBezTo>
                  <a:cubicBezTo>
                    <a:pt x="661" y="1371"/>
                    <a:pt x="662" y="1371"/>
                    <a:pt x="663" y="1371"/>
                  </a:cubicBezTo>
                  <a:cubicBezTo>
                    <a:pt x="732" y="1370"/>
                    <a:pt x="791" y="1323"/>
                    <a:pt x="844" y="1279"/>
                  </a:cubicBezTo>
                  <a:lnTo>
                    <a:pt x="1250" y="944"/>
                  </a:lnTo>
                  <a:cubicBezTo>
                    <a:pt x="1277" y="920"/>
                    <a:pt x="1308" y="892"/>
                    <a:pt x="1310" y="855"/>
                  </a:cubicBezTo>
                  <a:cubicBezTo>
                    <a:pt x="1308" y="837"/>
                    <a:pt x="1304" y="818"/>
                    <a:pt x="1295" y="802"/>
                  </a:cubicBezTo>
                  <a:cubicBezTo>
                    <a:pt x="1220" y="636"/>
                    <a:pt x="987" y="5"/>
                    <a:pt x="773" y="0"/>
                  </a:cubicBezTo>
                  <a:cubicBezTo>
                    <a:pt x="772" y="0"/>
                    <a:pt x="771" y="0"/>
                    <a:pt x="771"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7"/>
            <p:cNvSpPr/>
            <p:nvPr/>
          </p:nvSpPr>
          <p:spPr>
            <a:xfrm>
              <a:off x="3205117" y="3163066"/>
              <a:ext cx="66985" cy="290448"/>
            </a:xfrm>
            <a:custGeom>
              <a:rect b="b" l="l" r="r" t="t"/>
              <a:pathLst>
                <a:path extrusionOk="0" h="9600" w="2214">
                  <a:moveTo>
                    <a:pt x="1421" y="0"/>
                  </a:moveTo>
                  <a:cubicBezTo>
                    <a:pt x="1394" y="0"/>
                    <a:pt x="1369" y="15"/>
                    <a:pt x="1347" y="31"/>
                  </a:cubicBezTo>
                  <a:cubicBezTo>
                    <a:pt x="1275" y="78"/>
                    <a:pt x="1099" y="174"/>
                    <a:pt x="1084" y="265"/>
                  </a:cubicBezTo>
                  <a:cubicBezTo>
                    <a:pt x="1068" y="361"/>
                    <a:pt x="1173" y="543"/>
                    <a:pt x="1197" y="640"/>
                  </a:cubicBezTo>
                  <a:cubicBezTo>
                    <a:pt x="1268" y="918"/>
                    <a:pt x="1297" y="1209"/>
                    <a:pt x="1254" y="1494"/>
                  </a:cubicBezTo>
                  <a:cubicBezTo>
                    <a:pt x="1190" y="1910"/>
                    <a:pt x="980" y="2286"/>
                    <a:pt x="813" y="2674"/>
                  </a:cubicBezTo>
                  <a:cubicBezTo>
                    <a:pt x="457" y="3501"/>
                    <a:pt x="298" y="4399"/>
                    <a:pt x="186" y="5293"/>
                  </a:cubicBezTo>
                  <a:cubicBezTo>
                    <a:pt x="71" y="6201"/>
                    <a:pt x="1" y="7118"/>
                    <a:pt x="28" y="8034"/>
                  </a:cubicBezTo>
                  <a:cubicBezTo>
                    <a:pt x="38" y="8353"/>
                    <a:pt x="61" y="8678"/>
                    <a:pt x="183" y="8971"/>
                  </a:cubicBezTo>
                  <a:cubicBezTo>
                    <a:pt x="306" y="9265"/>
                    <a:pt x="546" y="9527"/>
                    <a:pt x="857" y="9599"/>
                  </a:cubicBezTo>
                  <a:cubicBezTo>
                    <a:pt x="795" y="9252"/>
                    <a:pt x="797" y="8897"/>
                    <a:pt x="862" y="8551"/>
                  </a:cubicBezTo>
                  <a:cubicBezTo>
                    <a:pt x="974" y="7962"/>
                    <a:pt x="1265" y="7423"/>
                    <a:pt x="1448" y="6852"/>
                  </a:cubicBezTo>
                  <a:cubicBezTo>
                    <a:pt x="1577" y="6449"/>
                    <a:pt x="1654" y="6029"/>
                    <a:pt x="1729" y="5612"/>
                  </a:cubicBezTo>
                  <a:cubicBezTo>
                    <a:pt x="1883" y="4764"/>
                    <a:pt x="2036" y="3915"/>
                    <a:pt x="2142" y="3059"/>
                  </a:cubicBezTo>
                  <a:cubicBezTo>
                    <a:pt x="2182" y="2752"/>
                    <a:pt x="2214" y="2439"/>
                    <a:pt x="2162" y="2135"/>
                  </a:cubicBezTo>
                  <a:cubicBezTo>
                    <a:pt x="2118" y="1879"/>
                    <a:pt x="2017" y="1635"/>
                    <a:pt x="1959" y="1382"/>
                  </a:cubicBezTo>
                  <a:cubicBezTo>
                    <a:pt x="1848" y="911"/>
                    <a:pt x="1862" y="355"/>
                    <a:pt x="1498" y="37"/>
                  </a:cubicBezTo>
                  <a:cubicBezTo>
                    <a:pt x="1478" y="18"/>
                    <a:pt x="1455" y="6"/>
                    <a:pt x="1429" y="1"/>
                  </a:cubicBezTo>
                  <a:cubicBezTo>
                    <a:pt x="1426" y="1"/>
                    <a:pt x="1423" y="0"/>
                    <a:pt x="1421"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7"/>
            <p:cNvSpPr/>
            <p:nvPr/>
          </p:nvSpPr>
          <p:spPr>
            <a:xfrm>
              <a:off x="3521594" y="3309838"/>
              <a:ext cx="392831" cy="462720"/>
            </a:xfrm>
            <a:custGeom>
              <a:rect b="b" l="l" r="r" t="t"/>
              <a:pathLst>
                <a:path extrusionOk="0" h="15294" w="12984">
                  <a:moveTo>
                    <a:pt x="3683" y="0"/>
                  </a:moveTo>
                  <a:lnTo>
                    <a:pt x="1" y="12403"/>
                  </a:lnTo>
                  <a:lnTo>
                    <a:pt x="9525" y="15294"/>
                  </a:lnTo>
                  <a:lnTo>
                    <a:pt x="12983" y="3093"/>
                  </a:lnTo>
                  <a:lnTo>
                    <a:pt x="3683" y="0"/>
                  </a:ln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7"/>
            <p:cNvSpPr/>
            <p:nvPr/>
          </p:nvSpPr>
          <p:spPr>
            <a:xfrm>
              <a:off x="3493032" y="3309838"/>
              <a:ext cx="139990" cy="375253"/>
            </a:xfrm>
            <a:custGeom>
              <a:rect b="b" l="l" r="r" t="t"/>
              <a:pathLst>
                <a:path extrusionOk="0" h="12403" w="4627">
                  <a:moveTo>
                    <a:pt x="4627" y="0"/>
                  </a:moveTo>
                  <a:lnTo>
                    <a:pt x="3309" y="293"/>
                  </a:lnTo>
                  <a:lnTo>
                    <a:pt x="0" y="11560"/>
                  </a:lnTo>
                  <a:lnTo>
                    <a:pt x="945" y="12403"/>
                  </a:lnTo>
                  <a:lnTo>
                    <a:pt x="46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7"/>
            <p:cNvSpPr/>
            <p:nvPr/>
          </p:nvSpPr>
          <p:spPr>
            <a:xfrm>
              <a:off x="2491289" y="4415449"/>
              <a:ext cx="171062" cy="280857"/>
            </a:xfrm>
            <a:custGeom>
              <a:rect b="b" l="l" r="r" t="t"/>
              <a:pathLst>
                <a:path extrusionOk="0" h="9283" w="5654">
                  <a:moveTo>
                    <a:pt x="2941" y="0"/>
                  </a:moveTo>
                  <a:cubicBezTo>
                    <a:pt x="2695" y="0"/>
                    <a:pt x="412" y="837"/>
                    <a:pt x="49" y="837"/>
                  </a:cubicBezTo>
                  <a:cubicBezTo>
                    <a:pt x="18" y="837"/>
                    <a:pt x="1" y="831"/>
                    <a:pt x="0" y="818"/>
                  </a:cubicBezTo>
                  <a:lnTo>
                    <a:pt x="0" y="818"/>
                  </a:lnTo>
                  <a:cubicBezTo>
                    <a:pt x="54" y="1590"/>
                    <a:pt x="271" y="2342"/>
                    <a:pt x="636" y="3024"/>
                  </a:cubicBezTo>
                  <a:cubicBezTo>
                    <a:pt x="683" y="3113"/>
                    <a:pt x="743" y="3207"/>
                    <a:pt x="840" y="3230"/>
                  </a:cubicBezTo>
                  <a:cubicBezTo>
                    <a:pt x="856" y="3234"/>
                    <a:pt x="873" y="3235"/>
                    <a:pt x="889" y="3235"/>
                  </a:cubicBezTo>
                  <a:cubicBezTo>
                    <a:pt x="942" y="3235"/>
                    <a:pt x="996" y="3219"/>
                    <a:pt x="1048" y="3211"/>
                  </a:cubicBezTo>
                  <a:cubicBezTo>
                    <a:pt x="1075" y="3207"/>
                    <a:pt x="1101" y="3206"/>
                    <a:pt x="1126" y="3206"/>
                  </a:cubicBezTo>
                  <a:cubicBezTo>
                    <a:pt x="1437" y="3206"/>
                    <a:pt x="1710" y="3482"/>
                    <a:pt x="1814" y="3784"/>
                  </a:cubicBezTo>
                  <a:cubicBezTo>
                    <a:pt x="1927" y="4111"/>
                    <a:pt x="1901" y="4466"/>
                    <a:pt x="1928" y="4812"/>
                  </a:cubicBezTo>
                  <a:cubicBezTo>
                    <a:pt x="2005" y="5793"/>
                    <a:pt x="2518" y="6701"/>
                    <a:pt x="3183" y="7426"/>
                  </a:cubicBezTo>
                  <a:cubicBezTo>
                    <a:pt x="3850" y="8153"/>
                    <a:pt x="4666" y="8720"/>
                    <a:pt x="5475" y="9282"/>
                  </a:cubicBezTo>
                  <a:cubicBezTo>
                    <a:pt x="5654" y="9051"/>
                    <a:pt x="5647" y="8721"/>
                    <a:pt x="5548" y="8447"/>
                  </a:cubicBezTo>
                  <a:cubicBezTo>
                    <a:pt x="5449" y="8172"/>
                    <a:pt x="5271" y="7934"/>
                    <a:pt x="5123" y="7684"/>
                  </a:cubicBezTo>
                  <a:cubicBezTo>
                    <a:pt x="4438" y="6532"/>
                    <a:pt x="4381" y="5032"/>
                    <a:pt x="4975" y="3831"/>
                  </a:cubicBezTo>
                  <a:cubicBezTo>
                    <a:pt x="5172" y="3432"/>
                    <a:pt x="5445" y="3013"/>
                    <a:pt x="5340" y="2581"/>
                  </a:cubicBezTo>
                  <a:cubicBezTo>
                    <a:pt x="5293" y="2382"/>
                    <a:pt x="5169" y="2211"/>
                    <a:pt x="5045" y="2049"/>
                  </a:cubicBezTo>
                  <a:cubicBezTo>
                    <a:pt x="4617" y="1490"/>
                    <a:pt x="3705" y="93"/>
                    <a:pt x="2950" y="1"/>
                  </a:cubicBezTo>
                  <a:cubicBezTo>
                    <a:pt x="2947" y="1"/>
                    <a:pt x="2944" y="0"/>
                    <a:pt x="2941" y="0"/>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7"/>
            <p:cNvSpPr/>
            <p:nvPr/>
          </p:nvSpPr>
          <p:spPr>
            <a:xfrm>
              <a:off x="3277338" y="4359203"/>
              <a:ext cx="305001" cy="138659"/>
            </a:xfrm>
            <a:custGeom>
              <a:rect b="b" l="l" r="r" t="t"/>
              <a:pathLst>
                <a:path extrusionOk="0" h="4583" w="10081">
                  <a:moveTo>
                    <a:pt x="4025" y="0"/>
                  </a:moveTo>
                  <a:cubicBezTo>
                    <a:pt x="3943" y="0"/>
                    <a:pt x="3861" y="6"/>
                    <a:pt x="3780" y="12"/>
                  </a:cubicBezTo>
                  <a:cubicBezTo>
                    <a:pt x="3079" y="66"/>
                    <a:pt x="1409" y="71"/>
                    <a:pt x="922" y="653"/>
                  </a:cubicBezTo>
                  <a:cubicBezTo>
                    <a:pt x="788" y="813"/>
                    <a:pt x="166" y="3574"/>
                    <a:pt x="7" y="3574"/>
                  </a:cubicBezTo>
                  <a:cubicBezTo>
                    <a:pt x="5" y="3574"/>
                    <a:pt x="2" y="3573"/>
                    <a:pt x="0" y="3572"/>
                  </a:cubicBezTo>
                  <a:lnTo>
                    <a:pt x="0" y="3572"/>
                  </a:lnTo>
                  <a:cubicBezTo>
                    <a:pt x="677" y="3947"/>
                    <a:pt x="1426" y="4174"/>
                    <a:pt x="2197" y="4241"/>
                  </a:cubicBezTo>
                  <a:cubicBezTo>
                    <a:pt x="2224" y="4243"/>
                    <a:pt x="2251" y="4245"/>
                    <a:pt x="2278" y="4245"/>
                  </a:cubicBezTo>
                  <a:cubicBezTo>
                    <a:pt x="2354" y="4245"/>
                    <a:pt x="2428" y="4232"/>
                    <a:pt x="2481" y="4182"/>
                  </a:cubicBezTo>
                  <a:cubicBezTo>
                    <a:pt x="2532" y="4133"/>
                    <a:pt x="2550" y="4060"/>
                    <a:pt x="2579" y="3997"/>
                  </a:cubicBezTo>
                  <a:cubicBezTo>
                    <a:pt x="2690" y="3753"/>
                    <a:pt x="2968" y="3638"/>
                    <a:pt x="3243" y="3638"/>
                  </a:cubicBezTo>
                  <a:cubicBezTo>
                    <a:pt x="3322" y="3638"/>
                    <a:pt x="3401" y="3648"/>
                    <a:pt x="3476" y="3666"/>
                  </a:cubicBezTo>
                  <a:cubicBezTo>
                    <a:pt x="3812" y="3749"/>
                    <a:pt x="4096" y="3965"/>
                    <a:pt x="4400" y="4130"/>
                  </a:cubicBezTo>
                  <a:cubicBezTo>
                    <a:pt x="4990" y="4451"/>
                    <a:pt x="5660" y="4583"/>
                    <a:pt x="6335" y="4583"/>
                  </a:cubicBezTo>
                  <a:cubicBezTo>
                    <a:pt x="6650" y="4583"/>
                    <a:pt x="6967" y="4554"/>
                    <a:pt x="7276" y="4502"/>
                  </a:cubicBezTo>
                  <a:cubicBezTo>
                    <a:pt x="8248" y="4338"/>
                    <a:pt x="9169" y="3963"/>
                    <a:pt x="10080" y="3590"/>
                  </a:cubicBezTo>
                  <a:cubicBezTo>
                    <a:pt x="9985" y="3315"/>
                    <a:pt x="9704" y="3141"/>
                    <a:pt x="9419" y="3074"/>
                  </a:cubicBezTo>
                  <a:cubicBezTo>
                    <a:pt x="9136" y="3008"/>
                    <a:pt x="8840" y="3027"/>
                    <a:pt x="8548" y="3016"/>
                  </a:cubicBezTo>
                  <a:cubicBezTo>
                    <a:pt x="7210" y="2963"/>
                    <a:pt x="5919" y="2193"/>
                    <a:pt x="5236" y="1041"/>
                  </a:cubicBezTo>
                  <a:cubicBezTo>
                    <a:pt x="5009" y="659"/>
                    <a:pt x="4805" y="202"/>
                    <a:pt x="4386" y="53"/>
                  </a:cubicBezTo>
                  <a:cubicBezTo>
                    <a:pt x="4271" y="13"/>
                    <a:pt x="4148" y="0"/>
                    <a:pt x="4025" y="0"/>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7"/>
            <p:cNvSpPr/>
            <p:nvPr/>
          </p:nvSpPr>
          <p:spPr>
            <a:xfrm>
              <a:off x="3468283" y="3420605"/>
              <a:ext cx="101778" cy="100961"/>
            </a:xfrm>
            <a:custGeom>
              <a:rect b="b" l="l" r="r" t="t"/>
              <a:pathLst>
                <a:path extrusionOk="0" h="3337" w="3364">
                  <a:moveTo>
                    <a:pt x="2878" y="0"/>
                  </a:moveTo>
                  <a:cubicBezTo>
                    <a:pt x="2790" y="0"/>
                    <a:pt x="2700" y="12"/>
                    <a:pt x="2613" y="21"/>
                  </a:cubicBezTo>
                  <a:cubicBezTo>
                    <a:pt x="2225" y="60"/>
                    <a:pt x="1832" y="27"/>
                    <a:pt x="1447" y="86"/>
                  </a:cubicBezTo>
                  <a:cubicBezTo>
                    <a:pt x="1061" y="146"/>
                    <a:pt x="665" y="320"/>
                    <a:pt x="470" y="656"/>
                  </a:cubicBezTo>
                  <a:cubicBezTo>
                    <a:pt x="272" y="999"/>
                    <a:pt x="0" y="1277"/>
                    <a:pt x="44" y="1669"/>
                  </a:cubicBezTo>
                  <a:cubicBezTo>
                    <a:pt x="101" y="2185"/>
                    <a:pt x="207" y="2685"/>
                    <a:pt x="222" y="3207"/>
                  </a:cubicBezTo>
                  <a:cubicBezTo>
                    <a:pt x="351" y="3294"/>
                    <a:pt x="507" y="3336"/>
                    <a:pt x="662" y="3336"/>
                  </a:cubicBezTo>
                  <a:cubicBezTo>
                    <a:pt x="863" y="3336"/>
                    <a:pt x="1065" y="3265"/>
                    <a:pt x="1212" y="3127"/>
                  </a:cubicBezTo>
                  <a:cubicBezTo>
                    <a:pt x="1248" y="3095"/>
                    <a:pt x="1282" y="3058"/>
                    <a:pt x="1327" y="3042"/>
                  </a:cubicBezTo>
                  <a:cubicBezTo>
                    <a:pt x="1344" y="3036"/>
                    <a:pt x="1362" y="3034"/>
                    <a:pt x="1379" y="3034"/>
                  </a:cubicBezTo>
                  <a:cubicBezTo>
                    <a:pt x="1424" y="3034"/>
                    <a:pt x="1470" y="3049"/>
                    <a:pt x="1513" y="3065"/>
                  </a:cubicBezTo>
                  <a:cubicBezTo>
                    <a:pt x="1648" y="3111"/>
                    <a:pt x="1793" y="3153"/>
                    <a:pt x="1935" y="3153"/>
                  </a:cubicBezTo>
                  <a:cubicBezTo>
                    <a:pt x="1982" y="3153"/>
                    <a:pt x="2030" y="3148"/>
                    <a:pt x="2077" y="3137"/>
                  </a:cubicBezTo>
                  <a:cubicBezTo>
                    <a:pt x="2264" y="3096"/>
                    <a:pt x="2436" y="2929"/>
                    <a:pt x="2421" y="2739"/>
                  </a:cubicBezTo>
                  <a:cubicBezTo>
                    <a:pt x="2418" y="2700"/>
                    <a:pt x="2407" y="2660"/>
                    <a:pt x="2421" y="2625"/>
                  </a:cubicBezTo>
                  <a:cubicBezTo>
                    <a:pt x="2437" y="2581"/>
                    <a:pt x="2482" y="2557"/>
                    <a:pt x="2519" y="2528"/>
                  </a:cubicBezTo>
                  <a:cubicBezTo>
                    <a:pt x="2700" y="2390"/>
                    <a:pt x="2723" y="2122"/>
                    <a:pt x="2669" y="1900"/>
                  </a:cubicBezTo>
                  <a:cubicBezTo>
                    <a:pt x="2614" y="1678"/>
                    <a:pt x="2499" y="1473"/>
                    <a:pt x="2459" y="1248"/>
                  </a:cubicBezTo>
                  <a:cubicBezTo>
                    <a:pt x="2418" y="1023"/>
                    <a:pt x="2479" y="753"/>
                    <a:pt x="2682" y="650"/>
                  </a:cubicBezTo>
                  <a:cubicBezTo>
                    <a:pt x="2884" y="547"/>
                    <a:pt x="3196" y="617"/>
                    <a:pt x="3295" y="413"/>
                  </a:cubicBezTo>
                  <a:cubicBezTo>
                    <a:pt x="3363" y="267"/>
                    <a:pt x="3243" y="90"/>
                    <a:pt x="3091" y="34"/>
                  </a:cubicBezTo>
                  <a:cubicBezTo>
                    <a:pt x="3023" y="9"/>
                    <a:pt x="2951" y="0"/>
                    <a:pt x="2878"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7"/>
            <p:cNvSpPr/>
            <p:nvPr/>
          </p:nvSpPr>
          <p:spPr>
            <a:xfrm>
              <a:off x="3518054" y="3441421"/>
              <a:ext cx="59542" cy="94880"/>
            </a:xfrm>
            <a:custGeom>
              <a:rect b="b" l="l" r="r" t="t"/>
              <a:pathLst>
                <a:path extrusionOk="0" fill="none" h="3136" w="1968">
                  <a:moveTo>
                    <a:pt x="1968" y="335"/>
                  </a:moveTo>
                  <a:lnTo>
                    <a:pt x="802" y="1"/>
                  </a:lnTo>
                  <a:lnTo>
                    <a:pt x="1" y="2744"/>
                  </a:lnTo>
                  <a:lnTo>
                    <a:pt x="1186" y="3135"/>
                  </a:lnTo>
                </a:path>
              </a:pathLst>
            </a:custGeom>
            <a:noFill/>
            <a:ln cap="rnd" cmpd="sng" w="6825">
              <a:solidFill>
                <a:srgbClr val="2D2183"/>
              </a:solidFill>
              <a:prstDash val="solid"/>
              <a:miter lim="11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87"/>
          <p:cNvGrpSpPr/>
          <p:nvPr/>
        </p:nvGrpSpPr>
        <p:grpSpPr>
          <a:xfrm>
            <a:off x="695948" y="3896498"/>
            <a:ext cx="1681929" cy="1415005"/>
            <a:chOff x="3957691" y="3745070"/>
            <a:chExt cx="1015106" cy="854059"/>
          </a:xfrm>
        </p:grpSpPr>
        <p:sp>
          <p:nvSpPr>
            <p:cNvPr id="1923" name="Google Shape;1923;p87"/>
            <p:cNvSpPr/>
            <p:nvPr/>
          </p:nvSpPr>
          <p:spPr>
            <a:xfrm>
              <a:off x="3997325" y="4371069"/>
              <a:ext cx="337866" cy="161597"/>
            </a:xfrm>
            <a:custGeom>
              <a:rect b="b" l="l" r="r" t="t"/>
              <a:pathLst>
                <a:path extrusionOk="0" h="6124" w="12804">
                  <a:moveTo>
                    <a:pt x="0" y="1"/>
                  </a:moveTo>
                  <a:cubicBezTo>
                    <a:pt x="1102" y="2694"/>
                    <a:pt x="2729" y="5088"/>
                    <a:pt x="3696" y="6123"/>
                  </a:cubicBezTo>
                  <a:lnTo>
                    <a:pt x="12803" y="6062"/>
                  </a:lnTo>
                  <a:lnTo>
                    <a:pt x="8860" y="1"/>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7"/>
            <p:cNvSpPr/>
            <p:nvPr/>
          </p:nvSpPr>
          <p:spPr>
            <a:xfrm>
              <a:off x="3957691" y="4187409"/>
              <a:ext cx="272266" cy="181915"/>
            </a:xfrm>
            <a:custGeom>
              <a:rect b="b" l="l" r="r" t="t"/>
              <a:pathLst>
                <a:path extrusionOk="0" h="6894" w="10318">
                  <a:moveTo>
                    <a:pt x="590" y="1"/>
                  </a:moveTo>
                  <a:lnTo>
                    <a:pt x="590" y="1"/>
                  </a:lnTo>
                  <a:cubicBezTo>
                    <a:pt x="0" y="2074"/>
                    <a:pt x="541" y="4590"/>
                    <a:pt x="1474" y="6893"/>
                  </a:cubicBezTo>
                  <a:lnTo>
                    <a:pt x="10318" y="6893"/>
                  </a:lnTo>
                  <a:lnTo>
                    <a:pt x="6071" y="365"/>
                  </a:lnTo>
                  <a:lnTo>
                    <a:pt x="590" y="1"/>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7"/>
            <p:cNvSpPr/>
            <p:nvPr/>
          </p:nvSpPr>
          <p:spPr>
            <a:xfrm>
              <a:off x="4599149" y="4402048"/>
              <a:ext cx="118902" cy="127135"/>
            </a:xfrm>
            <a:custGeom>
              <a:rect b="b" l="l" r="r" t="t"/>
              <a:pathLst>
                <a:path extrusionOk="0" h="4818" w="4506">
                  <a:moveTo>
                    <a:pt x="3513" y="0"/>
                  </a:moveTo>
                  <a:lnTo>
                    <a:pt x="0" y="3646"/>
                  </a:lnTo>
                  <a:lnTo>
                    <a:pt x="524" y="4817"/>
                  </a:lnTo>
                  <a:lnTo>
                    <a:pt x="4506" y="4791"/>
                  </a:lnTo>
                  <a:cubicBezTo>
                    <a:pt x="4506" y="4791"/>
                    <a:pt x="4192" y="2812"/>
                    <a:pt x="3513"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7"/>
            <p:cNvSpPr/>
            <p:nvPr/>
          </p:nvSpPr>
          <p:spPr>
            <a:xfrm>
              <a:off x="4233600" y="3906854"/>
              <a:ext cx="149300" cy="112965"/>
            </a:xfrm>
            <a:custGeom>
              <a:rect b="b" l="l" r="r" t="t"/>
              <a:pathLst>
                <a:path extrusionOk="0" h="4281" w="5658">
                  <a:moveTo>
                    <a:pt x="3740" y="0"/>
                  </a:moveTo>
                  <a:cubicBezTo>
                    <a:pt x="1082" y="395"/>
                    <a:pt x="88" y="1925"/>
                    <a:pt x="1" y="3871"/>
                  </a:cubicBezTo>
                  <a:lnTo>
                    <a:pt x="5658" y="4281"/>
                  </a:lnTo>
                  <a:lnTo>
                    <a:pt x="3740"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7"/>
            <p:cNvSpPr/>
            <p:nvPr/>
          </p:nvSpPr>
          <p:spPr>
            <a:xfrm>
              <a:off x="4415702" y="4407194"/>
              <a:ext cx="195373" cy="122807"/>
            </a:xfrm>
            <a:custGeom>
              <a:rect b="b" l="l" r="r" t="t"/>
              <a:pathLst>
                <a:path extrusionOk="0" h="4654" w="7404">
                  <a:moveTo>
                    <a:pt x="0" y="0"/>
                  </a:moveTo>
                  <a:lnTo>
                    <a:pt x="2851" y="4653"/>
                  </a:lnTo>
                  <a:lnTo>
                    <a:pt x="7404" y="4623"/>
                  </a:lnTo>
                  <a:lnTo>
                    <a:pt x="5333"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7"/>
            <p:cNvSpPr/>
            <p:nvPr/>
          </p:nvSpPr>
          <p:spPr>
            <a:xfrm>
              <a:off x="4507637" y="4157855"/>
              <a:ext cx="183736" cy="338657"/>
            </a:xfrm>
            <a:custGeom>
              <a:rect b="b" l="l" r="r" t="t"/>
              <a:pathLst>
                <a:path extrusionOk="0" h="12834" w="6963">
                  <a:moveTo>
                    <a:pt x="4015" y="0"/>
                  </a:moveTo>
                  <a:lnTo>
                    <a:pt x="0" y="5159"/>
                  </a:lnTo>
                  <a:lnTo>
                    <a:pt x="3438" y="12834"/>
                  </a:lnTo>
                  <a:lnTo>
                    <a:pt x="6963" y="9177"/>
                  </a:lnTo>
                  <a:cubicBezTo>
                    <a:pt x="6319" y="6527"/>
                    <a:pt x="5352" y="3156"/>
                    <a:pt x="4015"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7"/>
            <p:cNvSpPr/>
            <p:nvPr/>
          </p:nvSpPr>
          <p:spPr>
            <a:xfrm>
              <a:off x="4286376" y="4324494"/>
              <a:ext cx="202524" cy="206561"/>
            </a:xfrm>
            <a:custGeom>
              <a:rect b="b" l="l" r="r" t="t"/>
              <a:pathLst>
                <a:path extrusionOk="0" h="7828" w="7675">
                  <a:moveTo>
                    <a:pt x="2905" y="1"/>
                  </a:moveTo>
                  <a:lnTo>
                    <a:pt x="0" y="4862"/>
                  </a:lnTo>
                  <a:lnTo>
                    <a:pt x="1929" y="7827"/>
                  </a:lnTo>
                  <a:lnTo>
                    <a:pt x="7674" y="7788"/>
                  </a:lnTo>
                  <a:lnTo>
                    <a:pt x="2905" y="1"/>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7"/>
            <p:cNvSpPr/>
            <p:nvPr/>
          </p:nvSpPr>
          <p:spPr>
            <a:xfrm>
              <a:off x="4428157" y="3983748"/>
              <a:ext cx="184660" cy="308417"/>
            </a:xfrm>
            <a:custGeom>
              <a:rect b="b" l="l" r="r" t="t"/>
              <a:pathLst>
                <a:path extrusionOk="0" h="11688" w="6998">
                  <a:moveTo>
                    <a:pt x="3150" y="0"/>
                  </a:moveTo>
                  <a:lnTo>
                    <a:pt x="1" y="5032"/>
                  </a:lnTo>
                  <a:lnTo>
                    <a:pt x="2981" y="11688"/>
                  </a:lnTo>
                  <a:lnTo>
                    <a:pt x="6997" y="6528"/>
                  </a:lnTo>
                  <a:cubicBezTo>
                    <a:pt x="5948" y="4063"/>
                    <a:pt x="4673" y="1738"/>
                    <a:pt x="3150"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7"/>
            <p:cNvSpPr/>
            <p:nvPr/>
          </p:nvSpPr>
          <p:spPr>
            <a:xfrm>
              <a:off x="4231806" y="4010769"/>
              <a:ext cx="224716" cy="173419"/>
            </a:xfrm>
            <a:custGeom>
              <a:rect b="b" l="l" r="r" t="t"/>
              <a:pathLst>
                <a:path extrusionOk="0" h="6572" w="8516">
                  <a:moveTo>
                    <a:pt x="67" y="0"/>
                  </a:moveTo>
                  <a:cubicBezTo>
                    <a:pt x="0" y="1949"/>
                    <a:pt x="819" y="4300"/>
                    <a:pt x="1775" y="6348"/>
                  </a:cubicBezTo>
                  <a:lnTo>
                    <a:pt x="8516" y="6572"/>
                  </a:lnTo>
                  <a:lnTo>
                    <a:pt x="5757" y="411"/>
                  </a:lnTo>
                  <a:lnTo>
                    <a:pt x="67" y="0"/>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7"/>
            <p:cNvSpPr/>
            <p:nvPr/>
          </p:nvSpPr>
          <p:spPr>
            <a:xfrm>
              <a:off x="4334058" y="3904400"/>
              <a:ext cx="176005" cy="210203"/>
            </a:xfrm>
            <a:custGeom>
              <a:rect b="b" l="l" r="r" t="t"/>
              <a:pathLst>
                <a:path extrusionOk="0" h="7966" w="6670">
                  <a:moveTo>
                    <a:pt x="1058" y="1"/>
                  </a:moveTo>
                  <a:cubicBezTo>
                    <a:pt x="925" y="1"/>
                    <a:pt x="792" y="5"/>
                    <a:pt x="657" y="14"/>
                  </a:cubicBezTo>
                  <a:cubicBezTo>
                    <a:pt x="427" y="29"/>
                    <a:pt x="210" y="53"/>
                    <a:pt x="1" y="82"/>
                  </a:cubicBezTo>
                  <a:lnTo>
                    <a:pt x="3533" y="7966"/>
                  </a:lnTo>
                  <a:lnTo>
                    <a:pt x="6669" y="2956"/>
                  </a:lnTo>
                  <a:cubicBezTo>
                    <a:pt x="5077" y="1157"/>
                    <a:pt x="3215" y="1"/>
                    <a:pt x="1058" y="1"/>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7"/>
            <p:cNvSpPr/>
            <p:nvPr/>
          </p:nvSpPr>
          <p:spPr>
            <a:xfrm>
              <a:off x="4170824" y="4122627"/>
              <a:ext cx="191177" cy="328524"/>
            </a:xfrm>
            <a:custGeom>
              <a:rect b="b" l="l" r="r" t="t"/>
              <a:pathLst>
                <a:path extrusionOk="0" h="12450" w="7245">
                  <a:moveTo>
                    <a:pt x="1599" y="0"/>
                  </a:moveTo>
                  <a:lnTo>
                    <a:pt x="0" y="5782"/>
                  </a:lnTo>
                  <a:lnTo>
                    <a:pt x="4338" y="12449"/>
                  </a:lnTo>
                  <a:lnTo>
                    <a:pt x="7244" y="7586"/>
                  </a:lnTo>
                  <a:lnTo>
                    <a:pt x="4324" y="2818"/>
                  </a:lnTo>
                  <a:cubicBezTo>
                    <a:pt x="3557" y="1805"/>
                    <a:pt x="2638" y="790"/>
                    <a:pt x="1599"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7"/>
            <p:cNvSpPr/>
            <p:nvPr/>
          </p:nvSpPr>
          <p:spPr>
            <a:xfrm>
              <a:off x="4279489" y="4180047"/>
              <a:ext cx="276172" cy="225376"/>
            </a:xfrm>
            <a:custGeom>
              <a:rect b="b" l="l" r="r" t="t"/>
              <a:pathLst>
                <a:path extrusionOk="0" h="8541" w="10466">
                  <a:moveTo>
                    <a:pt x="1" y="1"/>
                  </a:moveTo>
                  <a:lnTo>
                    <a:pt x="1" y="1"/>
                  </a:lnTo>
                  <a:cubicBezTo>
                    <a:pt x="141" y="300"/>
                    <a:pt x="283" y="592"/>
                    <a:pt x="428" y="876"/>
                  </a:cubicBezTo>
                  <a:lnTo>
                    <a:pt x="5122" y="8541"/>
                  </a:lnTo>
                  <a:lnTo>
                    <a:pt x="10465" y="8541"/>
                  </a:lnTo>
                  <a:lnTo>
                    <a:pt x="6740" y="225"/>
                  </a:lnTo>
                  <a:lnTo>
                    <a:pt x="1" y="1"/>
                  </a:ln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7"/>
            <p:cNvSpPr/>
            <p:nvPr/>
          </p:nvSpPr>
          <p:spPr>
            <a:xfrm>
              <a:off x="4054586" y="4083916"/>
              <a:ext cx="156926" cy="189330"/>
            </a:xfrm>
            <a:custGeom>
              <a:rect b="b" l="l" r="r" t="t"/>
              <a:pathLst>
                <a:path extrusionOk="0" h="7175" w="5947">
                  <a:moveTo>
                    <a:pt x="2158" y="0"/>
                  </a:moveTo>
                  <a:cubicBezTo>
                    <a:pt x="1463" y="0"/>
                    <a:pt x="742" y="147"/>
                    <a:pt x="1" y="479"/>
                  </a:cubicBezTo>
                  <a:lnTo>
                    <a:pt x="4357" y="7175"/>
                  </a:lnTo>
                  <a:lnTo>
                    <a:pt x="5946" y="1423"/>
                  </a:lnTo>
                  <a:cubicBezTo>
                    <a:pt x="4811" y="575"/>
                    <a:pt x="3534" y="0"/>
                    <a:pt x="2158" y="0"/>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7"/>
            <p:cNvSpPr/>
            <p:nvPr/>
          </p:nvSpPr>
          <p:spPr>
            <a:xfrm>
              <a:off x="3973734" y="4097295"/>
              <a:ext cx="142941" cy="97898"/>
            </a:xfrm>
            <a:custGeom>
              <a:rect b="b" l="l" r="r" t="t"/>
              <a:pathLst>
                <a:path extrusionOk="0" h="3710" w="5417">
                  <a:moveTo>
                    <a:pt x="3003" y="1"/>
                  </a:moveTo>
                  <a:cubicBezTo>
                    <a:pt x="2891" y="51"/>
                    <a:pt x="2780" y="105"/>
                    <a:pt x="2668" y="166"/>
                  </a:cubicBezTo>
                  <a:cubicBezTo>
                    <a:pt x="1211" y="943"/>
                    <a:pt x="383" y="2059"/>
                    <a:pt x="0" y="3350"/>
                  </a:cubicBezTo>
                  <a:lnTo>
                    <a:pt x="5417" y="3710"/>
                  </a:lnTo>
                  <a:lnTo>
                    <a:pt x="3003" y="1"/>
                  </a:ln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7"/>
            <p:cNvSpPr/>
            <p:nvPr/>
          </p:nvSpPr>
          <p:spPr>
            <a:xfrm>
              <a:off x="4052950" y="4096530"/>
              <a:ext cx="284325" cy="434497"/>
            </a:xfrm>
            <a:custGeom>
              <a:rect b="b" l="l" r="r" t="t"/>
              <a:pathLst>
                <a:path extrusionOk="0" h="16466" w="10775">
                  <a:moveTo>
                    <a:pt x="63" y="1"/>
                  </a:moveTo>
                  <a:cubicBezTo>
                    <a:pt x="42" y="9"/>
                    <a:pt x="21" y="19"/>
                    <a:pt x="1" y="30"/>
                  </a:cubicBezTo>
                  <a:lnTo>
                    <a:pt x="2414" y="3739"/>
                  </a:lnTo>
                  <a:lnTo>
                    <a:pt x="2480" y="3743"/>
                  </a:lnTo>
                  <a:lnTo>
                    <a:pt x="2476" y="3810"/>
                  </a:lnTo>
                  <a:lnTo>
                    <a:pt x="2460" y="3809"/>
                  </a:lnTo>
                  <a:lnTo>
                    <a:pt x="6708" y="10337"/>
                  </a:lnTo>
                  <a:lnTo>
                    <a:pt x="6770" y="10337"/>
                  </a:lnTo>
                  <a:lnTo>
                    <a:pt x="6770" y="10404"/>
                  </a:lnTo>
                  <a:lnTo>
                    <a:pt x="6752" y="10404"/>
                  </a:lnTo>
                  <a:lnTo>
                    <a:pt x="10695" y="16465"/>
                  </a:lnTo>
                  <a:lnTo>
                    <a:pt x="10775" y="16465"/>
                  </a:lnTo>
                  <a:lnTo>
                    <a:pt x="8846" y="13501"/>
                  </a:lnTo>
                  <a:lnTo>
                    <a:pt x="8835" y="13519"/>
                  </a:lnTo>
                  <a:lnTo>
                    <a:pt x="8777" y="13484"/>
                  </a:lnTo>
                  <a:lnTo>
                    <a:pt x="8805" y="13438"/>
                  </a:lnTo>
                  <a:lnTo>
                    <a:pt x="4467" y="6771"/>
                  </a:lnTo>
                  <a:lnTo>
                    <a:pt x="4464" y="6785"/>
                  </a:lnTo>
                  <a:lnTo>
                    <a:pt x="4399" y="6768"/>
                  </a:lnTo>
                  <a:lnTo>
                    <a:pt x="4419" y="6696"/>
                  </a:lnTo>
                  <a:lnTo>
                    <a:pt x="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7"/>
            <p:cNvSpPr/>
            <p:nvPr/>
          </p:nvSpPr>
          <p:spPr>
            <a:xfrm>
              <a:off x="4332317" y="3906537"/>
              <a:ext cx="280684" cy="622692"/>
            </a:xfrm>
            <a:custGeom>
              <a:rect b="b" l="l" r="r" t="t"/>
              <a:pathLst>
                <a:path extrusionOk="0" h="23598" w="10637">
                  <a:moveTo>
                    <a:pt x="68" y="1"/>
                  </a:moveTo>
                  <a:cubicBezTo>
                    <a:pt x="45" y="4"/>
                    <a:pt x="23" y="9"/>
                    <a:pt x="0" y="12"/>
                  </a:cubicBezTo>
                  <a:lnTo>
                    <a:pt x="1917" y="4293"/>
                  </a:lnTo>
                  <a:lnTo>
                    <a:pt x="1973" y="4297"/>
                  </a:lnTo>
                  <a:lnTo>
                    <a:pt x="1969" y="4364"/>
                  </a:lnTo>
                  <a:lnTo>
                    <a:pt x="1948" y="4361"/>
                  </a:lnTo>
                  <a:lnTo>
                    <a:pt x="4708" y="10522"/>
                  </a:lnTo>
                  <a:lnTo>
                    <a:pt x="4761" y="10524"/>
                  </a:lnTo>
                  <a:lnTo>
                    <a:pt x="4759" y="10591"/>
                  </a:lnTo>
                  <a:lnTo>
                    <a:pt x="4738" y="10591"/>
                  </a:lnTo>
                  <a:lnTo>
                    <a:pt x="8463" y="18907"/>
                  </a:lnTo>
                  <a:lnTo>
                    <a:pt x="8514" y="18907"/>
                  </a:lnTo>
                  <a:lnTo>
                    <a:pt x="8514" y="18973"/>
                  </a:lnTo>
                  <a:lnTo>
                    <a:pt x="8492" y="18973"/>
                  </a:lnTo>
                  <a:lnTo>
                    <a:pt x="10564" y="23597"/>
                  </a:lnTo>
                  <a:lnTo>
                    <a:pt x="10636" y="23597"/>
                  </a:lnTo>
                  <a:lnTo>
                    <a:pt x="10111" y="22425"/>
                  </a:lnTo>
                  <a:lnTo>
                    <a:pt x="10096" y="22440"/>
                  </a:lnTo>
                  <a:lnTo>
                    <a:pt x="10048" y="22393"/>
                  </a:lnTo>
                  <a:lnTo>
                    <a:pt x="10082" y="22358"/>
                  </a:lnTo>
                  <a:lnTo>
                    <a:pt x="6644" y="14683"/>
                  </a:lnTo>
                  <a:lnTo>
                    <a:pt x="6632" y="14698"/>
                  </a:lnTo>
                  <a:lnTo>
                    <a:pt x="6579" y="14657"/>
                  </a:lnTo>
                  <a:lnTo>
                    <a:pt x="6613" y="14614"/>
                  </a:lnTo>
                  <a:lnTo>
                    <a:pt x="3631" y="7959"/>
                  </a:lnTo>
                  <a:lnTo>
                    <a:pt x="3622" y="7974"/>
                  </a:lnTo>
                  <a:lnTo>
                    <a:pt x="3566" y="7939"/>
                  </a:lnTo>
                  <a:lnTo>
                    <a:pt x="3599" y="7886"/>
                  </a:lnTo>
                  <a:lnTo>
                    <a:pt x="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7"/>
            <p:cNvSpPr/>
            <p:nvPr/>
          </p:nvSpPr>
          <p:spPr>
            <a:xfrm>
              <a:off x="4284924" y="4196988"/>
              <a:ext cx="206007" cy="333037"/>
            </a:xfrm>
            <a:custGeom>
              <a:rect b="b" l="l" r="r" t="t"/>
              <a:pathLst>
                <a:path extrusionOk="0" h="12621" w="7807">
                  <a:moveTo>
                    <a:pt x="0" y="1"/>
                  </a:moveTo>
                  <a:lnTo>
                    <a:pt x="2920" y="4770"/>
                  </a:lnTo>
                  <a:lnTo>
                    <a:pt x="2930" y="4751"/>
                  </a:lnTo>
                  <a:lnTo>
                    <a:pt x="2988" y="4786"/>
                  </a:lnTo>
                  <a:lnTo>
                    <a:pt x="2959" y="4833"/>
                  </a:lnTo>
                  <a:lnTo>
                    <a:pt x="7728" y="12620"/>
                  </a:lnTo>
                  <a:lnTo>
                    <a:pt x="7806" y="12620"/>
                  </a:lnTo>
                  <a:lnTo>
                    <a:pt x="4956" y="7966"/>
                  </a:lnTo>
                  <a:lnTo>
                    <a:pt x="4897" y="7966"/>
                  </a:lnTo>
                  <a:lnTo>
                    <a:pt x="4897" y="7900"/>
                  </a:lnTo>
                  <a:lnTo>
                    <a:pt x="4915" y="7900"/>
                  </a:lnTo>
                  <a:lnTo>
                    <a:pt x="221" y="234"/>
                  </a:lnTo>
                  <a:lnTo>
                    <a:pt x="221" y="234"/>
                  </a:lnTo>
                  <a:cubicBezTo>
                    <a:pt x="256" y="304"/>
                    <a:pt x="293" y="375"/>
                    <a:pt x="328" y="444"/>
                  </a:cubicBezTo>
                  <a:cubicBezTo>
                    <a:pt x="222" y="297"/>
                    <a:pt x="112" y="14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7"/>
            <p:cNvSpPr/>
            <p:nvPr/>
          </p:nvSpPr>
          <p:spPr>
            <a:xfrm>
              <a:off x="3973233" y="4185721"/>
              <a:ext cx="144656" cy="11320"/>
            </a:xfrm>
            <a:custGeom>
              <a:rect b="b" l="l" r="r" t="t"/>
              <a:pathLst>
                <a:path extrusionOk="0" h="429" w="5482">
                  <a:moveTo>
                    <a:pt x="19" y="0"/>
                  </a:moveTo>
                  <a:cubicBezTo>
                    <a:pt x="12" y="22"/>
                    <a:pt x="6" y="43"/>
                    <a:pt x="1" y="66"/>
                  </a:cubicBezTo>
                  <a:lnTo>
                    <a:pt x="5482" y="429"/>
                  </a:lnTo>
                  <a:lnTo>
                    <a:pt x="5482" y="429"/>
                  </a:lnTo>
                  <a:lnTo>
                    <a:pt x="5436" y="359"/>
                  </a:ln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7"/>
            <p:cNvSpPr/>
            <p:nvPr/>
          </p:nvSpPr>
          <p:spPr>
            <a:xfrm>
              <a:off x="4116650" y="4195167"/>
              <a:ext cx="1794" cy="1926"/>
            </a:xfrm>
            <a:custGeom>
              <a:rect b="b" l="l" r="r" t="t"/>
              <a:pathLst>
                <a:path extrusionOk="0" h="73" w="68">
                  <a:moveTo>
                    <a:pt x="1" y="1"/>
                  </a:moveTo>
                  <a:lnTo>
                    <a:pt x="47" y="71"/>
                  </a:lnTo>
                  <a:lnTo>
                    <a:pt x="63" y="72"/>
                  </a:lnTo>
                  <a:lnTo>
                    <a:pt x="68" y="5"/>
                  </a:lnTo>
                  <a:lnTo>
                    <a:pt x="1"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7"/>
            <p:cNvSpPr/>
            <p:nvPr/>
          </p:nvSpPr>
          <p:spPr>
            <a:xfrm>
              <a:off x="4169531" y="4121493"/>
              <a:ext cx="43487" cy="153734"/>
            </a:xfrm>
            <a:custGeom>
              <a:rect b="b" l="l" r="r" t="t"/>
              <a:pathLst>
                <a:path extrusionOk="0" h="5826" w="1648">
                  <a:moveTo>
                    <a:pt x="1590" y="1"/>
                  </a:moveTo>
                  <a:lnTo>
                    <a:pt x="1" y="5751"/>
                  </a:lnTo>
                  <a:lnTo>
                    <a:pt x="49" y="5825"/>
                  </a:lnTo>
                  <a:lnTo>
                    <a:pt x="1648" y="43"/>
                  </a:lnTo>
                  <a:cubicBezTo>
                    <a:pt x="1628" y="29"/>
                    <a:pt x="1610" y="14"/>
                    <a:pt x="15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7"/>
            <p:cNvSpPr/>
            <p:nvPr/>
          </p:nvSpPr>
          <p:spPr>
            <a:xfrm>
              <a:off x="4169030" y="4273223"/>
              <a:ext cx="1821" cy="2401"/>
            </a:xfrm>
            <a:custGeom>
              <a:rect b="b" l="l" r="r" t="t"/>
              <a:pathLst>
                <a:path extrusionOk="0" h="91" w="69">
                  <a:moveTo>
                    <a:pt x="20" y="1"/>
                  </a:moveTo>
                  <a:lnTo>
                    <a:pt x="0" y="72"/>
                  </a:lnTo>
                  <a:lnTo>
                    <a:pt x="65" y="90"/>
                  </a:lnTo>
                  <a:lnTo>
                    <a:pt x="68" y="75"/>
                  </a:lnTo>
                  <a:lnTo>
                    <a:pt x="20"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7"/>
            <p:cNvSpPr/>
            <p:nvPr/>
          </p:nvSpPr>
          <p:spPr>
            <a:xfrm>
              <a:off x="3996586" y="4369301"/>
              <a:ext cx="234532" cy="1768"/>
            </a:xfrm>
            <a:custGeom>
              <a:rect b="b" l="l" r="r" t="t"/>
              <a:pathLst>
                <a:path extrusionOk="0" h="67" w="8888">
                  <a:moveTo>
                    <a:pt x="0" y="0"/>
                  </a:moveTo>
                  <a:cubicBezTo>
                    <a:pt x="10" y="23"/>
                    <a:pt x="19" y="45"/>
                    <a:pt x="28" y="67"/>
                  </a:cubicBezTo>
                  <a:lnTo>
                    <a:pt x="8888" y="67"/>
                  </a:lnTo>
                  <a:lnTo>
                    <a:pt x="88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7"/>
            <p:cNvSpPr/>
            <p:nvPr/>
          </p:nvSpPr>
          <p:spPr>
            <a:xfrm>
              <a:off x="4229932" y="4369301"/>
              <a:ext cx="1662" cy="1794"/>
            </a:xfrm>
            <a:custGeom>
              <a:rect b="b" l="l" r="r" t="t"/>
              <a:pathLst>
                <a:path extrusionOk="0" h="68" w="63">
                  <a:moveTo>
                    <a:pt x="1" y="0"/>
                  </a:moveTo>
                  <a:lnTo>
                    <a:pt x="45" y="68"/>
                  </a:lnTo>
                  <a:lnTo>
                    <a:pt x="63" y="68"/>
                  </a:lnTo>
                  <a:lnTo>
                    <a:pt x="63" y="0"/>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7"/>
            <p:cNvSpPr/>
            <p:nvPr/>
          </p:nvSpPr>
          <p:spPr>
            <a:xfrm>
              <a:off x="4285294" y="4322805"/>
              <a:ext cx="77764" cy="129985"/>
            </a:xfrm>
            <a:custGeom>
              <a:rect b="b" l="l" r="r" t="t"/>
              <a:pathLst>
                <a:path extrusionOk="0" h="4926" w="2947">
                  <a:moveTo>
                    <a:pt x="2906" y="0"/>
                  </a:moveTo>
                  <a:lnTo>
                    <a:pt x="0" y="4863"/>
                  </a:lnTo>
                  <a:lnTo>
                    <a:pt x="41" y="4926"/>
                  </a:lnTo>
                  <a:lnTo>
                    <a:pt x="2946" y="65"/>
                  </a:lnTo>
                  <a:lnTo>
                    <a:pt x="29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7"/>
            <p:cNvSpPr/>
            <p:nvPr/>
          </p:nvSpPr>
          <p:spPr>
            <a:xfrm>
              <a:off x="4284555" y="4451129"/>
              <a:ext cx="1847" cy="2137"/>
            </a:xfrm>
            <a:custGeom>
              <a:rect b="b" l="l" r="r" t="t"/>
              <a:pathLst>
                <a:path extrusionOk="0" h="81" w="70">
                  <a:moveTo>
                    <a:pt x="28" y="0"/>
                  </a:moveTo>
                  <a:lnTo>
                    <a:pt x="0" y="46"/>
                  </a:lnTo>
                  <a:lnTo>
                    <a:pt x="58" y="81"/>
                  </a:lnTo>
                  <a:lnTo>
                    <a:pt x="69" y="63"/>
                  </a:lnTo>
                  <a:lnTo>
                    <a:pt x="28" y="0"/>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7"/>
            <p:cNvSpPr/>
            <p:nvPr/>
          </p:nvSpPr>
          <p:spPr>
            <a:xfrm>
              <a:off x="4361976" y="4322357"/>
              <a:ext cx="1794" cy="2164"/>
            </a:xfrm>
            <a:custGeom>
              <a:rect b="b" l="l" r="r" t="t"/>
              <a:pathLst>
                <a:path extrusionOk="0" h="82" w="68">
                  <a:moveTo>
                    <a:pt x="10" y="0"/>
                  </a:moveTo>
                  <a:lnTo>
                    <a:pt x="0" y="17"/>
                  </a:lnTo>
                  <a:lnTo>
                    <a:pt x="40" y="82"/>
                  </a:lnTo>
                  <a:lnTo>
                    <a:pt x="68" y="35"/>
                  </a:lnTo>
                  <a:lnTo>
                    <a:pt x="10" y="0"/>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7"/>
            <p:cNvSpPr/>
            <p:nvPr/>
          </p:nvSpPr>
          <p:spPr>
            <a:xfrm>
              <a:off x="4233548" y="4009001"/>
              <a:ext cx="150171" cy="12640"/>
            </a:xfrm>
            <a:custGeom>
              <a:rect b="b" l="l" r="r" t="t"/>
              <a:pathLst>
                <a:path extrusionOk="0" h="479" w="5691">
                  <a:moveTo>
                    <a:pt x="3" y="0"/>
                  </a:moveTo>
                  <a:cubicBezTo>
                    <a:pt x="2" y="22"/>
                    <a:pt x="2" y="45"/>
                    <a:pt x="1" y="67"/>
                  </a:cubicBezTo>
                  <a:lnTo>
                    <a:pt x="5691" y="478"/>
                  </a:lnTo>
                  <a:lnTo>
                    <a:pt x="5660" y="410"/>
                  </a:lnTo>
                  <a:lnTo>
                    <a:pt x="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7"/>
            <p:cNvSpPr/>
            <p:nvPr/>
          </p:nvSpPr>
          <p:spPr>
            <a:xfrm>
              <a:off x="4382876" y="4019794"/>
              <a:ext cx="1504" cy="1900"/>
            </a:xfrm>
            <a:custGeom>
              <a:rect b="b" l="l" r="r" t="t"/>
              <a:pathLst>
                <a:path extrusionOk="0" h="72" w="57">
                  <a:moveTo>
                    <a:pt x="1" y="1"/>
                  </a:moveTo>
                  <a:lnTo>
                    <a:pt x="32" y="69"/>
                  </a:lnTo>
                  <a:lnTo>
                    <a:pt x="52" y="72"/>
                  </a:lnTo>
                  <a:lnTo>
                    <a:pt x="56" y="5"/>
                  </a:lnTo>
                  <a:lnTo>
                    <a:pt x="1"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7"/>
            <p:cNvSpPr/>
            <p:nvPr/>
          </p:nvSpPr>
          <p:spPr>
            <a:xfrm>
              <a:off x="4427286" y="3982376"/>
              <a:ext cx="84018" cy="134180"/>
            </a:xfrm>
            <a:custGeom>
              <a:rect b="b" l="l" r="r" t="t"/>
              <a:pathLst>
                <a:path extrusionOk="0" h="5085" w="3184">
                  <a:moveTo>
                    <a:pt x="3136" y="1"/>
                  </a:moveTo>
                  <a:lnTo>
                    <a:pt x="0" y="5011"/>
                  </a:lnTo>
                  <a:lnTo>
                    <a:pt x="34" y="5084"/>
                  </a:lnTo>
                  <a:lnTo>
                    <a:pt x="3183" y="52"/>
                  </a:lnTo>
                  <a:cubicBezTo>
                    <a:pt x="3167" y="34"/>
                    <a:pt x="3151" y="18"/>
                    <a:pt x="3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7"/>
            <p:cNvSpPr/>
            <p:nvPr/>
          </p:nvSpPr>
          <p:spPr>
            <a:xfrm>
              <a:off x="4426389" y="4114579"/>
              <a:ext cx="1794" cy="2375"/>
            </a:xfrm>
            <a:custGeom>
              <a:rect b="b" l="l" r="r" t="t"/>
              <a:pathLst>
                <a:path extrusionOk="0" h="90" w="68">
                  <a:moveTo>
                    <a:pt x="34" y="1"/>
                  </a:moveTo>
                  <a:lnTo>
                    <a:pt x="1" y="53"/>
                  </a:lnTo>
                  <a:lnTo>
                    <a:pt x="57" y="89"/>
                  </a:lnTo>
                  <a:lnTo>
                    <a:pt x="68" y="74"/>
                  </a:lnTo>
                  <a:lnTo>
                    <a:pt x="34"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7"/>
            <p:cNvSpPr/>
            <p:nvPr/>
          </p:nvSpPr>
          <p:spPr>
            <a:xfrm>
              <a:off x="4278644" y="4178253"/>
              <a:ext cx="178696" cy="7732"/>
            </a:xfrm>
            <a:custGeom>
              <a:rect b="b" l="l" r="r" t="t"/>
              <a:pathLst>
                <a:path extrusionOk="0" h="293" w="6772">
                  <a:moveTo>
                    <a:pt x="0" y="1"/>
                  </a:moveTo>
                  <a:lnTo>
                    <a:pt x="0" y="1"/>
                  </a:lnTo>
                  <a:cubicBezTo>
                    <a:pt x="11" y="24"/>
                    <a:pt x="21" y="46"/>
                    <a:pt x="33" y="69"/>
                  </a:cubicBezTo>
                  <a:lnTo>
                    <a:pt x="6772" y="293"/>
                  </a:lnTo>
                  <a:lnTo>
                    <a:pt x="6741" y="22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7"/>
            <p:cNvSpPr/>
            <p:nvPr/>
          </p:nvSpPr>
          <p:spPr>
            <a:xfrm>
              <a:off x="4456497" y="4184164"/>
              <a:ext cx="1451" cy="1847"/>
            </a:xfrm>
            <a:custGeom>
              <a:rect b="b" l="l" r="r" t="t"/>
              <a:pathLst>
                <a:path extrusionOk="0" h="70" w="55">
                  <a:moveTo>
                    <a:pt x="1" y="1"/>
                  </a:moveTo>
                  <a:lnTo>
                    <a:pt x="32" y="69"/>
                  </a:lnTo>
                  <a:lnTo>
                    <a:pt x="53" y="70"/>
                  </a:lnTo>
                  <a:lnTo>
                    <a:pt x="55" y="3"/>
                  </a:lnTo>
                  <a:lnTo>
                    <a:pt x="1"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7"/>
            <p:cNvSpPr/>
            <p:nvPr/>
          </p:nvSpPr>
          <p:spPr>
            <a:xfrm>
              <a:off x="4506818" y="4156008"/>
              <a:ext cx="106790" cy="137980"/>
            </a:xfrm>
            <a:custGeom>
              <a:rect b="b" l="l" r="r" t="t"/>
              <a:pathLst>
                <a:path extrusionOk="0" h="5229" w="4047">
                  <a:moveTo>
                    <a:pt x="4016" y="0"/>
                  </a:moveTo>
                  <a:lnTo>
                    <a:pt x="0" y="5160"/>
                  </a:lnTo>
                  <a:lnTo>
                    <a:pt x="31" y="5229"/>
                  </a:lnTo>
                  <a:lnTo>
                    <a:pt x="4046" y="70"/>
                  </a:lnTo>
                  <a:lnTo>
                    <a:pt x="40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7"/>
            <p:cNvSpPr/>
            <p:nvPr/>
          </p:nvSpPr>
          <p:spPr>
            <a:xfrm>
              <a:off x="4505895" y="4292143"/>
              <a:ext cx="1768" cy="2243"/>
            </a:xfrm>
            <a:custGeom>
              <a:rect b="b" l="l" r="r" t="t"/>
              <a:pathLst>
                <a:path extrusionOk="0" h="85" w="67">
                  <a:moveTo>
                    <a:pt x="35" y="1"/>
                  </a:moveTo>
                  <a:lnTo>
                    <a:pt x="1" y="44"/>
                  </a:lnTo>
                  <a:lnTo>
                    <a:pt x="54" y="85"/>
                  </a:lnTo>
                  <a:lnTo>
                    <a:pt x="66" y="70"/>
                  </a:lnTo>
                  <a:lnTo>
                    <a:pt x="35"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7"/>
            <p:cNvSpPr/>
            <p:nvPr/>
          </p:nvSpPr>
          <p:spPr>
            <a:xfrm>
              <a:off x="4414646" y="4405399"/>
              <a:ext cx="141806" cy="1821"/>
            </a:xfrm>
            <a:custGeom>
              <a:rect b="b" l="l" r="r" t="t"/>
              <a:pathLst>
                <a:path extrusionOk="0" h="69" w="5374">
                  <a:moveTo>
                    <a:pt x="0" y="1"/>
                  </a:moveTo>
                  <a:lnTo>
                    <a:pt x="40" y="68"/>
                  </a:lnTo>
                  <a:lnTo>
                    <a:pt x="5373" y="68"/>
                  </a:lnTo>
                  <a:lnTo>
                    <a:pt x="53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7"/>
            <p:cNvSpPr/>
            <p:nvPr/>
          </p:nvSpPr>
          <p:spPr>
            <a:xfrm>
              <a:off x="4555636" y="4405399"/>
              <a:ext cx="1399" cy="1821"/>
            </a:xfrm>
            <a:custGeom>
              <a:rect b="b" l="l" r="r" t="t"/>
              <a:pathLst>
                <a:path extrusionOk="0" h="69" w="53">
                  <a:moveTo>
                    <a:pt x="0" y="1"/>
                  </a:moveTo>
                  <a:lnTo>
                    <a:pt x="30" y="68"/>
                  </a:lnTo>
                  <a:lnTo>
                    <a:pt x="52" y="68"/>
                  </a:lnTo>
                  <a:lnTo>
                    <a:pt x="52"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7"/>
            <p:cNvSpPr/>
            <p:nvPr/>
          </p:nvSpPr>
          <p:spPr>
            <a:xfrm>
              <a:off x="4414119" y="4405399"/>
              <a:ext cx="1610" cy="1821"/>
            </a:xfrm>
            <a:custGeom>
              <a:rect b="b" l="l" r="r" t="t"/>
              <a:pathLst>
                <a:path extrusionOk="0" h="69" w="61">
                  <a:moveTo>
                    <a:pt x="1" y="1"/>
                  </a:moveTo>
                  <a:lnTo>
                    <a:pt x="1" y="68"/>
                  </a:lnTo>
                  <a:lnTo>
                    <a:pt x="60" y="68"/>
                  </a:lnTo>
                  <a:lnTo>
                    <a:pt x="20"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7"/>
            <p:cNvSpPr/>
            <p:nvPr/>
          </p:nvSpPr>
          <p:spPr>
            <a:xfrm>
              <a:off x="4363217" y="3829934"/>
              <a:ext cx="311109" cy="757849"/>
            </a:xfrm>
            <a:custGeom>
              <a:rect b="b" l="l" r="r" t="t"/>
              <a:pathLst>
                <a:path extrusionOk="0" h="28720" w="11790">
                  <a:moveTo>
                    <a:pt x="4618" y="1"/>
                  </a:moveTo>
                  <a:cubicBezTo>
                    <a:pt x="4564" y="2"/>
                    <a:pt x="4512" y="8"/>
                    <a:pt x="4460" y="18"/>
                  </a:cubicBezTo>
                  <a:cubicBezTo>
                    <a:pt x="0" y="1039"/>
                    <a:pt x="10947" y="28381"/>
                    <a:pt x="10947" y="28381"/>
                  </a:cubicBezTo>
                  <a:lnTo>
                    <a:pt x="10969" y="28377"/>
                  </a:lnTo>
                  <a:cubicBezTo>
                    <a:pt x="10987" y="28570"/>
                    <a:pt x="10996" y="28678"/>
                    <a:pt x="10996" y="28678"/>
                  </a:cubicBezTo>
                  <a:lnTo>
                    <a:pt x="11790" y="28719"/>
                  </a:lnTo>
                  <a:lnTo>
                    <a:pt x="4618" y="1"/>
                  </a:ln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7"/>
            <p:cNvSpPr/>
            <p:nvPr/>
          </p:nvSpPr>
          <p:spPr>
            <a:xfrm>
              <a:off x="4486843" y="3745070"/>
              <a:ext cx="209965" cy="848385"/>
            </a:xfrm>
            <a:custGeom>
              <a:rect b="b" l="l" r="r" t="t"/>
              <a:pathLst>
                <a:path extrusionOk="0" h="32151" w="7957">
                  <a:moveTo>
                    <a:pt x="7914" y="1"/>
                  </a:moveTo>
                  <a:cubicBezTo>
                    <a:pt x="5437" y="1"/>
                    <a:pt x="5203" y="9671"/>
                    <a:pt x="5492" y="18362"/>
                  </a:cubicBezTo>
                  <a:cubicBezTo>
                    <a:pt x="4193" y="10985"/>
                    <a:pt x="2283" y="3209"/>
                    <a:pt x="4" y="3209"/>
                  </a:cubicBezTo>
                  <a:cubicBezTo>
                    <a:pt x="2" y="3209"/>
                    <a:pt x="1" y="3209"/>
                    <a:pt x="0" y="3209"/>
                  </a:cubicBezTo>
                  <a:lnTo>
                    <a:pt x="7174" y="31939"/>
                  </a:lnTo>
                  <a:lnTo>
                    <a:pt x="7414" y="31950"/>
                  </a:lnTo>
                  <a:lnTo>
                    <a:pt x="7551" y="32116"/>
                  </a:lnTo>
                  <a:lnTo>
                    <a:pt x="7699" y="32150"/>
                  </a:lnTo>
                  <a:lnTo>
                    <a:pt x="7956" y="2"/>
                  </a:lnTo>
                  <a:cubicBezTo>
                    <a:pt x="7942" y="1"/>
                    <a:pt x="7928" y="1"/>
                    <a:pt x="7914"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7"/>
            <p:cNvSpPr/>
            <p:nvPr/>
          </p:nvSpPr>
          <p:spPr>
            <a:xfrm>
              <a:off x="4691743" y="3745334"/>
              <a:ext cx="169408" cy="849968"/>
            </a:xfrm>
            <a:custGeom>
              <a:rect b="b" l="l" r="r" t="t"/>
              <a:pathLst>
                <a:path extrusionOk="0" h="32211" w="6420">
                  <a:moveTo>
                    <a:pt x="258" y="1"/>
                  </a:moveTo>
                  <a:lnTo>
                    <a:pt x="1" y="32155"/>
                  </a:lnTo>
                  <a:lnTo>
                    <a:pt x="234" y="32210"/>
                  </a:lnTo>
                  <a:lnTo>
                    <a:pt x="6420" y="3782"/>
                  </a:lnTo>
                  <a:cubicBezTo>
                    <a:pt x="6402" y="3777"/>
                    <a:pt x="6389" y="3769"/>
                    <a:pt x="6371" y="3764"/>
                  </a:cubicBezTo>
                  <a:cubicBezTo>
                    <a:pt x="6294" y="3746"/>
                    <a:pt x="6218" y="3738"/>
                    <a:pt x="6142" y="3738"/>
                  </a:cubicBezTo>
                  <a:cubicBezTo>
                    <a:pt x="4174" y="3738"/>
                    <a:pt x="2676" y="9684"/>
                    <a:pt x="1629" y="16131"/>
                  </a:cubicBezTo>
                  <a:cubicBezTo>
                    <a:pt x="2338" y="8219"/>
                    <a:pt x="2485" y="260"/>
                    <a:pt x="258" y="1"/>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7"/>
            <p:cNvSpPr/>
            <p:nvPr/>
          </p:nvSpPr>
          <p:spPr>
            <a:xfrm>
              <a:off x="4699633" y="3845687"/>
              <a:ext cx="273163" cy="753442"/>
            </a:xfrm>
            <a:custGeom>
              <a:rect b="b" l="l" r="r" t="t"/>
              <a:pathLst>
                <a:path extrusionOk="0" h="28553" w="10352">
                  <a:moveTo>
                    <a:pt x="6184" y="0"/>
                  </a:moveTo>
                  <a:lnTo>
                    <a:pt x="0" y="28422"/>
                  </a:lnTo>
                  <a:lnTo>
                    <a:pt x="562" y="28552"/>
                  </a:lnTo>
                  <a:cubicBezTo>
                    <a:pt x="562" y="28552"/>
                    <a:pt x="10352" y="1483"/>
                    <a:pt x="6184"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7"/>
            <p:cNvSpPr/>
            <p:nvPr/>
          </p:nvSpPr>
          <p:spPr>
            <a:xfrm>
              <a:off x="4690002" y="3745097"/>
              <a:ext cx="8576" cy="848754"/>
            </a:xfrm>
            <a:custGeom>
              <a:rect b="b" l="l" r="r" t="t"/>
              <a:pathLst>
                <a:path extrusionOk="0" h="32165" w="325">
                  <a:moveTo>
                    <a:pt x="257" y="1"/>
                  </a:moveTo>
                  <a:lnTo>
                    <a:pt x="0" y="32149"/>
                  </a:lnTo>
                  <a:lnTo>
                    <a:pt x="67" y="32164"/>
                  </a:lnTo>
                  <a:lnTo>
                    <a:pt x="324" y="10"/>
                  </a:lnTo>
                  <a:cubicBezTo>
                    <a:pt x="303" y="8"/>
                    <a:pt x="285" y="2"/>
                    <a:pt x="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7"/>
            <p:cNvSpPr/>
            <p:nvPr/>
          </p:nvSpPr>
          <p:spPr>
            <a:xfrm>
              <a:off x="4485075" y="3829722"/>
              <a:ext cx="191072" cy="758113"/>
            </a:xfrm>
            <a:custGeom>
              <a:rect b="b" l="l" r="r" t="t"/>
              <a:pathLst>
                <a:path extrusionOk="0" h="28730" w="7241">
                  <a:moveTo>
                    <a:pt x="67" y="1"/>
                  </a:moveTo>
                  <a:cubicBezTo>
                    <a:pt x="45" y="1"/>
                    <a:pt x="22" y="7"/>
                    <a:pt x="0" y="8"/>
                  </a:cubicBezTo>
                  <a:lnTo>
                    <a:pt x="7172" y="28726"/>
                  </a:lnTo>
                  <a:lnTo>
                    <a:pt x="7241" y="28730"/>
                  </a:lnTo>
                  <a:lnTo>
                    <a:pt x="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7"/>
            <p:cNvSpPr/>
            <p:nvPr/>
          </p:nvSpPr>
          <p:spPr>
            <a:xfrm>
              <a:off x="4697892" y="3845107"/>
              <a:ext cx="164922" cy="750566"/>
            </a:xfrm>
            <a:custGeom>
              <a:rect b="b" l="l" r="r" t="t"/>
              <a:pathLst>
                <a:path extrusionOk="0" h="28444" w="6250">
                  <a:moveTo>
                    <a:pt x="6187" y="1"/>
                  </a:moveTo>
                  <a:lnTo>
                    <a:pt x="1" y="28428"/>
                  </a:lnTo>
                  <a:lnTo>
                    <a:pt x="66" y="28443"/>
                  </a:lnTo>
                  <a:lnTo>
                    <a:pt x="6250" y="21"/>
                  </a:lnTo>
                  <a:cubicBezTo>
                    <a:pt x="6229" y="14"/>
                    <a:pt x="6208" y="6"/>
                    <a:pt x="61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7"/>
            <p:cNvSpPr/>
            <p:nvPr/>
          </p:nvSpPr>
          <p:spPr>
            <a:xfrm>
              <a:off x="4597434" y="4496490"/>
              <a:ext cx="1742" cy="2217"/>
            </a:xfrm>
            <a:custGeom>
              <a:rect b="b" l="l" r="r" t="t"/>
              <a:pathLst>
                <a:path extrusionOk="0" h="84" w="66">
                  <a:moveTo>
                    <a:pt x="35" y="1"/>
                  </a:moveTo>
                  <a:lnTo>
                    <a:pt x="1" y="36"/>
                  </a:lnTo>
                  <a:lnTo>
                    <a:pt x="49" y="83"/>
                  </a:lnTo>
                  <a:lnTo>
                    <a:pt x="65" y="67"/>
                  </a:lnTo>
                  <a:lnTo>
                    <a:pt x="35" y="1"/>
                  </a:lnTo>
                  <a:close/>
                </a:path>
              </a:pathLst>
            </a:custGeom>
            <a:solidFill>
              <a:srgbClr val="6C40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8" name="Google Shape;1968;p87"/>
          <p:cNvSpPr/>
          <p:nvPr/>
        </p:nvSpPr>
        <p:spPr>
          <a:xfrm>
            <a:off x="5357975" y="3900700"/>
            <a:ext cx="472823" cy="1242797"/>
          </a:xfrm>
          <a:custGeom>
            <a:rect b="b" l="l" r="r" t="t"/>
            <a:pathLst>
              <a:path extrusionOk="0" h="67470" w="25669">
                <a:moveTo>
                  <a:pt x="25472" y="26141"/>
                </a:moveTo>
                <a:lnTo>
                  <a:pt x="25328" y="26208"/>
                </a:lnTo>
                <a:lnTo>
                  <a:pt x="25065" y="26335"/>
                </a:lnTo>
                <a:cubicBezTo>
                  <a:pt x="24894" y="26420"/>
                  <a:pt x="24739" y="26504"/>
                  <a:pt x="24578" y="26590"/>
                </a:cubicBezTo>
                <a:cubicBezTo>
                  <a:pt x="24267" y="26763"/>
                  <a:pt x="23967" y="26941"/>
                  <a:pt x="23676" y="27124"/>
                </a:cubicBezTo>
                <a:cubicBezTo>
                  <a:pt x="23102" y="27486"/>
                  <a:pt x="22548" y="27879"/>
                  <a:pt x="22013" y="28299"/>
                </a:cubicBezTo>
                <a:cubicBezTo>
                  <a:pt x="20963" y="29121"/>
                  <a:pt x="19988" y="30034"/>
                  <a:pt x="19099" y="31028"/>
                </a:cubicBezTo>
                <a:cubicBezTo>
                  <a:pt x="18220" y="32010"/>
                  <a:pt x="17419" y="33060"/>
                  <a:pt x="16703" y="34167"/>
                </a:cubicBezTo>
                <a:cubicBezTo>
                  <a:pt x="15995" y="35271"/>
                  <a:pt x="15378" y="36423"/>
                  <a:pt x="14836" y="37602"/>
                </a:cubicBezTo>
                <a:cubicBezTo>
                  <a:pt x="14287" y="38779"/>
                  <a:pt x="13859" y="39997"/>
                  <a:pt x="13469" y="41218"/>
                </a:cubicBezTo>
                <a:cubicBezTo>
                  <a:pt x="13297" y="41834"/>
                  <a:pt x="13103" y="42447"/>
                  <a:pt x="12968" y="43069"/>
                </a:cubicBezTo>
                <a:lnTo>
                  <a:pt x="12749" y="43998"/>
                </a:lnTo>
                <a:lnTo>
                  <a:pt x="12569" y="44931"/>
                </a:lnTo>
                <a:cubicBezTo>
                  <a:pt x="12288" y="46456"/>
                  <a:pt x="12099" y="47995"/>
                  <a:pt x="12000" y="49541"/>
                </a:cubicBezTo>
                <a:lnTo>
                  <a:pt x="12000" y="43696"/>
                </a:lnTo>
                <a:cubicBezTo>
                  <a:pt x="12205" y="42514"/>
                  <a:pt x="12588" y="41069"/>
                  <a:pt x="13142" y="39450"/>
                </a:cubicBezTo>
                <a:cubicBezTo>
                  <a:pt x="13976" y="36957"/>
                  <a:pt x="15207" y="34072"/>
                  <a:pt x="16573" y="30950"/>
                </a:cubicBezTo>
                <a:cubicBezTo>
                  <a:pt x="17694" y="28396"/>
                  <a:pt x="18650" y="26150"/>
                  <a:pt x="19537" y="24327"/>
                </a:cubicBezTo>
                <a:cubicBezTo>
                  <a:pt x="20418" y="22507"/>
                  <a:pt x="21300" y="21163"/>
                  <a:pt x="22018" y="20446"/>
                </a:cubicBezTo>
                <a:cubicBezTo>
                  <a:pt x="21308" y="21156"/>
                  <a:pt x="19970" y="22079"/>
                  <a:pt x="18527" y="23624"/>
                </a:cubicBezTo>
                <a:cubicBezTo>
                  <a:pt x="17091" y="25155"/>
                  <a:pt x="15506" y="27254"/>
                  <a:pt x="14323" y="29951"/>
                </a:cubicBezTo>
                <a:cubicBezTo>
                  <a:pt x="12974" y="33034"/>
                  <a:pt x="12287" y="36059"/>
                  <a:pt x="12000" y="38643"/>
                </a:cubicBezTo>
                <a:lnTo>
                  <a:pt x="12000" y="26037"/>
                </a:lnTo>
                <a:cubicBezTo>
                  <a:pt x="12210" y="25308"/>
                  <a:pt x="12601" y="24443"/>
                  <a:pt x="13142" y="23524"/>
                </a:cubicBezTo>
                <a:cubicBezTo>
                  <a:pt x="13974" y="22094"/>
                  <a:pt x="15122" y="20511"/>
                  <a:pt x="16276" y="18691"/>
                </a:cubicBezTo>
                <a:cubicBezTo>
                  <a:pt x="17217" y="17204"/>
                  <a:pt x="17890" y="15772"/>
                  <a:pt x="18429" y="14565"/>
                </a:cubicBezTo>
                <a:cubicBezTo>
                  <a:pt x="18958" y="13356"/>
                  <a:pt x="19391" y="12404"/>
                  <a:pt x="19747" y="11875"/>
                </a:cubicBezTo>
                <a:cubicBezTo>
                  <a:pt x="19387" y="12408"/>
                  <a:pt x="18487" y="12961"/>
                  <a:pt x="17453" y="13816"/>
                </a:cubicBezTo>
                <a:cubicBezTo>
                  <a:pt x="16415" y="14662"/>
                  <a:pt x="15200" y="15792"/>
                  <a:pt x="14195" y="17378"/>
                </a:cubicBezTo>
                <a:cubicBezTo>
                  <a:pt x="12988" y="19279"/>
                  <a:pt x="12296" y="21296"/>
                  <a:pt x="12000" y="23021"/>
                </a:cubicBezTo>
                <a:lnTo>
                  <a:pt x="12000" y="18194"/>
                </a:lnTo>
                <a:cubicBezTo>
                  <a:pt x="12339" y="15968"/>
                  <a:pt x="13055" y="12613"/>
                  <a:pt x="13055" y="8732"/>
                </a:cubicBezTo>
                <a:cubicBezTo>
                  <a:pt x="13055" y="4576"/>
                  <a:pt x="11824" y="1469"/>
                  <a:pt x="11824" y="1"/>
                </a:cubicBezTo>
                <a:cubicBezTo>
                  <a:pt x="11824" y="1469"/>
                  <a:pt x="10594" y="4577"/>
                  <a:pt x="10594" y="8732"/>
                </a:cubicBezTo>
                <a:cubicBezTo>
                  <a:pt x="10594" y="12614"/>
                  <a:pt x="11310" y="15970"/>
                  <a:pt x="11649" y="18195"/>
                </a:cubicBezTo>
                <a:lnTo>
                  <a:pt x="11649" y="23455"/>
                </a:lnTo>
                <a:cubicBezTo>
                  <a:pt x="11335" y="20633"/>
                  <a:pt x="10587" y="17310"/>
                  <a:pt x="9125" y="13926"/>
                </a:cubicBezTo>
                <a:cubicBezTo>
                  <a:pt x="8014" y="11402"/>
                  <a:pt x="6515" y="9067"/>
                  <a:pt x="4684" y="7006"/>
                </a:cubicBezTo>
                <a:cubicBezTo>
                  <a:pt x="3170" y="5294"/>
                  <a:pt x="1784" y="4213"/>
                  <a:pt x="962" y="3496"/>
                </a:cubicBezTo>
                <a:cubicBezTo>
                  <a:pt x="1797" y="4225"/>
                  <a:pt x="2714" y="5715"/>
                  <a:pt x="3663" y="7692"/>
                </a:cubicBezTo>
                <a:cubicBezTo>
                  <a:pt x="4621" y="9672"/>
                  <a:pt x="5646" y="12132"/>
                  <a:pt x="6871" y="14911"/>
                </a:cubicBezTo>
                <a:cubicBezTo>
                  <a:pt x="8343" y="18323"/>
                  <a:pt x="9633" y="21473"/>
                  <a:pt x="10500" y="24193"/>
                </a:cubicBezTo>
                <a:cubicBezTo>
                  <a:pt x="11080" y="25974"/>
                  <a:pt x="11451" y="27561"/>
                  <a:pt x="11649" y="28853"/>
                </a:cubicBezTo>
                <a:lnTo>
                  <a:pt x="11649" y="36970"/>
                </a:lnTo>
                <a:cubicBezTo>
                  <a:pt x="11543" y="35963"/>
                  <a:pt x="11401" y="34965"/>
                  <a:pt x="11226" y="33977"/>
                </a:cubicBezTo>
                <a:cubicBezTo>
                  <a:pt x="10835" y="31774"/>
                  <a:pt x="10292" y="29601"/>
                  <a:pt x="9601" y="27473"/>
                </a:cubicBezTo>
                <a:cubicBezTo>
                  <a:pt x="8920" y="25354"/>
                  <a:pt x="8114" y="23278"/>
                  <a:pt x="7186" y="21256"/>
                </a:cubicBezTo>
                <a:cubicBezTo>
                  <a:pt x="6723" y="20241"/>
                  <a:pt x="6211" y="19239"/>
                  <a:pt x="5671" y="18242"/>
                </a:cubicBezTo>
                <a:cubicBezTo>
                  <a:pt x="5103" y="17244"/>
                  <a:pt x="4530" y="16261"/>
                  <a:pt x="3772" y="15236"/>
                </a:cubicBezTo>
                <a:cubicBezTo>
                  <a:pt x="4656" y="16429"/>
                  <a:pt x="4776" y="17673"/>
                  <a:pt x="4668" y="18866"/>
                </a:cubicBezTo>
                <a:cubicBezTo>
                  <a:pt x="4596" y="19456"/>
                  <a:pt x="4470" y="20037"/>
                  <a:pt x="4292" y="20604"/>
                </a:cubicBezTo>
                <a:cubicBezTo>
                  <a:pt x="4114" y="21164"/>
                  <a:pt x="3906" y="21696"/>
                  <a:pt x="3708" y="22190"/>
                </a:cubicBezTo>
                <a:cubicBezTo>
                  <a:pt x="3413" y="22904"/>
                  <a:pt x="3459" y="23444"/>
                  <a:pt x="3700" y="23894"/>
                </a:cubicBezTo>
                <a:cubicBezTo>
                  <a:pt x="3929" y="24349"/>
                  <a:pt x="4338" y="24719"/>
                  <a:pt x="4761" y="25075"/>
                </a:cubicBezTo>
                <a:cubicBezTo>
                  <a:pt x="5584" y="25788"/>
                  <a:pt x="6457" y="26460"/>
                  <a:pt x="5849" y="27448"/>
                </a:cubicBezTo>
                <a:cubicBezTo>
                  <a:pt x="5258" y="28427"/>
                  <a:pt x="4537" y="29346"/>
                  <a:pt x="4595" y="30412"/>
                </a:cubicBezTo>
                <a:cubicBezTo>
                  <a:pt x="4615" y="30947"/>
                  <a:pt x="4814" y="31525"/>
                  <a:pt x="5322" y="32195"/>
                </a:cubicBezTo>
                <a:cubicBezTo>
                  <a:pt x="5798" y="32874"/>
                  <a:pt x="6601" y="33639"/>
                  <a:pt x="7738" y="34634"/>
                </a:cubicBezTo>
                <a:cubicBezTo>
                  <a:pt x="8472" y="35249"/>
                  <a:pt x="9064" y="35941"/>
                  <a:pt x="9612" y="36626"/>
                </a:cubicBezTo>
                <a:cubicBezTo>
                  <a:pt x="10148" y="37313"/>
                  <a:pt x="10557" y="38007"/>
                  <a:pt x="10911" y="38618"/>
                </a:cubicBezTo>
                <a:cubicBezTo>
                  <a:pt x="11243" y="39233"/>
                  <a:pt x="11468" y="39775"/>
                  <a:pt x="11630" y="40158"/>
                </a:cubicBezTo>
                <a:cubicBezTo>
                  <a:pt x="11637" y="40174"/>
                  <a:pt x="11643" y="40188"/>
                  <a:pt x="11649" y="40204"/>
                </a:cubicBezTo>
                <a:lnTo>
                  <a:pt x="11649" y="49486"/>
                </a:lnTo>
                <a:cubicBezTo>
                  <a:pt x="11615" y="49278"/>
                  <a:pt x="10593" y="43427"/>
                  <a:pt x="7116" y="40191"/>
                </a:cubicBezTo>
                <a:cubicBezTo>
                  <a:pt x="3850" y="37149"/>
                  <a:pt x="801" y="36182"/>
                  <a:pt x="0" y="35737"/>
                </a:cubicBezTo>
                <a:cubicBezTo>
                  <a:pt x="808" y="36184"/>
                  <a:pt x="5407" y="41864"/>
                  <a:pt x="6910" y="43819"/>
                </a:cubicBezTo>
                <a:cubicBezTo>
                  <a:pt x="9228" y="46838"/>
                  <a:pt x="11648" y="50617"/>
                  <a:pt x="11648" y="54799"/>
                </a:cubicBezTo>
                <a:cubicBezTo>
                  <a:pt x="11648" y="54802"/>
                  <a:pt x="11648" y="54803"/>
                  <a:pt x="11649" y="54805"/>
                </a:cubicBezTo>
                <a:lnTo>
                  <a:pt x="11649" y="67470"/>
                </a:lnTo>
                <a:lnTo>
                  <a:pt x="12000" y="67470"/>
                </a:lnTo>
                <a:lnTo>
                  <a:pt x="12000" y="51471"/>
                </a:lnTo>
                <a:cubicBezTo>
                  <a:pt x="12060" y="51106"/>
                  <a:pt x="12157" y="50747"/>
                  <a:pt x="12287" y="50400"/>
                </a:cubicBezTo>
                <a:cubicBezTo>
                  <a:pt x="12528" y="49794"/>
                  <a:pt x="12851" y="49225"/>
                  <a:pt x="13247" y="48708"/>
                </a:cubicBezTo>
                <a:cubicBezTo>
                  <a:pt x="13637" y="48212"/>
                  <a:pt x="14071" y="47751"/>
                  <a:pt x="14542" y="47332"/>
                </a:cubicBezTo>
                <a:cubicBezTo>
                  <a:pt x="15014" y="46923"/>
                  <a:pt x="15492" y="46562"/>
                  <a:pt x="15941" y="46235"/>
                </a:cubicBezTo>
                <a:cubicBezTo>
                  <a:pt x="16602" y="45766"/>
                  <a:pt x="16878" y="45256"/>
                  <a:pt x="16961" y="44708"/>
                </a:cubicBezTo>
                <a:cubicBezTo>
                  <a:pt x="17064" y="44167"/>
                  <a:pt x="16938" y="43576"/>
                  <a:pt x="16851" y="42999"/>
                </a:cubicBezTo>
                <a:cubicBezTo>
                  <a:pt x="16802" y="42710"/>
                  <a:pt x="16749" y="42421"/>
                  <a:pt x="16712" y="42141"/>
                </a:cubicBezTo>
                <a:cubicBezTo>
                  <a:pt x="16684" y="41864"/>
                  <a:pt x="16681" y="41597"/>
                  <a:pt x="16711" y="41351"/>
                </a:cubicBezTo>
                <a:cubicBezTo>
                  <a:pt x="16768" y="40856"/>
                  <a:pt x="17014" y="40455"/>
                  <a:pt x="17570" y="40246"/>
                </a:cubicBezTo>
                <a:cubicBezTo>
                  <a:pt x="18687" y="39828"/>
                  <a:pt x="19842" y="39594"/>
                  <a:pt x="20559" y="38760"/>
                </a:cubicBezTo>
                <a:cubicBezTo>
                  <a:pt x="20747" y="38556"/>
                  <a:pt x="20903" y="38309"/>
                  <a:pt x="21033" y="38007"/>
                </a:cubicBezTo>
                <a:cubicBezTo>
                  <a:pt x="21177" y="37715"/>
                  <a:pt x="21271" y="37354"/>
                  <a:pt x="21366" y="36936"/>
                </a:cubicBezTo>
                <a:cubicBezTo>
                  <a:pt x="21538" y="36085"/>
                  <a:pt x="21627" y="34969"/>
                  <a:pt x="21765" y="33372"/>
                </a:cubicBezTo>
                <a:cubicBezTo>
                  <a:pt x="21944" y="31390"/>
                  <a:pt x="22776" y="29482"/>
                  <a:pt x="23686" y="28173"/>
                </a:cubicBezTo>
                <a:cubicBezTo>
                  <a:pt x="24585" y="26848"/>
                  <a:pt x="25512" y="26115"/>
                  <a:pt x="25668" y="26058"/>
                </a:cubicBezTo>
                <a:close/>
              </a:path>
            </a:pathLst>
          </a:custGeom>
          <a:gradFill>
            <a:gsLst>
              <a:gs pos="0">
                <a:schemeClr val="accent3"/>
              </a:gs>
              <a:gs pos="100000">
                <a:schemeClr val="accent4"/>
              </a:gs>
              <a:gs pos="100000">
                <a:srgbClr val="3D18D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7"/>
          <p:cNvSpPr/>
          <p:nvPr/>
        </p:nvSpPr>
        <p:spPr>
          <a:xfrm flipH="1">
            <a:off x="8355707" y="3485749"/>
            <a:ext cx="1836916" cy="1732238"/>
          </a:xfrm>
          <a:custGeom>
            <a:rect b="b" l="l" r="r" t="t"/>
            <a:pathLst>
              <a:path extrusionOk="0" h="82576" w="87566">
                <a:moveTo>
                  <a:pt x="0" y="4763"/>
                </a:moveTo>
                <a:lnTo>
                  <a:pt x="0" y="77813"/>
                </a:lnTo>
                <a:cubicBezTo>
                  <a:pt x="0" y="80443"/>
                  <a:pt x="2133" y="82576"/>
                  <a:pt x="4765" y="82576"/>
                </a:cubicBezTo>
                <a:lnTo>
                  <a:pt x="84029" y="82576"/>
                </a:lnTo>
                <a:cubicBezTo>
                  <a:pt x="86354" y="78729"/>
                  <a:pt x="87083" y="73716"/>
                  <a:pt x="87286" y="69421"/>
                </a:cubicBezTo>
                <a:cubicBezTo>
                  <a:pt x="87565" y="63533"/>
                  <a:pt x="86791" y="57523"/>
                  <a:pt x="84393" y="52138"/>
                </a:cubicBezTo>
                <a:cubicBezTo>
                  <a:pt x="79327" y="40768"/>
                  <a:pt x="67487" y="35972"/>
                  <a:pt x="56102" y="33384"/>
                </a:cubicBezTo>
                <a:cubicBezTo>
                  <a:pt x="51519" y="32342"/>
                  <a:pt x="46491" y="31285"/>
                  <a:pt x="43544" y="27624"/>
                </a:cubicBezTo>
                <a:cubicBezTo>
                  <a:pt x="40356" y="23663"/>
                  <a:pt x="41422" y="19287"/>
                  <a:pt x="41489" y="14611"/>
                </a:cubicBezTo>
                <a:cubicBezTo>
                  <a:pt x="41571" y="8704"/>
                  <a:pt x="38735" y="3482"/>
                  <a:pt x="34473" y="0"/>
                </a:cubicBezTo>
                <a:lnTo>
                  <a:pt x="4765" y="0"/>
                </a:lnTo>
                <a:cubicBezTo>
                  <a:pt x="2133" y="0"/>
                  <a:pt x="0" y="2133"/>
                  <a:pt x="0" y="4763"/>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0" name="Google Shape;1970;p87"/>
          <p:cNvGrpSpPr/>
          <p:nvPr/>
        </p:nvGrpSpPr>
        <p:grpSpPr>
          <a:xfrm>
            <a:off x="7853649" y="3700130"/>
            <a:ext cx="1681976" cy="1431319"/>
            <a:chOff x="4971582" y="854926"/>
            <a:chExt cx="1192299" cy="1014616"/>
          </a:xfrm>
        </p:grpSpPr>
        <p:sp>
          <p:nvSpPr>
            <p:cNvPr id="1971" name="Google Shape;1971;p87"/>
            <p:cNvSpPr/>
            <p:nvPr/>
          </p:nvSpPr>
          <p:spPr>
            <a:xfrm>
              <a:off x="4979685" y="908338"/>
              <a:ext cx="559058" cy="937002"/>
            </a:xfrm>
            <a:custGeom>
              <a:rect b="b" l="l" r="r" t="t"/>
              <a:pathLst>
                <a:path extrusionOk="0" h="61172" w="36498">
                  <a:moveTo>
                    <a:pt x="5872" y="0"/>
                  </a:moveTo>
                  <a:cubicBezTo>
                    <a:pt x="1811" y="0"/>
                    <a:pt x="0" y="6379"/>
                    <a:pt x="1336" y="11860"/>
                  </a:cubicBezTo>
                  <a:cubicBezTo>
                    <a:pt x="2636" y="17197"/>
                    <a:pt x="7809" y="19093"/>
                    <a:pt x="7226" y="23290"/>
                  </a:cubicBezTo>
                  <a:cubicBezTo>
                    <a:pt x="6643" y="27486"/>
                    <a:pt x="5671" y="29546"/>
                    <a:pt x="9827" y="36155"/>
                  </a:cubicBezTo>
                  <a:cubicBezTo>
                    <a:pt x="13983" y="42763"/>
                    <a:pt x="19753" y="43358"/>
                    <a:pt x="18620" y="47560"/>
                  </a:cubicBezTo>
                  <a:cubicBezTo>
                    <a:pt x="16959" y="53722"/>
                    <a:pt x="22048" y="61172"/>
                    <a:pt x="27283" y="61172"/>
                  </a:cubicBezTo>
                  <a:cubicBezTo>
                    <a:pt x="29766" y="61172"/>
                    <a:pt x="32281" y="59497"/>
                    <a:pt x="34126" y="55216"/>
                  </a:cubicBezTo>
                  <a:cubicBezTo>
                    <a:pt x="34126" y="55216"/>
                    <a:pt x="36497" y="48096"/>
                    <a:pt x="33857" y="40517"/>
                  </a:cubicBezTo>
                  <a:cubicBezTo>
                    <a:pt x="31216" y="32938"/>
                    <a:pt x="23242" y="35147"/>
                    <a:pt x="24932" y="28095"/>
                  </a:cubicBezTo>
                  <a:cubicBezTo>
                    <a:pt x="26622" y="21044"/>
                    <a:pt x="25211" y="16295"/>
                    <a:pt x="20010" y="13592"/>
                  </a:cubicBezTo>
                  <a:cubicBezTo>
                    <a:pt x="15126" y="11053"/>
                    <a:pt x="13212" y="12746"/>
                    <a:pt x="12145" y="8171"/>
                  </a:cubicBezTo>
                  <a:cubicBezTo>
                    <a:pt x="11077" y="3597"/>
                    <a:pt x="10544" y="948"/>
                    <a:pt x="6813" y="108"/>
                  </a:cubicBezTo>
                  <a:cubicBezTo>
                    <a:pt x="6487" y="35"/>
                    <a:pt x="6173" y="0"/>
                    <a:pt x="5872" y="0"/>
                  </a:cubicBezTo>
                  <a:close/>
                </a:path>
              </a:pathLst>
            </a:custGeom>
            <a:gradFill>
              <a:gsLst>
                <a:gs pos="0">
                  <a:schemeClr val="accent2"/>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7"/>
            <p:cNvSpPr/>
            <p:nvPr/>
          </p:nvSpPr>
          <p:spPr>
            <a:xfrm>
              <a:off x="5066137" y="1001682"/>
              <a:ext cx="377086" cy="765033"/>
            </a:xfrm>
            <a:custGeom>
              <a:rect b="b" l="l" r="r" t="t"/>
              <a:pathLst>
                <a:path extrusionOk="0" h="49945" w="24618">
                  <a:moveTo>
                    <a:pt x="237" y="1"/>
                  </a:moveTo>
                  <a:cubicBezTo>
                    <a:pt x="229" y="1"/>
                    <a:pt x="222" y="1"/>
                    <a:pt x="214" y="2"/>
                  </a:cubicBezTo>
                  <a:cubicBezTo>
                    <a:pt x="90" y="14"/>
                    <a:pt x="1" y="123"/>
                    <a:pt x="13" y="247"/>
                  </a:cubicBezTo>
                  <a:cubicBezTo>
                    <a:pt x="465" y="4745"/>
                    <a:pt x="3230" y="6711"/>
                    <a:pt x="5905" y="8611"/>
                  </a:cubicBezTo>
                  <a:cubicBezTo>
                    <a:pt x="9019" y="10823"/>
                    <a:pt x="11960" y="12914"/>
                    <a:pt x="11307" y="18831"/>
                  </a:cubicBezTo>
                  <a:cubicBezTo>
                    <a:pt x="10469" y="26434"/>
                    <a:pt x="12675" y="28073"/>
                    <a:pt x="15471" y="30147"/>
                  </a:cubicBezTo>
                  <a:cubicBezTo>
                    <a:pt x="16851" y="31172"/>
                    <a:pt x="18416" y="32334"/>
                    <a:pt x="19861" y="34410"/>
                  </a:cubicBezTo>
                  <a:cubicBezTo>
                    <a:pt x="24153" y="40575"/>
                    <a:pt x="23187" y="49605"/>
                    <a:pt x="23177" y="49696"/>
                  </a:cubicBezTo>
                  <a:cubicBezTo>
                    <a:pt x="23163" y="49818"/>
                    <a:pt x="23251" y="49928"/>
                    <a:pt x="23374" y="49943"/>
                  </a:cubicBezTo>
                  <a:cubicBezTo>
                    <a:pt x="23382" y="49943"/>
                    <a:pt x="23391" y="49944"/>
                    <a:pt x="23399" y="49944"/>
                  </a:cubicBezTo>
                  <a:cubicBezTo>
                    <a:pt x="23512" y="49944"/>
                    <a:pt x="23608" y="49858"/>
                    <a:pt x="23620" y="49746"/>
                  </a:cubicBezTo>
                  <a:cubicBezTo>
                    <a:pt x="23630" y="49654"/>
                    <a:pt x="24617" y="40461"/>
                    <a:pt x="20227" y="34154"/>
                  </a:cubicBezTo>
                  <a:cubicBezTo>
                    <a:pt x="18740" y="32018"/>
                    <a:pt x="17144" y="30834"/>
                    <a:pt x="15736" y="29788"/>
                  </a:cubicBezTo>
                  <a:cubicBezTo>
                    <a:pt x="12952" y="27721"/>
                    <a:pt x="10941" y="26228"/>
                    <a:pt x="11752" y="18880"/>
                  </a:cubicBezTo>
                  <a:cubicBezTo>
                    <a:pt x="12434" y="12702"/>
                    <a:pt x="9246" y="10436"/>
                    <a:pt x="6164" y="8247"/>
                  </a:cubicBezTo>
                  <a:cubicBezTo>
                    <a:pt x="3571" y="6403"/>
                    <a:pt x="890" y="4498"/>
                    <a:pt x="458" y="203"/>
                  </a:cubicBezTo>
                  <a:cubicBezTo>
                    <a:pt x="446" y="87"/>
                    <a:pt x="350" y="1"/>
                    <a:pt x="237" y="1"/>
                  </a:cubicBezTo>
                  <a:close/>
                </a:path>
              </a:pathLst>
            </a:custGeom>
            <a:solidFill>
              <a:srgbClr val="FFF9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7"/>
            <p:cNvSpPr/>
            <p:nvPr/>
          </p:nvSpPr>
          <p:spPr>
            <a:xfrm>
              <a:off x="5309179" y="854926"/>
              <a:ext cx="446811" cy="981545"/>
            </a:xfrm>
            <a:custGeom>
              <a:rect b="b" l="l" r="r" t="t"/>
              <a:pathLst>
                <a:path extrusionOk="0" h="64080" w="29170">
                  <a:moveTo>
                    <a:pt x="8665" y="1"/>
                  </a:moveTo>
                  <a:cubicBezTo>
                    <a:pt x="7635" y="1"/>
                    <a:pt x="6666" y="393"/>
                    <a:pt x="5852" y="1282"/>
                  </a:cubicBezTo>
                  <a:cubicBezTo>
                    <a:pt x="3270" y="4103"/>
                    <a:pt x="4345" y="6580"/>
                    <a:pt x="6082" y="10944"/>
                  </a:cubicBezTo>
                  <a:cubicBezTo>
                    <a:pt x="7819" y="15309"/>
                    <a:pt x="5281" y="15013"/>
                    <a:pt x="2724" y="19887"/>
                  </a:cubicBezTo>
                  <a:cubicBezTo>
                    <a:pt x="1" y="25077"/>
                    <a:pt x="1554" y="29782"/>
                    <a:pt x="6969" y="34603"/>
                  </a:cubicBezTo>
                  <a:cubicBezTo>
                    <a:pt x="12385" y="39425"/>
                    <a:pt x="4578" y="42169"/>
                    <a:pt x="6740" y="49897"/>
                  </a:cubicBezTo>
                  <a:cubicBezTo>
                    <a:pt x="8902" y="57625"/>
                    <a:pt x="14916" y="62115"/>
                    <a:pt x="14916" y="62115"/>
                  </a:cubicBezTo>
                  <a:cubicBezTo>
                    <a:pt x="17134" y="63493"/>
                    <a:pt x="19057" y="64079"/>
                    <a:pt x="20678" y="64079"/>
                  </a:cubicBezTo>
                  <a:cubicBezTo>
                    <a:pt x="28055" y="64079"/>
                    <a:pt x="29169" y="51938"/>
                    <a:pt x="23267" y="46973"/>
                  </a:cubicBezTo>
                  <a:cubicBezTo>
                    <a:pt x="19938" y="44171"/>
                    <a:pt x="24334" y="40388"/>
                    <a:pt x="23971" y="32589"/>
                  </a:cubicBezTo>
                  <a:cubicBezTo>
                    <a:pt x="23606" y="24791"/>
                    <a:pt x="21631" y="23654"/>
                    <a:pt x="18756" y="20544"/>
                  </a:cubicBezTo>
                  <a:cubicBezTo>
                    <a:pt x="15880" y="17432"/>
                    <a:pt x="19042" y="12921"/>
                    <a:pt x="17061" y="7797"/>
                  </a:cubicBezTo>
                  <a:cubicBezTo>
                    <a:pt x="15420" y="3555"/>
                    <a:pt x="11766" y="1"/>
                    <a:pt x="8665" y="1"/>
                  </a:cubicBezTo>
                  <a:close/>
                </a:path>
              </a:pathLst>
            </a:custGeom>
            <a:gradFill>
              <a:gsLst>
                <a:gs pos="0">
                  <a:schemeClr val="accent4"/>
                </a:gs>
                <a:gs pos="100000">
                  <a:schemeClr val="accen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7"/>
            <p:cNvSpPr/>
            <p:nvPr/>
          </p:nvSpPr>
          <p:spPr>
            <a:xfrm>
              <a:off x="5420721" y="940964"/>
              <a:ext cx="189891" cy="831878"/>
            </a:xfrm>
            <a:custGeom>
              <a:rect b="b" l="l" r="r" t="t"/>
              <a:pathLst>
                <a:path extrusionOk="0" h="54309" w="12397">
                  <a:moveTo>
                    <a:pt x="2880" y="1"/>
                  </a:moveTo>
                  <a:cubicBezTo>
                    <a:pt x="2844" y="1"/>
                    <a:pt x="2807" y="10"/>
                    <a:pt x="2773" y="28"/>
                  </a:cubicBezTo>
                  <a:cubicBezTo>
                    <a:pt x="2663" y="90"/>
                    <a:pt x="2625" y="228"/>
                    <a:pt x="2688" y="337"/>
                  </a:cubicBezTo>
                  <a:cubicBezTo>
                    <a:pt x="4789" y="4110"/>
                    <a:pt x="3676" y="7205"/>
                    <a:pt x="2600" y="10198"/>
                  </a:cubicBezTo>
                  <a:cubicBezTo>
                    <a:pt x="1322" y="13757"/>
                    <a:pt x="0" y="17437"/>
                    <a:pt x="4089" y="22119"/>
                  </a:cubicBezTo>
                  <a:cubicBezTo>
                    <a:pt x="8952" y="27686"/>
                    <a:pt x="8154" y="30062"/>
                    <a:pt x="7050" y="33348"/>
                  </a:cubicBezTo>
                  <a:cubicBezTo>
                    <a:pt x="6491" y="35010"/>
                    <a:pt x="5858" y="36894"/>
                    <a:pt x="5858" y="39498"/>
                  </a:cubicBezTo>
                  <a:cubicBezTo>
                    <a:pt x="5857" y="47181"/>
                    <a:pt x="11918" y="54163"/>
                    <a:pt x="11980" y="54233"/>
                  </a:cubicBezTo>
                  <a:cubicBezTo>
                    <a:pt x="12023" y="54282"/>
                    <a:pt x="12085" y="54308"/>
                    <a:pt x="12149" y="54308"/>
                  </a:cubicBezTo>
                  <a:cubicBezTo>
                    <a:pt x="12160" y="54308"/>
                    <a:pt x="12170" y="54308"/>
                    <a:pt x="12180" y="54306"/>
                  </a:cubicBezTo>
                  <a:cubicBezTo>
                    <a:pt x="12222" y="54300"/>
                    <a:pt x="12262" y="54281"/>
                    <a:pt x="12295" y="54253"/>
                  </a:cubicBezTo>
                  <a:cubicBezTo>
                    <a:pt x="12387" y="54171"/>
                    <a:pt x="12396" y="54031"/>
                    <a:pt x="12315" y="53938"/>
                  </a:cubicBezTo>
                  <a:cubicBezTo>
                    <a:pt x="12255" y="53870"/>
                    <a:pt x="6303" y="47010"/>
                    <a:pt x="6304" y="39497"/>
                  </a:cubicBezTo>
                  <a:cubicBezTo>
                    <a:pt x="6305" y="36968"/>
                    <a:pt x="6926" y="35120"/>
                    <a:pt x="7474" y="33490"/>
                  </a:cubicBezTo>
                  <a:cubicBezTo>
                    <a:pt x="8582" y="30191"/>
                    <a:pt x="9458" y="27585"/>
                    <a:pt x="4426" y="21825"/>
                  </a:cubicBezTo>
                  <a:cubicBezTo>
                    <a:pt x="510" y="17341"/>
                    <a:pt x="1729" y="13945"/>
                    <a:pt x="3021" y="10349"/>
                  </a:cubicBezTo>
                  <a:cubicBezTo>
                    <a:pt x="4131" y="7262"/>
                    <a:pt x="5276" y="4069"/>
                    <a:pt x="3079" y="120"/>
                  </a:cubicBezTo>
                  <a:cubicBezTo>
                    <a:pt x="3039" y="44"/>
                    <a:pt x="2961" y="1"/>
                    <a:pt x="2880" y="1"/>
                  </a:cubicBezTo>
                  <a:close/>
                </a:path>
              </a:pathLst>
            </a:custGeom>
            <a:solidFill>
              <a:srgbClr val="FFF9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7"/>
            <p:cNvSpPr/>
            <p:nvPr/>
          </p:nvSpPr>
          <p:spPr>
            <a:xfrm>
              <a:off x="4971582" y="1454789"/>
              <a:ext cx="1192299" cy="414752"/>
            </a:xfrm>
            <a:custGeom>
              <a:rect b="b" l="l" r="r" t="t"/>
              <a:pathLst>
                <a:path extrusionOk="0" h="27077" w="77839">
                  <a:moveTo>
                    <a:pt x="52002" y="0"/>
                  </a:moveTo>
                  <a:cubicBezTo>
                    <a:pt x="32144" y="0"/>
                    <a:pt x="33326" y="20524"/>
                    <a:pt x="25351" y="20524"/>
                  </a:cubicBezTo>
                  <a:cubicBezTo>
                    <a:pt x="24788" y="20524"/>
                    <a:pt x="24180" y="20422"/>
                    <a:pt x="23517" y="20203"/>
                  </a:cubicBezTo>
                  <a:cubicBezTo>
                    <a:pt x="20557" y="19230"/>
                    <a:pt x="17900" y="18831"/>
                    <a:pt x="15533" y="18831"/>
                  </a:cubicBezTo>
                  <a:cubicBezTo>
                    <a:pt x="4772" y="18831"/>
                    <a:pt x="0" y="27077"/>
                    <a:pt x="0" y="27077"/>
                  </a:cubicBezTo>
                  <a:lnTo>
                    <a:pt x="77839" y="27077"/>
                  </a:lnTo>
                  <a:cubicBezTo>
                    <a:pt x="77839" y="27077"/>
                    <a:pt x="74095" y="3204"/>
                    <a:pt x="57757" y="505"/>
                  </a:cubicBezTo>
                  <a:cubicBezTo>
                    <a:pt x="55662" y="159"/>
                    <a:pt x="53750" y="0"/>
                    <a:pt x="52002" y="0"/>
                  </a:cubicBezTo>
                  <a:close/>
                </a:path>
              </a:pathLst>
            </a:custGeom>
            <a:gradFill>
              <a:gsLst>
                <a:gs pos="0">
                  <a:schemeClr val="accent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9" name="Shape 1979"/>
        <p:cNvGrpSpPr/>
        <p:nvPr/>
      </p:nvGrpSpPr>
      <p:grpSpPr>
        <a:xfrm>
          <a:off x="0" y="0"/>
          <a:ext cx="0" cy="0"/>
          <a:chOff x="0" y="0"/>
          <a:chExt cx="0" cy="0"/>
        </a:xfrm>
      </p:grpSpPr>
      <p:sp>
        <p:nvSpPr>
          <p:cNvPr id="1980" name="Google Shape;1980;p88"/>
          <p:cNvSpPr txBox="1"/>
          <p:nvPr>
            <p:ph type="title"/>
          </p:nvPr>
        </p:nvSpPr>
        <p:spPr>
          <a:xfrm>
            <a:off x="713225" y="445025"/>
            <a:ext cx="77175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R</a:t>
            </a:r>
            <a:r>
              <a:rPr lang="en">
                <a:solidFill>
                  <a:schemeClr val="dk1"/>
                </a:solidFill>
              </a:rPr>
              <a:t>esources</a:t>
            </a:r>
            <a:endParaRPr>
              <a:solidFill>
                <a:schemeClr val="dk1"/>
              </a:solidFill>
            </a:endParaRPr>
          </a:p>
        </p:txBody>
      </p:sp>
      <p:sp>
        <p:nvSpPr>
          <p:cNvPr id="1981" name="Google Shape;1981;p88"/>
          <p:cNvSpPr txBox="1"/>
          <p:nvPr>
            <p:ph idx="1" type="subTitle"/>
          </p:nvPr>
        </p:nvSpPr>
        <p:spPr>
          <a:xfrm>
            <a:off x="713225" y="1247950"/>
            <a:ext cx="3773100" cy="335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1000"/>
              </a:spcBef>
              <a:spcAft>
                <a:spcPts val="0"/>
              </a:spcAft>
              <a:buClr>
                <a:schemeClr val="dk1"/>
              </a:buClr>
              <a:buSzPts val="1100"/>
              <a:buFont typeface="Arial"/>
              <a:buNone/>
            </a:pPr>
            <a:r>
              <a:rPr b="1" lang="en" sz="1800">
                <a:solidFill>
                  <a:schemeClr val="accent1"/>
                </a:solidFill>
                <a:latin typeface="Archivo"/>
                <a:ea typeface="Archivo"/>
                <a:cs typeface="Archivo"/>
                <a:sym typeface="Archivo"/>
              </a:rPr>
              <a:t>Photos:</a:t>
            </a:r>
            <a:endParaRPr b="1" sz="1800">
              <a:solidFill>
                <a:schemeClr val="accent1"/>
              </a:solidFill>
              <a:latin typeface="Archivo"/>
              <a:ea typeface="Archivo"/>
              <a:cs typeface="Archivo"/>
              <a:sym typeface="Archivo"/>
            </a:endParaRPr>
          </a:p>
          <a:p>
            <a:pPr indent="-317500" lvl="0" marL="457200" rtl="0" algn="l">
              <a:spcBef>
                <a:spcPts val="1000"/>
              </a:spcBef>
              <a:spcAft>
                <a:spcPts val="0"/>
              </a:spcAft>
              <a:buSzPts val="1400"/>
              <a:buFont typeface="Archivo Light"/>
              <a:buChar char="●"/>
            </a:pPr>
            <a:r>
              <a:rPr lang="en">
                <a:solidFill>
                  <a:schemeClr val="hlink"/>
                </a:solidFill>
                <a:uFill>
                  <a:noFill/>
                </a:uFill>
                <a:hlinkClick r:id="rId3"/>
              </a:rPr>
              <a:t>Colleagues happy to work together</a:t>
            </a:r>
            <a:endParaRPr/>
          </a:p>
          <a:p>
            <a:pPr indent="-317500" lvl="0" marL="457200" rtl="0" algn="l">
              <a:spcBef>
                <a:spcPts val="0"/>
              </a:spcBef>
              <a:spcAft>
                <a:spcPts val="0"/>
              </a:spcAft>
              <a:buSzPts val="1400"/>
              <a:buFont typeface="Archivo Light"/>
              <a:buChar char="●"/>
            </a:pPr>
            <a:r>
              <a:rPr lang="en">
                <a:solidFill>
                  <a:schemeClr val="hlink"/>
                </a:solidFill>
                <a:uFill>
                  <a:noFill/>
                </a:uFill>
                <a:hlinkClick r:id="rId4"/>
              </a:rPr>
              <a:t>Front view colleagues having coffee together</a:t>
            </a:r>
            <a:endParaRPr/>
          </a:p>
          <a:p>
            <a:pPr indent="-317500" lvl="0" marL="457200" rtl="0" algn="l">
              <a:spcBef>
                <a:spcPts val="0"/>
              </a:spcBef>
              <a:spcAft>
                <a:spcPts val="0"/>
              </a:spcAft>
              <a:buSzPts val="1400"/>
              <a:buFont typeface="Archivo Light"/>
              <a:buChar char="●"/>
            </a:pPr>
            <a:r>
              <a:rPr lang="en">
                <a:solidFill>
                  <a:schemeClr val="hlink"/>
                </a:solidFill>
                <a:uFill>
                  <a:noFill/>
                </a:uFill>
                <a:hlinkClick r:id="rId5"/>
              </a:rPr>
              <a:t>Business people in conference room</a:t>
            </a:r>
            <a:endParaRPr/>
          </a:p>
          <a:p>
            <a:pPr indent="-317500" lvl="0" marL="457200" rtl="0" algn="l">
              <a:spcBef>
                <a:spcPts val="0"/>
              </a:spcBef>
              <a:spcAft>
                <a:spcPts val="0"/>
              </a:spcAft>
              <a:buSzPts val="1400"/>
              <a:buFont typeface="Archivo Light"/>
              <a:buChar char="●"/>
            </a:pPr>
            <a:r>
              <a:rPr lang="en">
                <a:solidFill>
                  <a:schemeClr val="hlink"/>
                </a:solidFill>
                <a:uFill>
                  <a:noFill/>
                </a:uFill>
                <a:hlinkClick r:id="rId6"/>
              </a:rPr>
              <a:t>Business people in conference room medium shot</a:t>
            </a:r>
            <a:endParaRPr/>
          </a:p>
          <a:p>
            <a:pPr indent="-317500" lvl="0" marL="457200" rtl="0" algn="l">
              <a:spcBef>
                <a:spcPts val="0"/>
              </a:spcBef>
              <a:spcAft>
                <a:spcPts val="0"/>
              </a:spcAft>
              <a:buSzPts val="1400"/>
              <a:buFont typeface="Archivo Light"/>
              <a:buChar char="●"/>
            </a:pPr>
            <a:r>
              <a:rPr lang="en">
                <a:solidFill>
                  <a:schemeClr val="hlink"/>
                </a:solidFill>
                <a:uFill>
                  <a:noFill/>
                </a:uFill>
                <a:hlinkClick r:id="rId7"/>
              </a:rPr>
              <a:t>Person getting ready for project meeting</a:t>
            </a:r>
            <a:endParaRPr/>
          </a:p>
        </p:txBody>
      </p:sp>
      <p:sp>
        <p:nvSpPr>
          <p:cNvPr id="1982" name="Google Shape;1982;p88"/>
          <p:cNvSpPr txBox="1"/>
          <p:nvPr>
            <p:ph idx="2" type="subTitle"/>
          </p:nvPr>
        </p:nvSpPr>
        <p:spPr>
          <a:xfrm>
            <a:off x="4657650" y="1247950"/>
            <a:ext cx="3773100" cy="335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Archivo"/>
                <a:ea typeface="Archivo"/>
                <a:cs typeface="Archivo"/>
                <a:sym typeface="Archivo"/>
              </a:rPr>
              <a:t>Vectors:</a:t>
            </a:r>
            <a:endParaRPr b="1" sz="1800">
              <a:solidFill>
                <a:schemeClr val="accent1"/>
              </a:solidFill>
              <a:latin typeface="Archivo"/>
              <a:ea typeface="Archivo"/>
              <a:cs typeface="Archivo"/>
              <a:sym typeface="Archivo"/>
            </a:endParaRPr>
          </a:p>
          <a:p>
            <a:pPr indent="-317500" lvl="0" marL="457200" rtl="0" algn="l">
              <a:spcBef>
                <a:spcPts val="1000"/>
              </a:spcBef>
              <a:spcAft>
                <a:spcPts val="0"/>
              </a:spcAft>
              <a:buSzPts val="1400"/>
              <a:buChar char="●"/>
            </a:pPr>
            <a:r>
              <a:rPr lang="en">
                <a:solidFill>
                  <a:schemeClr val="hlink"/>
                </a:solidFill>
                <a:uFill>
                  <a:noFill/>
                </a:uFill>
                <a:hlinkClick r:id="rId8"/>
              </a:rPr>
              <a:t>Landing page template of business</a:t>
            </a:r>
            <a:endParaRPr/>
          </a:p>
          <a:p>
            <a:pPr indent="-317500" lvl="0" marL="457200" rtl="0" algn="l">
              <a:spcBef>
                <a:spcPts val="0"/>
              </a:spcBef>
              <a:spcAft>
                <a:spcPts val="0"/>
              </a:spcAft>
              <a:buSzPts val="1400"/>
              <a:buChar char="●"/>
            </a:pPr>
            <a:r>
              <a:rPr lang="en">
                <a:solidFill>
                  <a:schemeClr val="hlink"/>
                </a:solidFill>
                <a:uFill>
                  <a:noFill/>
                </a:uFill>
                <a:hlinkClick r:id="rId9"/>
              </a:rPr>
              <a:t>Teamwork concept with people illustration</a:t>
            </a:r>
            <a:endParaRPr/>
          </a:p>
          <a:p>
            <a:pPr indent="-317500" lvl="0" marL="457200" rtl="0" algn="l">
              <a:spcBef>
                <a:spcPts val="0"/>
              </a:spcBef>
              <a:spcAft>
                <a:spcPts val="0"/>
              </a:spcAft>
              <a:buSzPts val="1400"/>
              <a:buChar char="●"/>
            </a:pPr>
            <a:r>
              <a:rPr lang="en">
                <a:solidFill>
                  <a:schemeClr val="hlink"/>
                </a:solidFill>
                <a:uFill>
                  <a:noFill/>
                </a:uFill>
                <a:hlinkClick r:id="rId10"/>
              </a:rPr>
              <a:t>Teamwork concept with people illustration</a:t>
            </a:r>
            <a:endParaRPr b="1" sz="1800">
              <a:solidFill>
                <a:schemeClr val="accent1"/>
              </a:solidFill>
              <a:latin typeface="Archivo"/>
              <a:ea typeface="Archivo"/>
              <a:cs typeface="Archivo"/>
              <a:sym typeface="Archivo"/>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86" name="Shape 1986"/>
        <p:cNvGrpSpPr/>
        <p:nvPr/>
      </p:nvGrpSpPr>
      <p:grpSpPr>
        <a:xfrm>
          <a:off x="0" y="0"/>
          <a:ext cx="0" cy="0"/>
          <a:chOff x="0" y="0"/>
          <a:chExt cx="0" cy="0"/>
        </a:xfrm>
      </p:grpSpPr>
      <p:sp>
        <p:nvSpPr>
          <p:cNvPr id="1987" name="Google Shape;1987;p8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988" name="Google Shape;1988;p8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1989" name="Google Shape;1989;p89"/>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chemeClr val="hlink"/>
                </a:solidFill>
                <a:uFill>
                  <a:noFill/>
                </a:uFill>
                <a:hlinkClick action="ppaction://hlinksldjump" r:id="rId7"/>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3" name="Shape 1993"/>
        <p:cNvGrpSpPr/>
        <p:nvPr/>
      </p:nvGrpSpPr>
      <p:grpSpPr>
        <a:xfrm>
          <a:off x="0" y="0"/>
          <a:ext cx="0" cy="0"/>
          <a:chOff x="0" y="0"/>
          <a:chExt cx="0" cy="0"/>
        </a:xfrm>
      </p:grpSpPr>
      <p:sp>
        <p:nvSpPr>
          <p:cNvPr id="1994" name="Google Shape;1994;p90"/>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95" name="Google Shape;1995;p9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996" name="Google Shape;1996;p9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00" name="Shape 2000"/>
        <p:cNvGrpSpPr/>
        <p:nvPr/>
      </p:nvGrpSpPr>
      <p:grpSpPr>
        <a:xfrm>
          <a:off x="0" y="0"/>
          <a:ext cx="0" cy="0"/>
          <a:chOff x="0" y="0"/>
          <a:chExt cx="0" cy="0"/>
        </a:xfrm>
      </p:grpSpPr>
      <p:sp>
        <p:nvSpPr>
          <p:cNvPr id="2001" name="Google Shape;2001;p91"/>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2002" name="Google Shape;2002;p91"/>
          <p:cNvSpPr txBox="1"/>
          <p:nvPr/>
        </p:nvSpPr>
        <p:spPr>
          <a:xfrm>
            <a:off x="1068100" y="1610424"/>
            <a:ext cx="7047300" cy="9138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Archivo</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val="tx"/>
                    </a:ext>
                  </a:extLst>
                </a:hlinkClick>
              </a:rPr>
              <a:t>https://fonts.google.com/specimen/Archivo</a:t>
            </a:r>
            <a:r>
              <a:rPr lang="en" sz="1100">
                <a:solidFill>
                  <a:srgbClr val="FFFFFF"/>
                </a:solidFill>
              </a:rPr>
              <a:t>)</a:t>
            </a:r>
            <a:endParaRPr sz="1100">
              <a:solidFill>
                <a:srgbClr val="FFFFFF"/>
              </a:solidFill>
            </a:endParaRPr>
          </a:p>
        </p:txBody>
      </p:sp>
      <p:sp>
        <p:nvSpPr>
          <p:cNvPr id="2003" name="Google Shape;2003;p9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2004" name="Google Shape;2004;p91"/>
          <p:cNvSpPr/>
          <p:nvPr/>
        </p:nvSpPr>
        <p:spPr>
          <a:xfrm>
            <a:off x="2583563" y="298822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1"/>
          <p:cNvSpPr/>
          <p:nvPr/>
        </p:nvSpPr>
        <p:spPr>
          <a:xfrm>
            <a:off x="3645382"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1"/>
          <p:cNvSpPr/>
          <p:nvPr/>
        </p:nvSpPr>
        <p:spPr>
          <a:xfrm>
            <a:off x="4707202" y="2988225"/>
            <a:ext cx="791400" cy="754200"/>
          </a:xfrm>
          <a:prstGeom prst="roundRect">
            <a:avLst>
              <a:gd fmla="val 16667" name="adj"/>
            </a:avLst>
          </a:prstGeom>
          <a:solidFill>
            <a:srgbClr val="5959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1"/>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2008" name="Google Shape;2008;p91"/>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#ffffff</a:t>
            </a:r>
            <a:endParaRPr sz="1000">
              <a:solidFill>
                <a:srgbClr val="000000"/>
              </a:solidFill>
            </a:endParaRPr>
          </a:p>
        </p:txBody>
      </p:sp>
      <p:sp>
        <p:nvSpPr>
          <p:cNvPr id="2009" name="Google Shape;2009;p91"/>
          <p:cNvSpPr txBox="1"/>
          <p:nvPr/>
        </p:nvSpPr>
        <p:spPr>
          <a:xfrm>
            <a:off x="4707213" y="3145275"/>
            <a:ext cx="7956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#595959</a:t>
            </a:r>
            <a:endParaRPr sz="1000">
              <a:solidFill>
                <a:srgbClr val="FFFFFF"/>
              </a:solidFill>
            </a:endParaRPr>
          </a:p>
        </p:txBody>
      </p:sp>
      <p:sp>
        <p:nvSpPr>
          <p:cNvPr id="2010" name="Google Shape;2010;p91"/>
          <p:cNvSpPr/>
          <p:nvPr/>
        </p:nvSpPr>
        <p:spPr>
          <a:xfrm>
            <a:off x="5769038" y="2988225"/>
            <a:ext cx="791400" cy="754200"/>
          </a:xfrm>
          <a:prstGeom prst="roundRect">
            <a:avLst>
              <a:gd fmla="val 16667" name="adj"/>
            </a:avLst>
          </a:prstGeom>
          <a:solidFill>
            <a:srgbClr val="EEEEE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1"/>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0000"/>
                </a:solidFill>
              </a:rPr>
              <a:t>#eeeeee</a:t>
            </a:r>
            <a:endParaRPr sz="1000">
              <a:solidFill>
                <a:srgbClr val="000000"/>
              </a:solidFill>
            </a:endParaRPr>
          </a:p>
        </p:txBody>
      </p:sp>
      <p:sp>
        <p:nvSpPr>
          <p:cNvPr id="2012" name="Google Shape;2012;p91"/>
          <p:cNvSpPr/>
          <p:nvPr/>
        </p:nvSpPr>
        <p:spPr>
          <a:xfrm>
            <a:off x="3645388" y="3919325"/>
            <a:ext cx="791400" cy="754200"/>
          </a:xfrm>
          <a:prstGeom prst="roundRect">
            <a:avLst>
              <a:gd fmla="val 16667" name="adj"/>
            </a:avLst>
          </a:prstGeom>
          <a:solidFill>
            <a:srgbClr val="00D4F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1"/>
          <p:cNvSpPr/>
          <p:nvPr/>
        </p:nvSpPr>
        <p:spPr>
          <a:xfrm>
            <a:off x="4707207" y="3919325"/>
            <a:ext cx="791400" cy="754200"/>
          </a:xfrm>
          <a:prstGeom prst="roundRect">
            <a:avLst>
              <a:gd fmla="val 16667" name="adj"/>
            </a:avLst>
          </a:prstGeom>
          <a:solidFill>
            <a:srgbClr val="5C38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1"/>
          <p:cNvSpPr/>
          <p:nvPr/>
        </p:nvSpPr>
        <p:spPr>
          <a:xfrm>
            <a:off x="5769027" y="3919325"/>
            <a:ext cx="791400" cy="754200"/>
          </a:xfrm>
          <a:prstGeom prst="roundRect">
            <a:avLst>
              <a:gd fmla="val 16667" name="adj"/>
            </a:avLst>
          </a:prstGeom>
          <a:solidFill>
            <a:srgbClr val="2D218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1"/>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#00d4f9</a:t>
            </a:r>
            <a:endParaRPr sz="1000">
              <a:solidFill>
                <a:srgbClr val="FFFFFF"/>
              </a:solidFill>
            </a:endParaRPr>
          </a:p>
        </p:txBody>
      </p:sp>
      <p:sp>
        <p:nvSpPr>
          <p:cNvPr id="2016" name="Google Shape;2016;p91"/>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#5c38f1</a:t>
            </a:r>
            <a:endParaRPr sz="1000">
              <a:solidFill>
                <a:srgbClr val="FFFFFF"/>
              </a:solidFill>
            </a:endParaRPr>
          </a:p>
        </p:txBody>
      </p:sp>
      <p:sp>
        <p:nvSpPr>
          <p:cNvPr id="2017" name="Google Shape;2017;p91"/>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#2d2183</a:t>
            </a:r>
            <a:endParaRPr sz="1000">
              <a:solidFill>
                <a:srgbClr val="FFFFFF"/>
              </a:solidFill>
            </a:endParaRPr>
          </a:p>
        </p:txBody>
      </p:sp>
      <p:sp>
        <p:nvSpPr>
          <p:cNvPr id="2018" name="Google Shape;2018;p91"/>
          <p:cNvSpPr/>
          <p:nvPr/>
        </p:nvSpPr>
        <p:spPr>
          <a:xfrm>
            <a:off x="2583563" y="3919325"/>
            <a:ext cx="791400" cy="754200"/>
          </a:xfrm>
          <a:prstGeom prst="roundRect">
            <a:avLst>
              <a:gd fmla="val 16667" name="adj"/>
            </a:avLst>
          </a:prstGeom>
          <a:solidFill>
            <a:srgbClr val="224C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1"/>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#224ce6</a:t>
            </a:r>
            <a:endParaRPr sz="10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3" name="Shape 2023"/>
        <p:cNvGrpSpPr/>
        <p:nvPr/>
      </p:nvGrpSpPr>
      <p:grpSpPr>
        <a:xfrm>
          <a:off x="0" y="0"/>
          <a:ext cx="0" cy="0"/>
          <a:chOff x="0" y="0"/>
          <a:chExt cx="0" cy="0"/>
        </a:xfrm>
      </p:grpSpPr>
      <p:sp>
        <p:nvSpPr>
          <p:cNvPr id="2024" name="Google Shape;2024;p92"/>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sp>
        <p:nvSpPr>
          <p:cNvPr id="2025" name="Google Shape;2025;p9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026" name="Google Shape;2026;p92"/>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2027" name="Google Shape;2027;p92">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028" name="Google Shape;2028;p92">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029" name="Google Shape;2029;p92">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030" name="Google Shape;2030;p92">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031" name="Google Shape;2031;p92"/>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2032" name="Google Shape;2032;p92"/>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2033" name="Google Shape;2033;p92"/>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2034" name="Google Shape;2034;p92"/>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2035" name="Google Shape;2035;p92">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39" name="Shape 2039"/>
        <p:cNvGrpSpPr/>
        <p:nvPr/>
      </p:nvGrpSpPr>
      <p:grpSpPr>
        <a:xfrm>
          <a:off x="0" y="0"/>
          <a:ext cx="0" cy="0"/>
          <a:chOff x="0" y="0"/>
          <a:chExt cx="0" cy="0"/>
        </a:xfrm>
      </p:grpSpPr>
      <p:sp>
        <p:nvSpPr>
          <p:cNvPr id="2040" name="Google Shape;2040;p93"/>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041" name="Google Shape;2041;p93"/>
          <p:cNvGrpSpPr/>
          <p:nvPr/>
        </p:nvGrpSpPr>
        <p:grpSpPr>
          <a:xfrm>
            <a:off x="5156078" y="3085736"/>
            <a:ext cx="474294" cy="551291"/>
            <a:chOff x="4727025" y="1332775"/>
            <a:chExt cx="59900" cy="69625"/>
          </a:xfrm>
        </p:grpSpPr>
        <p:sp>
          <p:nvSpPr>
            <p:cNvPr id="2042" name="Google Shape;2042;p9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93"/>
          <p:cNvGrpSpPr/>
          <p:nvPr/>
        </p:nvGrpSpPr>
        <p:grpSpPr>
          <a:xfrm>
            <a:off x="5769734" y="2314340"/>
            <a:ext cx="555653" cy="557031"/>
            <a:chOff x="4820425" y="1329900"/>
            <a:chExt cx="70175" cy="70350"/>
          </a:xfrm>
        </p:grpSpPr>
        <p:sp>
          <p:nvSpPr>
            <p:cNvPr id="2045" name="Google Shape;2045;p9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93"/>
          <p:cNvGrpSpPr/>
          <p:nvPr/>
        </p:nvGrpSpPr>
        <p:grpSpPr>
          <a:xfrm>
            <a:off x="6396103" y="2318845"/>
            <a:ext cx="582574" cy="533871"/>
            <a:chOff x="4903200" y="1331525"/>
            <a:chExt cx="73575" cy="67425"/>
          </a:xfrm>
        </p:grpSpPr>
        <p:sp>
          <p:nvSpPr>
            <p:cNvPr id="2050" name="Google Shape;2050;p9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93"/>
          <p:cNvGrpSpPr/>
          <p:nvPr/>
        </p:nvGrpSpPr>
        <p:grpSpPr>
          <a:xfrm>
            <a:off x="5755581" y="3078709"/>
            <a:ext cx="583960" cy="565345"/>
            <a:chOff x="4815575" y="1416800"/>
            <a:chExt cx="73750" cy="71400"/>
          </a:xfrm>
        </p:grpSpPr>
        <p:sp>
          <p:nvSpPr>
            <p:cNvPr id="2053" name="Google Shape;2053;p9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9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 name="Google Shape;2056;p93"/>
          <p:cNvGrpSpPr/>
          <p:nvPr/>
        </p:nvGrpSpPr>
        <p:grpSpPr>
          <a:xfrm>
            <a:off x="6390362" y="3108896"/>
            <a:ext cx="589898" cy="504970"/>
            <a:chOff x="4902475" y="1418875"/>
            <a:chExt cx="74500" cy="63775"/>
          </a:xfrm>
        </p:grpSpPr>
        <p:sp>
          <p:nvSpPr>
            <p:cNvPr id="2057" name="Google Shape;2057;p9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9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93"/>
          <p:cNvGrpSpPr/>
          <p:nvPr/>
        </p:nvGrpSpPr>
        <p:grpSpPr>
          <a:xfrm>
            <a:off x="5765577" y="3826000"/>
            <a:ext cx="563967" cy="567127"/>
            <a:chOff x="4818100" y="1507675"/>
            <a:chExt cx="71225" cy="71625"/>
          </a:xfrm>
        </p:grpSpPr>
        <p:sp>
          <p:nvSpPr>
            <p:cNvPr id="2060" name="Google Shape;2060;p9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9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93"/>
          <p:cNvGrpSpPr/>
          <p:nvPr/>
        </p:nvGrpSpPr>
        <p:grpSpPr>
          <a:xfrm>
            <a:off x="5079075" y="3829461"/>
            <a:ext cx="628301" cy="588505"/>
            <a:chOff x="4721450" y="1509475"/>
            <a:chExt cx="79350" cy="74325"/>
          </a:xfrm>
        </p:grpSpPr>
        <p:sp>
          <p:nvSpPr>
            <p:cNvPr id="2065" name="Google Shape;2065;p9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93"/>
          <p:cNvGrpSpPr/>
          <p:nvPr/>
        </p:nvGrpSpPr>
        <p:grpSpPr>
          <a:xfrm>
            <a:off x="6424608" y="3814027"/>
            <a:ext cx="557038" cy="562772"/>
            <a:chOff x="4906800" y="1507500"/>
            <a:chExt cx="70350" cy="71075"/>
          </a:xfrm>
        </p:grpSpPr>
        <p:sp>
          <p:nvSpPr>
            <p:cNvPr id="2070" name="Google Shape;2070;p9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9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93"/>
          <p:cNvGrpSpPr/>
          <p:nvPr/>
        </p:nvGrpSpPr>
        <p:grpSpPr>
          <a:xfrm>
            <a:off x="4462216" y="2340963"/>
            <a:ext cx="517934" cy="517934"/>
            <a:chOff x="3736598" y="2170606"/>
            <a:chExt cx="404889" cy="404889"/>
          </a:xfrm>
        </p:grpSpPr>
        <p:sp>
          <p:nvSpPr>
            <p:cNvPr id="2076" name="Google Shape;2076;p9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93"/>
          <p:cNvGrpSpPr/>
          <p:nvPr/>
        </p:nvGrpSpPr>
        <p:grpSpPr>
          <a:xfrm>
            <a:off x="3729277" y="2341061"/>
            <a:ext cx="586986" cy="517740"/>
            <a:chOff x="3161917" y="2170682"/>
            <a:chExt cx="458870" cy="404737"/>
          </a:xfrm>
        </p:grpSpPr>
        <p:sp>
          <p:nvSpPr>
            <p:cNvPr id="2081" name="Google Shape;2081;p9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93"/>
          <p:cNvGrpSpPr/>
          <p:nvPr/>
        </p:nvGrpSpPr>
        <p:grpSpPr>
          <a:xfrm>
            <a:off x="3752299" y="3102400"/>
            <a:ext cx="540943" cy="517963"/>
            <a:chOff x="3179914" y="2889488"/>
            <a:chExt cx="422876" cy="404911"/>
          </a:xfrm>
        </p:grpSpPr>
        <p:sp>
          <p:nvSpPr>
            <p:cNvPr id="2085" name="Google Shape;2085;p9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9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93"/>
          <p:cNvGrpSpPr/>
          <p:nvPr/>
        </p:nvGrpSpPr>
        <p:grpSpPr>
          <a:xfrm>
            <a:off x="4453093" y="3102358"/>
            <a:ext cx="536180" cy="518047"/>
            <a:chOff x="3729467" y="2889422"/>
            <a:chExt cx="419153" cy="404977"/>
          </a:xfrm>
        </p:grpSpPr>
        <p:sp>
          <p:nvSpPr>
            <p:cNvPr id="2092" name="Google Shape;2092;p9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93"/>
          <p:cNvGrpSpPr/>
          <p:nvPr/>
        </p:nvGrpSpPr>
        <p:grpSpPr>
          <a:xfrm>
            <a:off x="1990126" y="3445787"/>
            <a:ext cx="965351" cy="134611"/>
            <a:chOff x="4411970" y="2962952"/>
            <a:chExt cx="706544" cy="104212"/>
          </a:xfrm>
        </p:grpSpPr>
        <p:sp>
          <p:nvSpPr>
            <p:cNvPr id="2100" name="Google Shape;2100;p9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93"/>
          <p:cNvGrpSpPr/>
          <p:nvPr/>
        </p:nvGrpSpPr>
        <p:grpSpPr>
          <a:xfrm>
            <a:off x="1990126" y="3041077"/>
            <a:ext cx="960158" cy="289172"/>
            <a:chOff x="4411970" y="2726085"/>
            <a:chExt cx="643107" cy="193659"/>
          </a:xfrm>
        </p:grpSpPr>
        <p:sp>
          <p:nvSpPr>
            <p:cNvPr id="2105" name="Google Shape;2105;p9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93"/>
          <p:cNvGrpSpPr/>
          <p:nvPr/>
        </p:nvGrpSpPr>
        <p:grpSpPr>
          <a:xfrm>
            <a:off x="998624" y="3295400"/>
            <a:ext cx="811503" cy="252584"/>
            <a:chOff x="4411970" y="4340222"/>
            <a:chExt cx="779467" cy="242683"/>
          </a:xfrm>
        </p:grpSpPr>
        <p:sp>
          <p:nvSpPr>
            <p:cNvPr id="2109" name="Google Shape;2109;p9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93"/>
          <p:cNvGrpSpPr/>
          <p:nvPr/>
        </p:nvGrpSpPr>
        <p:grpSpPr>
          <a:xfrm>
            <a:off x="1990126" y="2709308"/>
            <a:ext cx="965160" cy="216230"/>
            <a:chOff x="4411970" y="2468674"/>
            <a:chExt cx="747317" cy="167425"/>
          </a:xfrm>
        </p:grpSpPr>
        <p:sp>
          <p:nvSpPr>
            <p:cNvPr id="2113" name="Google Shape;2113;p9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5" name="Google Shape;2115;p9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6" name="Google Shape;2116;p93"/>
          <p:cNvGrpSpPr/>
          <p:nvPr/>
        </p:nvGrpSpPr>
        <p:grpSpPr>
          <a:xfrm>
            <a:off x="997692" y="2334687"/>
            <a:ext cx="1959041" cy="208784"/>
            <a:chOff x="6336019" y="3733725"/>
            <a:chExt cx="2566206" cy="351310"/>
          </a:xfrm>
        </p:grpSpPr>
        <p:sp>
          <p:nvSpPr>
            <p:cNvPr id="2117" name="Google Shape;2117;p9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 name="Google Shape;2121;p93"/>
          <p:cNvGrpSpPr/>
          <p:nvPr/>
        </p:nvGrpSpPr>
        <p:grpSpPr>
          <a:xfrm>
            <a:off x="1990126" y="3950602"/>
            <a:ext cx="946551" cy="153200"/>
            <a:chOff x="4404545" y="3301592"/>
            <a:chExt cx="782403" cy="129272"/>
          </a:xfrm>
        </p:grpSpPr>
        <p:sp>
          <p:nvSpPr>
            <p:cNvPr id="2122" name="Google Shape;2122;p9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93"/>
          <p:cNvGrpSpPr/>
          <p:nvPr/>
        </p:nvGrpSpPr>
        <p:grpSpPr>
          <a:xfrm>
            <a:off x="1990126" y="3695937"/>
            <a:ext cx="962257" cy="139127"/>
            <a:chOff x="4411970" y="3131459"/>
            <a:chExt cx="710520" cy="117397"/>
          </a:xfrm>
        </p:grpSpPr>
        <p:sp>
          <p:nvSpPr>
            <p:cNvPr id="2125" name="Google Shape;2125;p9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127" name="Google Shape;2127;p9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 name="Google Shape;2128;p93"/>
          <p:cNvGrpSpPr/>
          <p:nvPr/>
        </p:nvGrpSpPr>
        <p:grpSpPr>
          <a:xfrm>
            <a:off x="990271" y="3621603"/>
            <a:ext cx="823838" cy="458988"/>
            <a:chOff x="4411970" y="1801825"/>
            <a:chExt cx="734586" cy="409262"/>
          </a:xfrm>
        </p:grpSpPr>
        <p:sp>
          <p:nvSpPr>
            <p:cNvPr id="2129" name="Google Shape;2129;p9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93"/>
          <p:cNvGrpSpPr/>
          <p:nvPr/>
        </p:nvGrpSpPr>
        <p:grpSpPr>
          <a:xfrm>
            <a:off x="3095243" y="2339173"/>
            <a:ext cx="521514" cy="521514"/>
            <a:chOff x="5681300" y="2527788"/>
            <a:chExt cx="805800" cy="805800"/>
          </a:xfrm>
        </p:grpSpPr>
        <p:sp>
          <p:nvSpPr>
            <p:cNvPr id="2132" name="Google Shape;2132;p9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9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93"/>
          <p:cNvGrpSpPr/>
          <p:nvPr/>
        </p:nvGrpSpPr>
        <p:grpSpPr>
          <a:xfrm>
            <a:off x="3089483" y="3094865"/>
            <a:ext cx="533033" cy="533033"/>
            <a:chOff x="4049800" y="640400"/>
            <a:chExt cx="858900" cy="858900"/>
          </a:xfrm>
        </p:grpSpPr>
        <p:sp>
          <p:nvSpPr>
            <p:cNvPr id="2135" name="Google Shape;2135;p9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9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93"/>
          <p:cNvGrpSpPr/>
          <p:nvPr/>
        </p:nvGrpSpPr>
        <p:grpSpPr>
          <a:xfrm>
            <a:off x="3014966" y="3772543"/>
            <a:ext cx="682068" cy="682068"/>
            <a:chOff x="5080188" y="927900"/>
            <a:chExt cx="961200" cy="961200"/>
          </a:xfrm>
        </p:grpSpPr>
        <p:sp>
          <p:nvSpPr>
            <p:cNvPr id="2138" name="Google Shape;2138;p9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93"/>
          <p:cNvGrpSpPr/>
          <p:nvPr/>
        </p:nvGrpSpPr>
        <p:grpSpPr>
          <a:xfrm>
            <a:off x="4478465" y="3869234"/>
            <a:ext cx="505650" cy="504006"/>
            <a:chOff x="6039282" y="1042577"/>
            <a:chExt cx="734315" cy="731929"/>
          </a:xfrm>
        </p:grpSpPr>
        <p:sp>
          <p:nvSpPr>
            <p:cNvPr id="2147" name="Google Shape;2147;p9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93"/>
          <p:cNvGrpSpPr/>
          <p:nvPr/>
        </p:nvGrpSpPr>
        <p:grpSpPr>
          <a:xfrm>
            <a:off x="5091067" y="2298862"/>
            <a:ext cx="567744" cy="602136"/>
            <a:chOff x="1825800" y="1651625"/>
            <a:chExt cx="539989" cy="571775"/>
          </a:xfrm>
        </p:grpSpPr>
        <p:sp>
          <p:nvSpPr>
            <p:cNvPr id="2169" name="Google Shape;2169;p9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 name="Google Shape;2173;p93"/>
          <p:cNvGrpSpPr/>
          <p:nvPr/>
        </p:nvGrpSpPr>
        <p:grpSpPr>
          <a:xfrm>
            <a:off x="3765995" y="3855579"/>
            <a:ext cx="508123" cy="507955"/>
            <a:chOff x="1897577" y="2802432"/>
            <a:chExt cx="492176" cy="492014"/>
          </a:xfrm>
        </p:grpSpPr>
        <p:sp>
          <p:nvSpPr>
            <p:cNvPr id="2174" name="Google Shape;2174;p9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 name="Google Shape;2186;p93"/>
          <p:cNvGrpSpPr/>
          <p:nvPr/>
        </p:nvGrpSpPr>
        <p:grpSpPr>
          <a:xfrm>
            <a:off x="997525" y="4169123"/>
            <a:ext cx="809227" cy="200842"/>
            <a:chOff x="2013045" y="4813233"/>
            <a:chExt cx="921986" cy="228854"/>
          </a:xfrm>
        </p:grpSpPr>
        <p:sp>
          <p:nvSpPr>
            <p:cNvPr id="2187" name="Google Shape;2187;p9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93"/>
          <p:cNvGrpSpPr/>
          <p:nvPr/>
        </p:nvGrpSpPr>
        <p:grpSpPr>
          <a:xfrm>
            <a:off x="1005985" y="2656004"/>
            <a:ext cx="792421" cy="269941"/>
            <a:chOff x="1046767" y="4756633"/>
            <a:chExt cx="859646" cy="292841"/>
          </a:xfrm>
        </p:grpSpPr>
        <p:sp>
          <p:nvSpPr>
            <p:cNvPr id="2190" name="Google Shape;2190;p9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3" name="Google Shape;2193;p9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7" name="Google Shape;2197;p93"/>
          <p:cNvGrpSpPr/>
          <p:nvPr/>
        </p:nvGrpSpPr>
        <p:grpSpPr>
          <a:xfrm>
            <a:off x="7141841" y="2550562"/>
            <a:ext cx="166473" cy="141497"/>
            <a:chOff x="4660325" y="1866850"/>
            <a:chExt cx="68350" cy="58100"/>
          </a:xfrm>
        </p:grpSpPr>
        <p:sp>
          <p:nvSpPr>
            <p:cNvPr id="2198" name="Google Shape;2198;p9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 name="Google Shape;2200;p93"/>
          <p:cNvGrpSpPr/>
          <p:nvPr/>
        </p:nvGrpSpPr>
        <p:grpSpPr>
          <a:xfrm>
            <a:off x="7451186" y="2576286"/>
            <a:ext cx="162515" cy="90049"/>
            <a:chOff x="4791775" y="1877500"/>
            <a:chExt cx="66725" cy="36975"/>
          </a:xfrm>
        </p:grpSpPr>
        <p:sp>
          <p:nvSpPr>
            <p:cNvPr id="2201" name="Google Shape;2201;p9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93"/>
          <p:cNvGrpSpPr/>
          <p:nvPr/>
        </p:nvGrpSpPr>
        <p:grpSpPr>
          <a:xfrm>
            <a:off x="7772899" y="2576286"/>
            <a:ext cx="144979" cy="90049"/>
            <a:chOff x="4923925" y="1877500"/>
            <a:chExt cx="59525" cy="36975"/>
          </a:xfrm>
        </p:grpSpPr>
        <p:sp>
          <p:nvSpPr>
            <p:cNvPr id="2204" name="Google Shape;2204;p9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93"/>
          <p:cNvGrpSpPr/>
          <p:nvPr/>
        </p:nvGrpSpPr>
        <p:grpSpPr>
          <a:xfrm>
            <a:off x="8067390" y="2558477"/>
            <a:ext cx="141447" cy="125667"/>
            <a:chOff x="5058450" y="1870100"/>
            <a:chExt cx="58075" cy="51600"/>
          </a:xfrm>
        </p:grpSpPr>
        <p:sp>
          <p:nvSpPr>
            <p:cNvPr id="2207" name="Google Shape;2207;p9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 name="Google Shape;2209;p93"/>
          <p:cNvGrpSpPr/>
          <p:nvPr/>
        </p:nvGrpSpPr>
        <p:grpSpPr>
          <a:xfrm>
            <a:off x="7481905" y="2980885"/>
            <a:ext cx="101077" cy="107645"/>
            <a:chOff x="4811425" y="2065025"/>
            <a:chExt cx="41500" cy="44200"/>
          </a:xfrm>
        </p:grpSpPr>
        <p:sp>
          <p:nvSpPr>
            <p:cNvPr id="2210" name="Google Shape;2210;p9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 name="Google Shape;2212;p93"/>
          <p:cNvGrpSpPr/>
          <p:nvPr/>
        </p:nvGrpSpPr>
        <p:grpSpPr>
          <a:xfrm>
            <a:off x="7774342" y="2981098"/>
            <a:ext cx="120867" cy="107218"/>
            <a:chOff x="4929875" y="2065025"/>
            <a:chExt cx="49625" cy="44025"/>
          </a:xfrm>
        </p:grpSpPr>
        <p:sp>
          <p:nvSpPr>
            <p:cNvPr id="2213" name="Google Shape;2213;p9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93"/>
          <p:cNvGrpSpPr/>
          <p:nvPr/>
        </p:nvGrpSpPr>
        <p:grpSpPr>
          <a:xfrm>
            <a:off x="8103011" y="2984112"/>
            <a:ext cx="70206" cy="101191"/>
            <a:chOff x="5083925" y="2066350"/>
            <a:chExt cx="28825" cy="41550"/>
          </a:xfrm>
        </p:grpSpPr>
        <p:sp>
          <p:nvSpPr>
            <p:cNvPr id="2216" name="Google Shape;2216;p9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 name="Google Shape;2218;p93"/>
          <p:cNvGrpSpPr/>
          <p:nvPr/>
        </p:nvGrpSpPr>
        <p:grpSpPr>
          <a:xfrm>
            <a:off x="7134565" y="2999759"/>
            <a:ext cx="181026" cy="69896"/>
            <a:chOff x="4659775" y="2072775"/>
            <a:chExt cx="74325" cy="28700"/>
          </a:xfrm>
        </p:grpSpPr>
        <p:sp>
          <p:nvSpPr>
            <p:cNvPr id="2219" name="Google Shape;2219;p9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 name="Google Shape;2222;p93"/>
          <p:cNvGrpSpPr/>
          <p:nvPr/>
        </p:nvGrpSpPr>
        <p:grpSpPr>
          <a:xfrm>
            <a:off x="8054421" y="2790324"/>
            <a:ext cx="167387" cy="89197"/>
            <a:chOff x="4662475" y="1976500"/>
            <a:chExt cx="68725" cy="36625"/>
          </a:xfrm>
        </p:grpSpPr>
        <p:sp>
          <p:nvSpPr>
            <p:cNvPr id="2223" name="Google Shape;2223;p9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 name="Google Shape;2226;p93"/>
          <p:cNvGrpSpPr/>
          <p:nvPr/>
        </p:nvGrpSpPr>
        <p:grpSpPr>
          <a:xfrm>
            <a:off x="7751326" y="2793764"/>
            <a:ext cx="166899" cy="82317"/>
            <a:chOff x="4920150" y="1977875"/>
            <a:chExt cx="68525" cy="33800"/>
          </a:xfrm>
        </p:grpSpPr>
        <p:sp>
          <p:nvSpPr>
            <p:cNvPr id="2227" name="Google Shape;2227;p9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93"/>
          <p:cNvGrpSpPr/>
          <p:nvPr/>
        </p:nvGrpSpPr>
        <p:grpSpPr>
          <a:xfrm>
            <a:off x="7162483" y="3197682"/>
            <a:ext cx="125190" cy="127859"/>
            <a:chOff x="4676550" y="2160575"/>
            <a:chExt cx="51400" cy="52500"/>
          </a:xfrm>
        </p:grpSpPr>
        <p:sp>
          <p:nvSpPr>
            <p:cNvPr id="2231" name="Google Shape;2231;p9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93"/>
          <p:cNvGrpSpPr/>
          <p:nvPr/>
        </p:nvGrpSpPr>
        <p:grpSpPr>
          <a:xfrm>
            <a:off x="7459741" y="3204714"/>
            <a:ext cx="145405" cy="113794"/>
            <a:chOff x="4768325" y="2163475"/>
            <a:chExt cx="59700" cy="46725"/>
          </a:xfrm>
        </p:grpSpPr>
        <p:sp>
          <p:nvSpPr>
            <p:cNvPr id="2235" name="Google Shape;2235;p9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7" name="Google Shape;2237;p9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3" name="Google Shape;2243;p93"/>
          <p:cNvGrpSpPr/>
          <p:nvPr/>
        </p:nvGrpSpPr>
        <p:grpSpPr>
          <a:xfrm>
            <a:off x="7476059" y="3459808"/>
            <a:ext cx="112768" cy="106853"/>
            <a:chOff x="4768575" y="2253950"/>
            <a:chExt cx="46300" cy="43875"/>
          </a:xfrm>
        </p:grpSpPr>
        <p:sp>
          <p:nvSpPr>
            <p:cNvPr id="2244" name="Google Shape;2244;p9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93"/>
          <p:cNvGrpSpPr/>
          <p:nvPr/>
        </p:nvGrpSpPr>
        <p:grpSpPr>
          <a:xfrm>
            <a:off x="7775682" y="3948834"/>
            <a:ext cx="118187" cy="146246"/>
            <a:chOff x="4960900" y="2433225"/>
            <a:chExt cx="48525" cy="60050"/>
          </a:xfrm>
        </p:grpSpPr>
        <p:sp>
          <p:nvSpPr>
            <p:cNvPr id="2247" name="Google Shape;2247;p9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93"/>
          <p:cNvGrpSpPr/>
          <p:nvPr/>
        </p:nvGrpSpPr>
        <p:grpSpPr>
          <a:xfrm>
            <a:off x="7464247" y="4212895"/>
            <a:ext cx="136394" cy="143810"/>
            <a:chOff x="4854075" y="2527625"/>
            <a:chExt cx="56000" cy="59050"/>
          </a:xfrm>
        </p:grpSpPr>
        <p:sp>
          <p:nvSpPr>
            <p:cNvPr id="2250" name="Google Shape;2250;p9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2" name="Google Shape;2252;p9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5" name="Google Shape;2255;p93"/>
          <p:cNvGrpSpPr/>
          <p:nvPr/>
        </p:nvGrpSpPr>
        <p:grpSpPr>
          <a:xfrm>
            <a:off x="8088458" y="3676639"/>
            <a:ext cx="99312" cy="160797"/>
            <a:chOff x="5059700" y="2334775"/>
            <a:chExt cx="40775" cy="66025"/>
          </a:xfrm>
        </p:grpSpPr>
        <p:sp>
          <p:nvSpPr>
            <p:cNvPr id="2256" name="Google Shape;2256;p9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93"/>
          <p:cNvGrpSpPr/>
          <p:nvPr/>
        </p:nvGrpSpPr>
        <p:grpSpPr>
          <a:xfrm>
            <a:off x="8045622" y="3941771"/>
            <a:ext cx="184984" cy="160371"/>
            <a:chOff x="5037700" y="2430325"/>
            <a:chExt cx="75950" cy="65850"/>
          </a:xfrm>
        </p:grpSpPr>
        <p:sp>
          <p:nvSpPr>
            <p:cNvPr id="2266" name="Google Shape;2266;p9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93"/>
          <p:cNvGrpSpPr/>
          <p:nvPr/>
        </p:nvGrpSpPr>
        <p:grpSpPr>
          <a:xfrm>
            <a:off x="7465128" y="3708223"/>
            <a:ext cx="173014" cy="97629"/>
            <a:chOff x="4756975" y="2341800"/>
            <a:chExt cx="91975" cy="51925"/>
          </a:xfrm>
        </p:grpSpPr>
        <p:sp>
          <p:nvSpPr>
            <p:cNvPr id="2269" name="Google Shape;2269;p9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 name="Google Shape;2289;p93"/>
          <p:cNvGrpSpPr/>
          <p:nvPr/>
        </p:nvGrpSpPr>
        <p:grpSpPr>
          <a:xfrm>
            <a:off x="7732065" y="4196920"/>
            <a:ext cx="212497" cy="175761"/>
            <a:chOff x="4943575" y="2516350"/>
            <a:chExt cx="98675" cy="81700"/>
          </a:xfrm>
        </p:grpSpPr>
        <p:sp>
          <p:nvSpPr>
            <p:cNvPr id="2290" name="Google Shape;2290;p9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8" name="Google Shape;2368;p9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6" name="Shape 2376"/>
        <p:cNvGrpSpPr/>
        <p:nvPr/>
      </p:nvGrpSpPr>
      <p:grpSpPr>
        <a:xfrm>
          <a:off x="0" y="0"/>
          <a:ext cx="0" cy="0"/>
          <a:chOff x="0" y="0"/>
          <a:chExt cx="0" cy="0"/>
        </a:xfrm>
      </p:grpSpPr>
      <p:grpSp>
        <p:nvGrpSpPr>
          <p:cNvPr id="2377" name="Google Shape;2377;p94"/>
          <p:cNvGrpSpPr/>
          <p:nvPr/>
        </p:nvGrpSpPr>
        <p:grpSpPr>
          <a:xfrm>
            <a:off x="6647587" y="3567393"/>
            <a:ext cx="560636" cy="516497"/>
            <a:chOff x="6652051" y="3714143"/>
            <a:chExt cx="560636" cy="516497"/>
          </a:xfrm>
        </p:grpSpPr>
        <p:grpSp>
          <p:nvGrpSpPr>
            <p:cNvPr id="2378" name="Google Shape;2378;p94"/>
            <p:cNvGrpSpPr/>
            <p:nvPr/>
          </p:nvGrpSpPr>
          <p:grpSpPr>
            <a:xfrm>
              <a:off x="6669657" y="3716715"/>
              <a:ext cx="466768" cy="464314"/>
              <a:chOff x="3139766" y="765669"/>
              <a:chExt cx="886380" cy="881888"/>
            </a:xfrm>
          </p:grpSpPr>
          <p:grpSp>
            <p:nvGrpSpPr>
              <p:cNvPr id="2379" name="Google Shape;2379;p94"/>
              <p:cNvGrpSpPr/>
              <p:nvPr/>
            </p:nvGrpSpPr>
            <p:grpSpPr>
              <a:xfrm>
                <a:off x="3139766" y="765669"/>
                <a:ext cx="886380" cy="881888"/>
                <a:chOff x="3139766" y="765669"/>
                <a:chExt cx="886380" cy="881888"/>
              </a:xfrm>
            </p:grpSpPr>
            <p:sp>
              <p:nvSpPr>
                <p:cNvPr id="2380" name="Google Shape;2380;p9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9" name="Google Shape;2389;p9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3" name="Google Shape;2393;p9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94"/>
          <p:cNvGrpSpPr/>
          <p:nvPr/>
        </p:nvGrpSpPr>
        <p:grpSpPr>
          <a:xfrm>
            <a:off x="7646296" y="3047976"/>
            <a:ext cx="104231" cy="320340"/>
            <a:chOff x="7564426" y="3224343"/>
            <a:chExt cx="119985" cy="368801"/>
          </a:xfrm>
        </p:grpSpPr>
        <p:sp>
          <p:nvSpPr>
            <p:cNvPr id="2395" name="Google Shape;2395;p9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 name="Google Shape;2397;p94"/>
          <p:cNvGrpSpPr/>
          <p:nvPr/>
        </p:nvGrpSpPr>
        <p:grpSpPr>
          <a:xfrm>
            <a:off x="7345785" y="3042077"/>
            <a:ext cx="189489" cy="332132"/>
            <a:chOff x="8370831" y="3202002"/>
            <a:chExt cx="218129" cy="382376"/>
          </a:xfrm>
        </p:grpSpPr>
        <p:sp>
          <p:nvSpPr>
            <p:cNvPr id="2398" name="Google Shape;2398;p9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 name="Google Shape;2400;p94"/>
          <p:cNvGrpSpPr/>
          <p:nvPr/>
        </p:nvGrpSpPr>
        <p:grpSpPr>
          <a:xfrm>
            <a:off x="8069174" y="3453209"/>
            <a:ext cx="309429" cy="267000"/>
            <a:chOff x="6742064" y="3750480"/>
            <a:chExt cx="399315" cy="344560"/>
          </a:xfrm>
        </p:grpSpPr>
        <p:sp>
          <p:nvSpPr>
            <p:cNvPr id="2401" name="Google Shape;2401;p9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 name="Google Shape;2403;p94"/>
          <p:cNvGrpSpPr/>
          <p:nvPr/>
        </p:nvGrpSpPr>
        <p:grpSpPr>
          <a:xfrm>
            <a:off x="7608193" y="3804257"/>
            <a:ext cx="180437" cy="281608"/>
            <a:chOff x="7248525" y="3739696"/>
            <a:chExt cx="230531" cy="359790"/>
          </a:xfrm>
        </p:grpSpPr>
        <p:sp>
          <p:nvSpPr>
            <p:cNvPr id="2404" name="Google Shape;2404;p9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94"/>
          <p:cNvGrpSpPr/>
          <p:nvPr/>
        </p:nvGrpSpPr>
        <p:grpSpPr>
          <a:xfrm>
            <a:off x="7854113" y="3447481"/>
            <a:ext cx="162896" cy="278710"/>
            <a:chOff x="7601242" y="3729267"/>
            <a:chExt cx="222566" cy="380803"/>
          </a:xfrm>
        </p:grpSpPr>
        <p:sp>
          <p:nvSpPr>
            <p:cNvPr id="2407" name="Google Shape;2407;p9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9" name="Google Shape;2409;p94"/>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0" name="Google Shape;2410;p94"/>
          <p:cNvGrpSpPr/>
          <p:nvPr/>
        </p:nvGrpSpPr>
        <p:grpSpPr>
          <a:xfrm>
            <a:off x="7343758" y="3448622"/>
            <a:ext cx="193543" cy="275990"/>
            <a:chOff x="8304647" y="3738687"/>
            <a:chExt cx="225076" cy="320956"/>
          </a:xfrm>
        </p:grpSpPr>
        <p:sp>
          <p:nvSpPr>
            <p:cNvPr id="2411" name="Google Shape;2411;p9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 name="Google Shape;2414;p94"/>
          <p:cNvGrpSpPr/>
          <p:nvPr/>
        </p:nvGrpSpPr>
        <p:grpSpPr>
          <a:xfrm>
            <a:off x="7616251" y="3448622"/>
            <a:ext cx="178492" cy="275990"/>
            <a:chOff x="8615101" y="3738687"/>
            <a:chExt cx="207573" cy="320956"/>
          </a:xfrm>
        </p:grpSpPr>
        <p:sp>
          <p:nvSpPr>
            <p:cNvPr id="2415" name="Google Shape;2415;p9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8" name="Google Shape;2418;p94"/>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9" name="Google Shape;2419;p94"/>
          <p:cNvGrpSpPr/>
          <p:nvPr/>
        </p:nvGrpSpPr>
        <p:grpSpPr>
          <a:xfrm>
            <a:off x="7841782" y="3851282"/>
            <a:ext cx="187557" cy="187557"/>
            <a:chOff x="8565775" y="671075"/>
            <a:chExt cx="441000" cy="441000"/>
          </a:xfrm>
        </p:grpSpPr>
        <p:sp>
          <p:nvSpPr>
            <p:cNvPr id="2420" name="Google Shape;2420;p9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2" name="Google Shape;2422;p94"/>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4"/>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4" name="Google Shape;2424;p94"/>
          <p:cNvGrpSpPr/>
          <p:nvPr/>
        </p:nvGrpSpPr>
        <p:grpSpPr>
          <a:xfrm>
            <a:off x="5996254" y="2923808"/>
            <a:ext cx="587865" cy="517731"/>
            <a:chOff x="6000718" y="3070557"/>
            <a:chExt cx="587865" cy="517731"/>
          </a:xfrm>
        </p:grpSpPr>
        <p:sp>
          <p:nvSpPr>
            <p:cNvPr id="2425" name="Google Shape;2425;p9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94"/>
          <p:cNvGrpSpPr/>
          <p:nvPr/>
        </p:nvGrpSpPr>
        <p:grpSpPr>
          <a:xfrm>
            <a:off x="6011059" y="3567468"/>
            <a:ext cx="557665" cy="516387"/>
            <a:chOff x="6015523" y="3714217"/>
            <a:chExt cx="557665" cy="516387"/>
          </a:xfrm>
        </p:grpSpPr>
        <p:grpSp>
          <p:nvGrpSpPr>
            <p:cNvPr id="2436" name="Google Shape;2436;p94"/>
            <p:cNvGrpSpPr/>
            <p:nvPr/>
          </p:nvGrpSpPr>
          <p:grpSpPr>
            <a:xfrm>
              <a:off x="6036094" y="3716980"/>
              <a:ext cx="529822" cy="510480"/>
              <a:chOff x="3148311" y="-545634"/>
              <a:chExt cx="1006118" cy="969572"/>
            </a:xfrm>
          </p:grpSpPr>
          <p:sp>
            <p:nvSpPr>
              <p:cNvPr id="2437" name="Google Shape;2437;p9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7" name="Google Shape;2447;p9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94"/>
          <p:cNvGrpSpPr/>
          <p:nvPr/>
        </p:nvGrpSpPr>
        <p:grpSpPr>
          <a:xfrm>
            <a:off x="6639841" y="2926879"/>
            <a:ext cx="576302" cy="511871"/>
            <a:chOff x="6644304" y="3073628"/>
            <a:chExt cx="576302" cy="511871"/>
          </a:xfrm>
        </p:grpSpPr>
        <p:grpSp>
          <p:nvGrpSpPr>
            <p:cNvPr id="2449" name="Google Shape;2449;p94"/>
            <p:cNvGrpSpPr/>
            <p:nvPr/>
          </p:nvGrpSpPr>
          <p:grpSpPr>
            <a:xfrm>
              <a:off x="6712169" y="3073651"/>
              <a:ext cx="481611" cy="506713"/>
              <a:chOff x="1833536" y="-546641"/>
              <a:chExt cx="914567" cy="962419"/>
            </a:xfrm>
          </p:grpSpPr>
          <p:grpSp>
            <p:nvGrpSpPr>
              <p:cNvPr id="2450" name="Google Shape;2450;p94"/>
              <p:cNvGrpSpPr/>
              <p:nvPr/>
            </p:nvGrpSpPr>
            <p:grpSpPr>
              <a:xfrm>
                <a:off x="1833536" y="-524249"/>
                <a:ext cx="914567" cy="940027"/>
                <a:chOff x="1833536" y="-524249"/>
                <a:chExt cx="914567" cy="940027"/>
              </a:xfrm>
            </p:grpSpPr>
            <p:sp>
              <p:nvSpPr>
                <p:cNvPr id="2451" name="Google Shape;2451;p9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6" name="Google Shape;2456;p9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0" name="Google Shape;2460;p9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94"/>
          <p:cNvGrpSpPr/>
          <p:nvPr/>
        </p:nvGrpSpPr>
        <p:grpSpPr>
          <a:xfrm>
            <a:off x="719115" y="2852867"/>
            <a:ext cx="2622876" cy="1333540"/>
            <a:chOff x="238125" y="1038125"/>
            <a:chExt cx="7146800" cy="3633625"/>
          </a:xfrm>
        </p:grpSpPr>
        <p:sp>
          <p:nvSpPr>
            <p:cNvPr id="2462" name="Google Shape;2462;p9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9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9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9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9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9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9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9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9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9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9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9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9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9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9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9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94"/>
          <p:cNvGrpSpPr/>
          <p:nvPr/>
        </p:nvGrpSpPr>
        <p:grpSpPr>
          <a:xfrm>
            <a:off x="5904877" y="1016248"/>
            <a:ext cx="2435960" cy="1297725"/>
            <a:chOff x="233350" y="949250"/>
            <a:chExt cx="7137300" cy="3802300"/>
          </a:xfrm>
        </p:grpSpPr>
        <p:sp>
          <p:nvSpPr>
            <p:cNvPr id="4035" name="Google Shape;4035;p9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94"/>
          <p:cNvGrpSpPr/>
          <p:nvPr/>
        </p:nvGrpSpPr>
        <p:grpSpPr>
          <a:xfrm>
            <a:off x="698034" y="977939"/>
            <a:ext cx="2665073" cy="1317140"/>
            <a:chOff x="793334" y="1192826"/>
            <a:chExt cx="2665073" cy="1317140"/>
          </a:xfrm>
        </p:grpSpPr>
        <p:sp>
          <p:nvSpPr>
            <p:cNvPr id="4087" name="Google Shape;4087;p9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9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9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9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9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9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9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9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9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9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9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9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9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9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9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9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9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9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9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9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9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9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9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9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9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9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9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9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9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9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9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9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9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9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9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9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9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9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9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9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9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9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9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9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9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9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9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9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9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9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9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9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9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9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9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9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9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9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9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9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9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9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9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9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9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9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9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9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9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9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9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9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9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9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9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9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9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9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9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9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9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9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9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9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9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9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9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9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9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9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9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9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9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9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9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9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9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9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9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9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9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9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9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9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9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9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9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9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9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9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9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9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9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9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9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9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9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9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9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9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9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9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9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9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9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9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9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9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9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9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9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9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9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9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9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9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9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9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9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9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9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9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9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9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9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9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9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9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9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9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9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9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9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9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9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9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9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9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9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9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9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9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9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9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9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9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9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9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9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9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9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9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9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9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9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9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9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9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9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9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9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9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9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9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9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9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9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9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9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9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9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9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9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9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9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9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9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9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9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9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9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9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9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9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9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9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9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9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9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9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9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9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9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9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9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9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9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9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9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9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9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9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9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9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9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9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9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9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9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9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9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9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9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9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9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9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9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9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9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9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9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9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9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9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9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9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9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9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9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9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9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9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9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9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9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9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9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9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9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9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9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9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9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9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9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9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9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9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9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9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9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9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9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9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9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9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9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9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9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9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9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9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9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9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9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9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9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9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9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9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9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9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9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9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9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9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9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9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9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9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9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9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9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9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9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9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9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9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9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9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9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9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9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9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9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9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9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9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9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9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9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9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9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9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9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9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9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9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9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9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9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9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9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9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9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9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9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9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9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9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9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9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9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9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9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9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9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9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9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9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9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9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9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9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9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9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9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9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9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9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9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9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9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9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9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9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9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9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9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9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9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9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9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9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9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9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9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9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9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9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9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9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9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9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9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9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9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9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9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9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9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9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9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9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9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9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9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9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9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9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9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9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9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9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9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9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9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9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9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9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9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9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9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9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9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9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9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9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9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9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9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9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9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9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9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9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9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9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9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9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9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9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9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9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9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9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9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9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9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9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9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9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9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9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9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9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9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9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9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9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9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9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9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9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9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9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9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9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9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9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9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9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9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9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9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9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9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9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9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9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9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9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9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9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9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9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9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9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9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9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9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9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9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9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9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9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9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9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9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9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9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9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9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9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9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9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9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9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9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9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9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9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9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9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9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9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9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9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9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9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9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9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9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9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9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9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9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9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9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9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9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9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9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9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9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9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9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9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9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9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9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9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9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9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9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9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9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9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9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9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9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9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9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9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9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9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9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9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9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9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9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9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9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9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9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9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9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9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9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9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9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9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9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9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9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9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9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9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9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9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9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9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9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9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9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9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9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9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9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9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9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9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9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9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9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9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9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9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9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9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9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9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9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9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9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9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9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9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9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9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9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9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9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9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9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9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9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9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9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9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9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9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9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9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9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9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9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9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9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9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9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9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9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9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9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9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9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9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9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9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9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9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9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9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9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9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9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9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9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9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9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9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9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9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9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9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9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9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9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9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9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9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9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9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9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9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9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9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9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9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9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9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9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9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9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9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9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9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9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9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9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9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9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9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9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9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9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9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9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9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9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9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9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9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9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9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9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9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9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9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9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9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9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9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9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9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9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9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9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9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9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9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9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9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9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9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9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9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9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9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9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9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9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9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9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9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9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9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9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9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9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9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9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9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9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9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9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9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9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9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9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9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9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9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9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9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9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9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9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9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9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9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9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9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9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9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9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9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9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9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9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9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9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9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9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9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9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9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9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9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9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9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9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9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9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9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9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9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9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9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9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9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9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9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9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9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9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9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9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9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9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9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9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9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9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9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9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9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9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9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9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9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9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9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9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9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9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9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9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9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9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9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9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9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9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9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9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9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9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9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9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9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9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9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9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9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9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9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9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9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9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9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9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9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9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9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9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9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9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9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9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9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9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9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9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9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9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9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9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9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9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9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9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9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9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9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9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9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9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9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9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9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9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9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9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9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9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9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9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9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9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9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9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9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9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9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9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9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9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9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9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9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9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9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9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9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9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9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9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9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9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9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9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9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9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9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9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9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9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9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9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9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9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9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9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9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9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9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9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9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9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9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9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9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9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9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9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9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9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9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9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9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9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9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9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9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9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9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9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9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9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9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9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9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9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9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9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9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9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9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9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9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9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9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9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9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9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9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9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9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9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9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9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9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9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9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9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9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9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9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9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9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9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9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9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9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9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9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9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9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9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9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9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9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9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9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9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9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9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9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9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9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9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9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9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9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9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9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9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9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9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9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9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9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9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9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9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9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9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9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9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9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9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9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9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9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9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9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9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9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9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9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9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9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9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9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9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9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9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9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9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9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9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9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9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9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9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9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9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9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9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9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9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9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9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9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9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9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9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9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9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9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9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9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9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9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9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9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9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9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9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9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9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9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9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9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9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9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9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9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9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9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9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9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9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9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9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9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9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9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9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9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9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9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9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9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9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9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9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9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9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9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9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9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9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9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9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9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9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9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9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9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9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9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9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9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9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9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9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9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9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9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9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9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9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9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9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9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9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9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9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9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9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9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9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9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9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9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9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9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9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9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9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9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9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9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9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9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9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9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9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9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9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9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9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9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9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9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9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9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9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9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9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9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9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9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9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9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9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9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9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9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9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9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9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9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9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9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9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9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9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9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9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9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9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9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9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9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9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9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9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9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9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9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9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9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9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9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9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9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9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9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9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9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9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9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9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9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9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9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9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9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9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9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9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9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9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9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9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9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9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9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9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9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9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9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9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9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9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9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9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9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9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9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9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9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9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9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9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9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9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9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9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9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9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9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9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9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9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9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9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9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9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9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9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9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9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9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9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9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9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9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9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9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9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9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9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9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9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9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9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9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9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9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9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9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9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9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9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9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9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9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9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9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9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9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9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9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9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9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9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9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9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9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9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9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9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9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9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9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9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9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9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9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9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9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9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9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9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9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9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9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9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9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9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9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9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9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9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9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9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9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9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9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9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9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9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9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9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9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9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9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9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9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9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9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9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9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9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9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9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9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9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9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9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9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9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9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9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9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9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9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9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9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9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9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9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9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9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9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9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9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9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9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9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9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9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9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9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9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9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9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9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9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9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9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9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9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9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9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9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9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9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9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9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9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9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9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9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9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9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9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9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9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9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9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9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9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9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9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9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9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9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9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9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9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9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9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9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9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9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9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9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9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9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9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9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9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9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9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9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9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9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9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9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9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9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9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9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9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9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9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9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9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9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9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9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9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9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9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9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9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9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9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9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9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9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9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9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9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9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9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9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9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9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9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9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9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9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9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9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9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9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9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9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9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9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9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9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9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9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9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9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9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9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9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9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9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9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9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9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9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9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9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9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9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9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9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9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9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9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9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9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9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9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9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9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9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9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9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9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9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9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9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9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9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9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9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9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9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9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9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9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9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9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9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9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9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9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9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9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9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9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9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9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9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9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9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9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9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9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9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9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9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9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9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9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9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9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9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9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9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9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9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9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9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9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9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9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9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9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9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9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9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9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9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9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9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9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9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9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9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9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9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9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9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9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9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9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9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9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9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9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9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9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9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9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9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9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9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9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9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9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9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9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9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9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9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9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9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9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9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9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9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9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9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9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9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9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9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9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9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9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9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9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9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9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9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9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9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9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9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9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9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9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94"/>
          <p:cNvGrpSpPr/>
          <p:nvPr/>
        </p:nvGrpSpPr>
        <p:grpSpPr>
          <a:xfrm>
            <a:off x="3416804" y="902588"/>
            <a:ext cx="2310381" cy="1488888"/>
            <a:chOff x="229225" y="549050"/>
            <a:chExt cx="7161750" cy="4615275"/>
          </a:xfrm>
        </p:grpSpPr>
        <p:sp>
          <p:nvSpPr>
            <p:cNvPr id="8055" name="Google Shape;8055;p9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9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9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9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9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9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9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9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9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9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9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9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9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9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9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9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9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9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9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9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9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9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9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9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9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9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9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9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9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9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9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9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9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9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9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9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9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9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9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9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9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9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9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9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9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9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9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9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9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9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9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9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9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9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9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9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9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9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9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9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94"/>
          <p:cNvGrpSpPr/>
          <p:nvPr/>
        </p:nvGrpSpPr>
        <p:grpSpPr>
          <a:xfrm>
            <a:off x="3514722" y="2832485"/>
            <a:ext cx="2310282" cy="1374222"/>
            <a:chOff x="238125" y="732525"/>
            <a:chExt cx="7130500" cy="4241425"/>
          </a:xfrm>
        </p:grpSpPr>
        <p:sp>
          <p:nvSpPr>
            <p:cNvPr id="8173" name="Google Shape;8173;p9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9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9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9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9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9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9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9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9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9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9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9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9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9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9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9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9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9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9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9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9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9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9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9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9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9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9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9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9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9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9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9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9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9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9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9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9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9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9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9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9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9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9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9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9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9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9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9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9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9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9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9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9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9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9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9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9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9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9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0" name="Shape 8290"/>
        <p:cNvGrpSpPr/>
        <p:nvPr/>
      </p:nvGrpSpPr>
      <p:grpSpPr>
        <a:xfrm>
          <a:off x="0" y="0"/>
          <a:ext cx="0" cy="0"/>
          <a:chOff x="0" y="0"/>
          <a:chExt cx="0" cy="0"/>
        </a:xfrm>
      </p:grpSpPr>
      <p:grpSp>
        <p:nvGrpSpPr>
          <p:cNvPr id="8291" name="Google Shape;8291;p95"/>
          <p:cNvGrpSpPr/>
          <p:nvPr/>
        </p:nvGrpSpPr>
        <p:grpSpPr>
          <a:xfrm>
            <a:off x="2100561" y="3398658"/>
            <a:ext cx="1102891" cy="760337"/>
            <a:chOff x="4967783" y="2151471"/>
            <a:chExt cx="3920692" cy="2702940"/>
          </a:xfrm>
        </p:grpSpPr>
        <p:grpSp>
          <p:nvGrpSpPr>
            <p:cNvPr id="8292" name="Google Shape;8292;p95"/>
            <p:cNvGrpSpPr/>
            <p:nvPr/>
          </p:nvGrpSpPr>
          <p:grpSpPr>
            <a:xfrm>
              <a:off x="5045709" y="2252109"/>
              <a:ext cx="3761071" cy="2501708"/>
              <a:chOff x="2691784" y="1805334"/>
              <a:chExt cx="3761071" cy="2501708"/>
            </a:xfrm>
          </p:grpSpPr>
          <p:sp>
            <p:nvSpPr>
              <p:cNvPr id="8293" name="Google Shape;8293;p9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9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9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9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95"/>
            <p:cNvGrpSpPr/>
            <p:nvPr/>
          </p:nvGrpSpPr>
          <p:grpSpPr>
            <a:xfrm>
              <a:off x="4967783" y="2151471"/>
              <a:ext cx="3920692" cy="2702940"/>
              <a:chOff x="2613858" y="1704696"/>
              <a:chExt cx="3920692" cy="2702940"/>
            </a:xfrm>
          </p:grpSpPr>
          <p:sp>
            <p:nvSpPr>
              <p:cNvPr id="8301" name="Google Shape;8301;p9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6" name="Google Shape;8306;p95"/>
          <p:cNvGrpSpPr/>
          <p:nvPr/>
        </p:nvGrpSpPr>
        <p:grpSpPr>
          <a:xfrm>
            <a:off x="3504470" y="1286935"/>
            <a:ext cx="1561911" cy="708580"/>
            <a:chOff x="3530532" y="1496185"/>
            <a:chExt cx="1561911" cy="708580"/>
          </a:xfrm>
        </p:grpSpPr>
        <p:grpSp>
          <p:nvGrpSpPr>
            <p:cNvPr id="8307" name="Google Shape;8307;p95"/>
            <p:cNvGrpSpPr/>
            <p:nvPr/>
          </p:nvGrpSpPr>
          <p:grpSpPr>
            <a:xfrm>
              <a:off x="3720318" y="1857562"/>
              <a:ext cx="1372125" cy="54"/>
              <a:chOff x="3720318" y="1857562"/>
              <a:chExt cx="1372125" cy="54"/>
            </a:xfrm>
          </p:grpSpPr>
          <p:cxnSp>
            <p:nvCxnSpPr>
              <p:cNvPr id="8308" name="Google Shape;8308;p95"/>
              <p:cNvCxnSpPr>
                <a:endCxn id="830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10" name="Google Shape;8310;p9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11" name="Google Shape;8311;p9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12" name="Google Shape;8312;p95"/>
              <p:cNvCxnSpPr>
                <a:stCxn id="830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313" name="Google Shape;8313;p95"/>
            <p:cNvGrpSpPr/>
            <p:nvPr/>
          </p:nvGrpSpPr>
          <p:grpSpPr>
            <a:xfrm>
              <a:off x="3567462" y="1496185"/>
              <a:ext cx="286500" cy="272914"/>
              <a:chOff x="3567462" y="1496185"/>
              <a:chExt cx="286500" cy="272914"/>
            </a:xfrm>
          </p:grpSpPr>
          <p:cxnSp>
            <p:nvCxnSpPr>
              <p:cNvPr id="8314" name="Google Shape;8314;p9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15" name="Google Shape;8315;p9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6" name="Google Shape;8316;p9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8" name="Google Shape;8318;p95"/>
            <p:cNvGrpSpPr/>
            <p:nvPr/>
          </p:nvGrpSpPr>
          <p:grpSpPr>
            <a:xfrm>
              <a:off x="3929014" y="1960574"/>
              <a:ext cx="286500" cy="242342"/>
              <a:chOff x="3929014" y="1960574"/>
              <a:chExt cx="286500" cy="242342"/>
            </a:xfrm>
          </p:grpSpPr>
          <p:cxnSp>
            <p:nvCxnSpPr>
              <p:cNvPr id="8319" name="Google Shape;8319;p9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320" name="Google Shape;8320;p9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95"/>
            <p:cNvGrpSpPr/>
            <p:nvPr/>
          </p:nvGrpSpPr>
          <p:grpSpPr>
            <a:xfrm>
              <a:off x="4290828" y="1496185"/>
              <a:ext cx="286500" cy="272914"/>
              <a:chOff x="4290828" y="1496185"/>
              <a:chExt cx="286500" cy="272914"/>
            </a:xfrm>
          </p:grpSpPr>
          <p:cxnSp>
            <p:nvCxnSpPr>
              <p:cNvPr id="8322" name="Google Shape;8322;p9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23" name="Google Shape;8323;p9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4" name="Google Shape;8324;p9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5" name="Google Shape;8325;p95"/>
            <p:cNvGrpSpPr/>
            <p:nvPr/>
          </p:nvGrpSpPr>
          <p:grpSpPr>
            <a:xfrm>
              <a:off x="4657726" y="1959674"/>
              <a:ext cx="286500" cy="245092"/>
              <a:chOff x="4657726" y="1959674"/>
              <a:chExt cx="286500" cy="245092"/>
            </a:xfrm>
          </p:grpSpPr>
          <p:cxnSp>
            <p:nvCxnSpPr>
              <p:cNvPr id="8326" name="Google Shape;8326;p9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327" name="Google Shape;8327;p9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8" name="Google Shape;8328;p95"/>
          <p:cNvGrpSpPr/>
          <p:nvPr/>
        </p:nvGrpSpPr>
        <p:grpSpPr>
          <a:xfrm>
            <a:off x="3486489" y="2149032"/>
            <a:ext cx="1597032" cy="378649"/>
            <a:chOff x="3512551" y="2358282"/>
            <a:chExt cx="1597032" cy="378649"/>
          </a:xfrm>
        </p:grpSpPr>
        <p:grpSp>
          <p:nvGrpSpPr>
            <p:cNvPr id="8329" name="Google Shape;8329;p95"/>
            <p:cNvGrpSpPr/>
            <p:nvPr/>
          </p:nvGrpSpPr>
          <p:grpSpPr>
            <a:xfrm>
              <a:off x="3738198" y="2553002"/>
              <a:ext cx="1145834" cy="117"/>
              <a:chOff x="3738198" y="2553002"/>
              <a:chExt cx="1145834" cy="117"/>
            </a:xfrm>
          </p:grpSpPr>
          <p:cxnSp>
            <p:nvCxnSpPr>
              <p:cNvPr id="8330" name="Google Shape;8330;p9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31" name="Google Shape;8331;p9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32" name="Google Shape;8332;p95"/>
              <p:cNvCxnSpPr>
                <a:stCxn id="8333" idx="6"/>
                <a:endCxn id="833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335" name="Google Shape;8335;p95"/>
            <p:cNvGrpSpPr/>
            <p:nvPr/>
          </p:nvGrpSpPr>
          <p:grpSpPr>
            <a:xfrm>
              <a:off x="3969644" y="2440153"/>
              <a:ext cx="225900" cy="296779"/>
              <a:chOff x="3969644" y="2440153"/>
              <a:chExt cx="225900" cy="296779"/>
            </a:xfrm>
          </p:grpSpPr>
          <p:cxnSp>
            <p:nvCxnSpPr>
              <p:cNvPr id="8336" name="Google Shape;8336;p9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334" name="Google Shape;8334;p9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95"/>
            <p:cNvGrpSpPr/>
            <p:nvPr/>
          </p:nvGrpSpPr>
          <p:grpSpPr>
            <a:xfrm>
              <a:off x="4426818" y="2358282"/>
              <a:ext cx="225600" cy="307471"/>
              <a:chOff x="4426818" y="2358282"/>
              <a:chExt cx="225600" cy="307471"/>
            </a:xfrm>
          </p:grpSpPr>
          <p:cxnSp>
            <p:nvCxnSpPr>
              <p:cNvPr id="8339" name="Google Shape;8339;p95"/>
              <p:cNvCxnSpPr>
                <a:stCxn id="834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341" name="Google Shape;8341;p9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95"/>
            <p:cNvGrpSpPr/>
            <p:nvPr/>
          </p:nvGrpSpPr>
          <p:grpSpPr>
            <a:xfrm>
              <a:off x="4883984" y="2440153"/>
              <a:ext cx="225600" cy="296479"/>
              <a:chOff x="4883984" y="2440153"/>
              <a:chExt cx="225600" cy="296479"/>
            </a:xfrm>
          </p:grpSpPr>
          <p:cxnSp>
            <p:nvCxnSpPr>
              <p:cNvPr id="8343" name="Google Shape;8343;p9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344" name="Google Shape;8344;p9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95"/>
            <p:cNvGrpSpPr/>
            <p:nvPr/>
          </p:nvGrpSpPr>
          <p:grpSpPr>
            <a:xfrm>
              <a:off x="3512551" y="2358356"/>
              <a:ext cx="225647" cy="307629"/>
              <a:chOff x="2182679" y="2005014"/>
              <a:chExt cx="792300" cy="1080158"/>
            </a:xfrm>
          </p:grpSpPr>
          <p:cxnSp>
            <p:nvCxnSpPr>
              <p:cNvPr id="8347" name="Google Shape;8347;p95"/>
              <p:cNvCxnSpPr>
                <a:stCxn id="834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333" name="Google Shape;8333;p9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9" name="Google Shape;8349;p95"/>
          <p:cNvGrpSpPr/>
          <p:nvPr/>
        </p:nvGrpSpPr>
        <p:grpSpPr>
          <a:xfrm>
            <a:off x="6846571" y="972829"/>
            <a:ext cx="1559809" cy="722610"/>
            <a:chOff x="634175" y="2986275"/>
            <a:chExt cx="3147949" cy="1458344"/>
          </a:xfrm>
        </p:grpSpPr>
        <p:cxnSp>
          <p:nvCxnSpPr>
            <p:cNvPr id="8350" name="Google Shape;8350;p95"/>
            <p:cNvCxnSpPr>
              <a:stCxn id="8351" idx="4"/>
              <a:endCxn id="835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353" name="Google Shape;8353;p95"/>
            <p:cNvCxnSpPr>
              <a:stCxn id="8352" idx="0"/>
              <a:endCxn id="835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55" name="Google Shape;8355;p95"/>
            <p:cNvCxnSpPr>
              <a:stCxn id="8354" idx="4"/>
              <a:endCxn id="835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57" name="Google Shape;8357;p95"/>
            <p:cNvCxnSpPr>
              <a:stCxn id="8356" idx="0"/>
              <a:endCxn id="835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358" name="Google Shape;8358;p9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4" name="Google Shape;8354;p9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1" name="Google Shape;8351;p9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6" name="Google Shape;8356;p9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2" name="Google Shape;8352;p9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359" name="Google Shape;8359;p95"/>
          <p:cNvGrpSpPr/>
          <p:nvPr/>
        </p:nvGrpSpPr>
        <p:grpSpPr>
          <a:xfrm>
            <a:off x="3500361" y="2682737"/>
            <a:ext cx="1570719" cy="294123"/>
            <a:chOff x="998425" y="1182125"/>
            <a:chExt cx="1065400" cy="199500"/>
          </a:xfrm>
        </p:grpSpPr>
        <p:sp>
          <p:nvSpPr>
            <p:cNvPr id="8360" name="Google Shape;8360;p9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9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95"/>
          <p:cNvGrpSpPr/>
          <p:nvPr/>
        </p:nvGrpSpPr>
        <p:grpSpPr>
          <a:xfrm>
            <a:off x="6843617" y="1800224"/>
            <a:ext cx="1565716" cy="366729"/>
            <a:chOff x="1247650" y="2075423"/>
            <a:chExt cx="6648477" cy="1557238"/>
          </a:xfrm>
        </p:grpSpPr>
        <p:sp>
          <p:nvSpPr>
            <p:cNvPr id="8366" name="Google Shape;8366;p9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95"/>
          <p:cNvGrpSpPr/>
          <p:nvPr/>
        </p:nvGrpSpPr>
        <p:grpSpPr>
          <a:xfrm>
            <a:off x="6827929" y="2949039"/>
            <a:ext cx="1597061" cy="663440"/>
            <a:chOff x="6796238" y="3158297"/>
            <a:chExt cx="1630319" cy="677257"/>
          </a:xfrm>
        </p:grpSpPr>
        <p:cxnSp>
          <p:nvCxnSpPr>
            <p:cNvPr id="8373" name="Google Shape;8373;p9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374" name="Google Shape;8374;p9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375" name="Google Shape;8375;p9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376" name="Google Shape;8376;p9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377" name="Google Shape;8377;p95"/>
            <p:cNvGrpSpPr/>
            <p:nvPr/>
          </p:nvGrpSpPr>
          <p:grpSpPr>
            <a:xfrm>
              <a:off x="6796238" y="3311904"/>
              <a:ext cx="1630319" cy="377697"/>
              <a:chOff x="6796238" y="3311904"/>
              <a:chExt cx="1630319" cy="377697"/>
            </a:xfrm>
          </p:grpSpPr>
          <p:sp>
            <p:nvSpPr>
              <p:cNvPr id="8378" name="Google Shape;8378;p9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1" name="Google Shape;8381;p95"/>
          <p:cNvGrpSpPr/>
          <p:nvPr/>
        </p:nvGrpSpPr>
        <p:grpSpPr>
          <a:xfrm>
            <a:off x="5349067" y="970431"/>
            <a:ext cx="1368606" cy="1593805"/>
            <a:chOff x="1839112" y="2209163"/>
            <a:chExt cx="1918159" cy="2233784"/>
          </a:xfrm>
        </p:grpSpPr>
        <p:sp>
          <p:nvSpPr>
            <p:cNvPr id="8382" name="Google Shape;8382;p9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5" name="Google Shape;8385;p95"/>
            <p:cNvCxnSpPr>
              <a:stCxn id="8382" idx="6"/>
              <a:endCxn id="838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86" name="Google Shape;8386;p95"/>
            <p:cNvCxnSpPr>
              <a:stCxn id="8383" idx="4"/>
              <a:endCxn id="838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388" name="Google Shape;8388;p95"/>
            <p:cNvCxnSpPr>
              <a:stCxn id="8387" idx="6"/>
              <a:endCxn id="838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89" name="Google Shape;8389;p95"/>
            <p:cNvCxnSpPr>
              <a:stCxn id="8384" idx="4"/>
              <a:endCxn id="839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387" name="Google Shape;8387;p9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2" name="Google Shape;8392;p95"/>
            <p:cNvCxnSpPr>
              <a:endCxn id="839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393" name="Google Shape;8393;p95"/>
          <p:cNvGrpSpPr/>
          <p:nvPr/>
        </p:nvGrpSpPr>
        <p:grpSpPr>
          <a:xfrm>
            <a:off x="3481440" y="976667"/>
            <a:ext cx="1637968" cy="154942"/>
            <a:chOff x="238125" y="2506075"/>
            <a:chExt cx="7115411" cy="673075"/>
          </a:xfrm>
        </p:grpSpPr>
        <p:sp>
          <p:nvSpPr>
            <p:cNvPr id="8394" name="Google Shape;8394;p9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9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95"/>
          <p:cNvGrpSpPr/>
          <p:nvPr/>
        </p:nvGrpSpPr>
        <p:grpSpPr>
          <a:xfrm>
            <a:off x="720125" y="1298264"/>
            <a:ext cx="2476762" cy="91743"/>
            <a:chOff x="1464850" y="436376"/>
            <a:chExt cx="6001362" cy="222300"/>
          </a:xfrm>
        </p:grpSpPr>
        <p:sp>
          <p:nvSpPr>
            <p:cNvPr id="8400" name="Google Shape;8400;p9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5" name="Google Shape;8405;p9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06" name="Google Shape;8406;p9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07" name="Google Shape;8407;p9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08" name="Google Shape;8408;p9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409" name="Google Shape;8409;p95"/>
          <p:cNvGrpSpPr/>
          <p:nvPr/>
        </p:nvGrpSpPr>
        <p:grpSpPr>
          <a:xfrm>
            <a:off x="706392" y="2533730"/>
            <a:ext cx="1452710" cy="651923"/>
            <a:chOff x="803162" y="2667727"/>
            <a:chExt cx="1411906" cy="633611"/>
          </a:xfrm>
        </p:grpSpPr>
        <p:cxnSp>
          <p:nvCxnSpPr>
            <p:cNvPr id="8410" name="Google Shape;8410;p95"/>
            <p:cNvCxnSpPr>
              <a:stCxn id="8411" idx="2"/>
              <a:endCxn id="841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13" name="Google Shape;8413;p95"/>
            <p:cNvCxnSpPr>
              <a:stCxn id="8414" idx="0"/>
              <a:endCxn id="841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15" name="Google Shape;8415;p95"/>
            <p:cNvCxnSpPr>
              <a:stCxn id="8414" idx="2"/>
              <a:endCxn id="841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17" name="Google Shape;8417;p95"/>
            <p:cNvCxnSpPr>
              <a:stCxn id="8418" idx="0"/>
              <a:endCxn id="841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19" name="Google Shape;8419;p95"/>
            <p:cNvCxnSpPr>
              <a:stCxn id="8412" idx="2"/>
              <a:endCxn id="842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21" name="Google Shape;8421;p95"/>
            <p:cNvCxnSpPr>
              <a:stCxn id="8422" idx="0"/>
              <a:endCxn id="841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418" name="Google Shape;8418;p9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6" name="Google Shape;8416;p9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2" name="Google Shape;8422;p9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0" name="Google Shape;8420;p9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2" name="Google Shape;8412;p9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4" name="Google Shape;8414;p9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1" name="Google Shape;8411;p9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423" name="Google Shape;8423;p95"/>
          <p:cNvGrpSpPr/>
          <p:nvPr/>
        </p:nvGrpSpPr>
        <p:grpSpPr>
          <a:xfrm>
            <a:off x="706394" y="969268"/>
            <a:ext cx="2518541" cy="209309"/>
            <a:chOff x="803163" y="1111966"/>
            <a:chExt cx="2447800" cy="203430"/>
          </a:xfrm>
        </p:grpSpPr>
        <p:grpSp>
          <p:nvGrpSpPr>
            <p:cNvPr id="8424" name="Google Shape;8424;p95"/>
            <p:cNvGrpSpPr/>
            <p:nvPr/>
          </p:nvGrpSpPr>
          <p:grpSpPr>
            <a:xfrm>
              <a:off x="1958180" y="1111966"/>
              <a:ext cx="588019" cy="121396"/>
              <a:chOff x="4808316" y="2800065"/>
              <a:chExt cx="1999386" cy="412910"/>
            </a:xfrm>
          </p:grpSpPr>
          <p:sp>
            <p:nvSpPr>
              <p:cNvPr id="8425" name="Google Shape;8425;p9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6" name="Google Shape;8426;p95"/>
              <p:cNvGrpSpPr/>
              <p:nvPr/>
            </p:nvGrpSpPr>
            <p:grpSpPr>
              <a:xfrm>
                <a:off x="4808316" y="2800065"/>
                <a:ext cx="92400" cy="411825"/>
                <a:chOff x="845575" y="2563700"/>
                <a:chExt cx="92400" cy="411825"/>
              </a:xfrm>
            </p:grpSpPr>
            <p:cxnSp>
              <p:nvCxnSpPr>
                <p:cNvPr id="8427" name="Google Shape;8427;p9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28" name="Google Shape;8428;p9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429" name="Google Shape;8429;p9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430" name="Google Shape;8430;p9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1" name="Google Shape;8431;p95"/>
            <p:cNvGrpSpPr/>
            <p:nvPr/>
          </p:nvGrpSpPr>
          <p:grpSpPr>
            <a:xfrm>
              <a:off x="803163" y="1111974"/>
              <a:ext cx="591158" cy="121545"/>
              <a:chOff x="803163" y="1111974"/>
              <a:chExt cx="591158" cy="121545"/>
            </a:xfrm>
          </p:grpSpPr>
          <p:grpSp>
            <p:nvGrpSpPr>
              <p:cNvPr id="8432" name="Google Shape;8432;p95"/>
              <p:cNvGrpSpPr/>
              <p:nvPr/>
            </p:nvGrpSpPr>
            <p:grpSpPr>
              <a:xfrm>
                <a:off x="803163" y="1111974"/>
                <a:ext cx="27175" cy="121077"/>
                <a:chOff x="845575" y="2563700"/>
                <a:chExt cx="92400" cy="411825"/>
              </a:xfrm>
            </p:grpSpPr>
            <p:cxnSp>
              <p:nvCxnSpPr>
                <p:cNvPr id="8433" name="Google Shape;8433;p9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34" name="Google Shape;8434;p9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5" name="Google Shape;8435;p9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95"/>
            <p:cNvGrpSpPr/>
            <p:nvPr/>
          </p:nvGrpSpPr>
          <p:grpSpPr>
            <a:xfrm>
              <a:off x="1381910" y="1194219"/>
              <a:ext cx="588341" cy="121177"/>
              <a:chOff x="1381910" y="1194219"/>
              <a:chExt cx="588341" cy="121177"/>
            </a:xfrm>
          </p:grpSpPr>
          <p:grpSp>
            <p:nvGrpSpPr>
              <p:cNvPr id="8437" name="Google Shape;8437;p95"/>
              <p:cNvGrpSpPr/>
              <p:nvPr/>
            </p:nvGrpSpPr>
            <p:grpSpPr>
              <a:xfrm rot="10800000">
                <a:off x="1381910" y="1194319"/>
                <a:ext cx="27175" cy="121077"/>
                <a:chOff x="2070100" y="2563700"/>
                <a:chExt cx="92400" cy="411825"/>
              </a:xfrm>
            </p:grpSpPr>
            <p:cxnSp>
              <p:nvCxnSpPr>
                <p:cNvPr id="8438" name="Google Shape;8438;p9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39" name="Google Shape;8439;p9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0" name="Google Shape;8440;p9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95"/>
            <p:cNvGrpSpPr/>
            <p:nvPr/>
          </p:nvGrpSpPr>
          <p:grpSpPr>
            <a:xfrm>
              <a:off x="2532079" y="1194219"/>
              <a:ext cx="704927" cy="121177"/>
              <a:chOff x="2532079" y="1194219"/>
              <a:chExt cx="704927" cy="121177"/>
            </a:xfrm>
          </p:grpSpPr>
          <p:grpSp>
            <p:nvGrpSpPr>
              <p:cNvPr id="8442" name="Google Shape;8442;p95"/>
              <p:cNvGrpSpPr/>
              <p:nvPr/>
            </p:nvGrpSpPr>
            <p:grpSpPr>
              <a:xfrm rot="10800000">
                <a:off x="2532079" y="1194319"/>
                <a:ext cx="27175" cy="121077"/>
                <a:chOff x="2070100" y="2563700"/>
                <a:chExt cx="92400" cy="411825"/>
              </a:xfrm>
            </p:grpSpPr>
            <p:cxnSp>
              <p:nvCxnSpPr>
                <p:cNvPr id="8443" name="Google Shape;8443;p9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44" name="Google Shape;8444;p9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5" name="Google Shape;8445;p9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6" name="Google Shape;8446;p95"/>
          <p:cNvGrpSpPr/>
          <p:nvPr/>
        </p:nvGrpSpPr>
        <p:grpSpPr>
          <a:xfrm>
            <a:off x="3499404" y="3665900"/>
            <a:ext cx="1567778" cy="491677"/>
            <a:chOff x="5194708" y="3484366"/>
            <a:chExt cx="3148148" cy="987304"/>
          </a:xfrm>
        </p:grpSpPr>
        <p:grpSp>
          <p:nvGrpSpPr>
            <p:cNvPr id="8447" name="Google Shape;8447;p95"/>
            <p:cNvGrpSpPr/>
            <p:nvPr/>
          </p:nvGrpSpPr>
          <p:grpSpPr>
            <a:xfrm>
              <a:off x="7531521" y="3484366"/>
              <a:ext cx="811335" cy="987304"/>
              <a:chOff x="3379425" y="1617275"/>
              <a:chExt cx="1090650" cy="1327200"/>
            </a:xfrm>
          </p:grpSpPr>
          <p:sp>
            <p:nvSpPr>
              <p:cNvPr id="8448" name="Google Shape;8448;p9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95"/>
            <p:cNvGrpSpPr/>
            <p:nvPr/>
          </p:nvGrpSpPr>
          <p:grpSpPr>
            <a:xfrm>
              <a:off x="6752546" y="3484366"/>
              <a:ext cx="811428" cy="987304"/>
              <a:chOff x="2332275" y="1617275"/>
              <a:chExt cx="1090775" cy="1327200"/>
            </a:xfrm>
          </p:grpSpPr>
          <p:sp>
            <p:nvSpPr>
              <p:cNvPr id="8452" name="Google Shape;8452;p9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9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95"/>
            <p:cNvGrpSpPr/>
            <p:nvPr/>
          </p:nvGrpSpPr>
          <p:grpSpPr>
            <a:xfrm>
              <a:off x="5973664" y="3484366"/>
              <a:ext cx="811335" cy="987304"/>
              <a:chOff x="1285250" y="1617275"/>
              <a:chExt cx="1090650" cy="1327200"/>
            </a:xfrm>
          </p:grpSpPr>
          <p:sp>
            <p:nvSpPr>
              <p:cNvPr id="8456" name="Google Shape;8456;p9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9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9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95"/>
            <p:cNvGrpSpPr/>
            <p:nvPr/>
          </p:nvGrpSpPr>
          <p:grpSpPr>
            <a:xfrm>
              <a:off x="5194708" y="3484366"/>
              <a:ext cx="811409" cy="987304"/>
              <a:chOff x="238125" y="1617275"/>
              <a:chExt cx="1090750" cy="1327200"/>
            </a:xfrm>
          </p:grpSpPr>
          <p:sp>
            <p:nvSpPr>
              <p:cNvPr id="8460" name="Google Shape;8460;p9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3" name="Google Shape;8463;p95"/>
          <p:cNvGrpSpPr/>
          <p:nvPr/>
        </p:nvGrpSpPr>
        <p:grpSpPr>
          <a:xfrm>
            <a:off x="3460013" y="3146311"/>
            <a:ext cx="1616964" cy="346256"/>
            <a:chOff x="1808063" y="4294338"/>
            <a:chExt cx="3370782" cy="721817"/>
          </a:xfrm>
        </p:grpSpPr>
        <p:sp>
          <p:nvSpPr>
            <p:cNvPr id="8464" name="Google Shape;8464;p9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9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9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9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9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9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9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95"/>
          <p:cNvGrpSpPr/>
          <p:nvPr/>
        </p:nvGrpSpPr>
        <p:grpSpPr>
          <a:xfrm>
            <a:off x="738225" y="3432340"/>
            <a:ext cx="1295882" cy="646587"/>
            <a:chOff x="834100" y="3642869"/>
            <a:chExt cx="1259483" cy="628426"/>
          </a:xfrm>
        </p:grpSpPr>
        <p:sp>
          <p:nvSpPr>
            <p:cNvPr id="8475" name="Google Shape;8475;p9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9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9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9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9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9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9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9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9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9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9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9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9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9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0" name="Google Shape;8500;p95"/>
            <p:cNvGrpSpPr/>
            <p:nvPr/>
          </p:nvGrpSpPr>
          <p:grpSpPr>
            <a:xfrm>
              <a:off x="1360364" y="3847835"/>
              <a:ext cx="208119" cy="224359"/>
              <a:chOff x="1360769" y="3847100"/>
              <a:chExt cx="208119" cy="224359"/>
            </a:xfrm>
          </p:grpSpPr>
          <p:sp>
            <p:nvSpPr>
              <p:cNvPr id="8501" name="Google Shape;8501;p9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9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9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9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9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9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9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9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9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9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9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9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1" name="Google Shape;8521;p9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9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9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9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9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9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9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95"/>
          <p:cNvGrpSpPr/>
          <p:nvPr/>
        </p:nvGrpSpPr>
        <p:grpSpPr>
          <a:xfrm rot="5400000">
            <a:off x="5951338" y="3228837"/>
            <a:ext cx="164064" cy="1414916"/>
            <a:chOff x="4428249" y="1369375"/>
            <a:chExt cx="36905" cy="429569"/>
          </a:xfrm>
        </p:grpSpPr>
        <p:sp>
          <p:nvSpPr>
            <p:cNvPr id="8536" name="Google Shape;8536;p9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9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9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9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9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9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9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95"/>
          <p:cNvGrpSpPr/>
          <p:nvPr/>
        </p:nvGrpSpPr>
        <p:grpSpPr>
          <a:xfrm flipH="1" rot="10800000">
            <a:off x="5323767" y="2817380"/>
            <a:ext cx="1419207" cy="24808"/>
            <a:chOff x="219558" y="4738465"/>
            <a:chExt cx="5852400" cy="102300"/>
          </a:xfrm>
        </p:grpSpPr>
        <p:cxnSp>
          <p:nvCxnSpPr>
            <p:cNvPr id="8569" name="Google Shape;8569;p9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570" name="Google Shape;8570;p9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9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9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95"/>
          <p:cNvGrpSpPr/>
          <p:nvPr/>
        </p:nvGrpSpPr>
        <p:grpSpPr>
          <a:xfrm>
            <a:off x="5335086" y="3190444"/>
            <a:ext cx="1396570" cy="385016"/>
            <a:chOff x="5286284" y="2966544"/>
            <a:chExt cx="1396570" cy="385016"/>
          </a:xfrm>
        </p:grpSpPr>
        <p:cxnSp>
          <p:nvCxnSpPr>
            <p:cNvPr id="8576" name="Google Shape;8576;p9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577" name="Google Shape;8577;p9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578" name="Google Shape;8578;p95"/>
            <p:cNvGrpSpPr/>
            <p:nvPr/>
          </p:nvGrpSpPr>
          <p:grpSpPr>
            <a:xfrm>
              <a:off x="5287688" y="3173364"/>
              <a:ext cx="1395166" cy="74100"/>
              <a:chOff x="5287688" y="3173364"/>
              <a:chExt cx="1395166" cy="74100"/>
            </a:xfrm>
          </p:grpSpPr>
          <p:cxnSp>
            <p:nvCxnSpPr>
              <p:cNvPr id="8579" name="Google Shape;8579;p9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580" name="Google Shape;8580;p9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581" name="Google Shape;8581;p9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82" name="Google Shape;8582;p9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83" name="Google Shape;8583;p9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84" name="Google Shape;8584;p9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85" name="Google Shape;8585;p9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86" name="Google Shape;8586;p9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587" name="Google Shape;8587;p9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588" name="Google Shape;8588;p95"/>
          <p:cNvGrpSpPr/>
          <p:nvPr/>
        </p:nvGrpSpPr>
        <p:grpSpPr>
          <a:xfrm>
            <a:off x="2021151" y="1609220"/>
            <a:ext cx="1182276" cy="662027"/>
            <a:chOff x="2029517" y="1732295"/>
            <a:chExt cx="1149068" cy="643432"/>
          </a:xfrm>
        </p:grpSpPr>
        <p:grpSp>
          <p:nvGrpSpPr>
            <p:cNvPr id="8589" name="Google Shape;8589;p95"/>
            <p:cNvGrpSpPr/>
            <p:nvPr/>
          </p:nvGrpSpPr>
          <p:grpSpPr>
            <a:xfrm>
              <a:off x="2708660" y="1746937"/>
              <a:ext cx="455427" cy="244429"/>
              <a:chOff x="2700693" y="1746937"/>
              <a:chExt cx="455427" cy="244429"/>
            </a:xfrm>
          </p:grpSpPr>
          <p:grpSp>
            <p:nvGrpSpPr>
              <p:cNvPr id="8590" name="Google Shape;8590;p95"/>
              <p:cNvGrpSpPr/>
              <p:nvPr/>
            </p:nvGrpSpPr>
            <p:grpSpPr>
              <a:xfrm>
                <a:off x="2905682" y="1782817"/>
                <a:ext cx="250438" cy="208549"/>
                <a:chOff x="2905682" y="1782817"/>
                <a:chExt cx="250438" cy="208549"/>
              </a:xfrm>
            </p:grpSpPr>
            <p:cxnSp>
              <p:nvCxnSpPr>
                <p:cNvPr id="8591" name="Google Shape;8591;p9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92" name="Google Shape;8592;p9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95"/>
              <p:cNvGrpSpPr/>
              <p:nvPr/>
            </p:nvGrpSpPr>
            <p:grpSpPr>
              <a:xfrm>
                <a:off x="2700693" y="1746937"/>
                <a:ext cx="449967" cy="72374"/>
                <a:chOff x="2700693" y="1746937"/>
                <a:chExt cx="449967" cy="72374"/>
              </a:xfrm>
            </p:grpSpPr>
            <p:cxnSp>
              <p:nvCxnSpPr>
                <p:cNvPr id="8594" name="Google Shape;8594;p9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95" name="Google Shape;8595;p9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6" name="Google Shape;8596;p95"/>
            <p:cNvGrpSpPr/>
            <p:nvPr/>
          </p:nvGrpSpPr>
          <p:grpSpPr>
            <a:xfrm>
              <a:off x="2029517" y="1732295"/>
              <a:ext cx="1149068" cy="643432"/>
              <a:chOff x="2029517" y="1732295"/>
              <a:chExt cx="1149068" cy="643432"/>
            </a:xfrm>
          </p:grpSpPr>
          <p:grpSp>
            <p:nvGrpSpPr>
              <p:cNvPr id="8597" name="Google Shape;8597;p95"/>
              <p:cNvGrpSpPr/>
              <p:nvPr/>
            </p:nvGrpSpPr>
            <p:grpSpPr>
              <a:xfrm>
                <a:off x="2703618" y="2103152"/>
                <a:ext cx="474966" cy="260017"/>
                <a:chOff x="2703618" y="2103152"/>
                <a:chExt cx="474966" cy="260017"/>
              </a:xfrm>
            </p:grpSpPr>
            <p:grpSp>
              <p:nvGrpSpPr>
                <p:cNvPr id="8598" name="Google Shape;8598;p95"/>
                <p:cNvGrpSpPr/>
                <p:nvPr/>
              </p:nvGrpSpPr>
              <p:grpSpPr>
                <a:xfrm>
                  <a:off x="2703618" y="2290640"/>
                  <a:ext cx="450291" cy="72529"/>
                  <a:chOff x="2703618" y="2290640"/>
                  <a:chExt cx="450291" cy="72529"/>
                </a:xfrm>
              </p:grpSpPr>
              <p:cxnSp>
                <p:nvCxnSpPr>
                  <p:cNvPr id="8599" name="Google Shape;8599;p9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00" name="Google Shape;8600;p9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95"/>
                <p:cNvGrpSpPr/>
                <p:nvPr/>
              </p:nvGrpSpPr>
              <p:grpSpPr>
                <a:xfrm>
                  <a:off x="2908607" y="2103152"/>
                  <a:ext cx="269977" cy="223538"/>
                  <a:chOff x="2908607" y="2103152"/>
                  <a:chExt cx="269977" cy="223538"/>
                </a:xfrm>
              </p:grpSpPr>
              <p:cxnSp>
                <p:nvCxnSpPr>
                  <p:cNvPr id="8602" name="Google Shape;8602;p9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03" name="Google Shape;8603;p9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4" name="Google Shape;8604;p95"/>
              <p:cNvGrpSpPr/>
              <p:nvPr/>
            </p:nvGrpSpPr>
            <p:grpSpPr>
              <a:xfrm>
                <a:off x="2029517" y="1732295"/>
                <a:ext cx="685827" cy="643432"/>
                <a:chOff x="2029517" y="1732295"/>
                <a:chExt cx="685827" cy="643432"/>
              </a:xfrm>
            </p:grpSpPr>
            <p:sp>
              <p:nvSpPr>
                <p:cNvPr id="8605" name="Google Shape;8605;p9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6" name="Google Shape;8606;p95"/>
                <p:cNvGrpSpPr/>
                <p:nvPr/>
              </p:nvGrpSpPr>
              <p:grpSpPr>
                <a:xfrm>
                  <a:off x="2158948" y="1732295"/>
                  <a:ext cx="556396" cy="333108"/>
                  <a:chOff x="2158948" y="1732295"/>
                  <a:chExt cx="556396" cy="333108"/>
                </a:xfrm>
              </p:grpSpPr>
              <p:cxnSp>
                <p:nvCxnSpPr>
                  <p:cNvPr id="8607" name="Google Shape;8607;p9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08" name="Google Shape;8608;p9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95"/>
                <p:cNvGrpSpPr/>
                <p:nvPr/>
              </p:nvGrpSpPr>
              <p:grpSpPr>
                <a:xfrm>
                  <a:off x="2159908" y="2065057"/>
                  <a:ext cx="550884" cy="310670"/>
                  <a:chOff x="2159908" y="2065057"/>
                  <a:chExt cx="550884" cy="310670"/>
                </a:xfrm>
              </p:grpSpPr>
              <p:cxnSp>
                <p:nvCxnSpPr>
                  <p:cNvPr id="8610" name="Google Shape;8610;p9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11" name="Google Shape;8611;p9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612" name="Google Shape;8612;p95"/>
          <p:cNvGrpSpPr/>
          <p:nvPr/>
        </p:nvGrpSpPr>
        <p:grpSpPr>
          <a:xfrm>
            <a:off x="706400" y="1556833"/>
            <a:ext cx="962651" cy="810058"/>
            <a:chOff x="844912" y="1681380"/>
            <a:chExt cx="935611" cy="787305"/>
          </a:xfrm>
        </p:grpSpPr>
        <p:grpSp>
          <p:nvGrpSpPr>
            <p:cNvPr id="8613" name="Google Shape;8613;p95"/>
            <p:cNvGrpSpPr/>
            <p:nvPr/>
          </p:nvGrpSpPr>
          <p:grpSpPr>
            <a:xfrm>
              <a:off x="844912" y="1819635"/>
              <a:ext cx="329836" cy="510016"/>
              <a:chOff x="844912" y="1819635"/>
              <a:chExt cx="329836" cy="510016"/>
            </a:xfrm>
          </p:grpSpPr>
          <p:sp>
            <p:nvSpPr>
              <p:cNvPr id="8614" name="Google Shape;8614;p9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9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9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9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9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95"/>
            <p:cNvGrpSpPr/>
            <p:nvPr/>
          </p:nvGrpSpPr>
          <p:grpSpPr>
            <a:xfrm>
              <a:off x="1284601" y="2158168"/>
              <a:ext cx="495923" cy="310517"/>
              <a:chOff x="1284601" y="2158168"/>
              <a:chExt cx="495923" cy="310517"/>
            </a:xfrm>
          </p:grpSpPr>
          <p:sp>
            <p:nvSpPr>
              <p:cNvPr id="8621" name="Google Shape;8621;p9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2" name="Google Shape;8622;p95"/>
              <p:cNvGrpSpPr/>
              <p:nvPr/>
            </p:nvGrpSpPr>
            <p:grpSpPr>
              <a:xfrm>
                <a:off x="1507666" y="2158168"/>
                <a:ext cx="272858" cy="310517"/>
                <a:chOff x="1507666" y="2158168"/>
                <a:chExt cx="272858" cy="310517"/>
              </a:xfrm>
            </p:grpSpPr>
            <p:grpSp>
              <p:nvGrpSpPr>
                <p:cNvPr id="8623" name="Google Shape;8623;p95"/>
                <p:cNvGrpSpPr/>
                <p:nvPr/>
              </p:nvGrpSpPr>
              <p:grpSpPr>
                <a:xfrm>
                  <a:off x="1507666" y="2176104"/>
                  <a:ext cx="166395" cy="273149"/>
                  <a:chOff x="1507666" y="2176104"/>
                  <a:chExt cx="166395" cy="273149"/>
                </a:xfrm>
              </p:grpSpPr>
              <p:sp>
                <p:nvSpPr>
                  <p:cNvPr id="8624" name="Google Shape;8624;p9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9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9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9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9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9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9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9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9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3" name="Google Shape;8633;p95"/>
            <p:cNvGrpSpPr/>
            <p:nvPr/>
          </p:nvGrpSpPr>
          <p:grpSpPr>
            <a:xfrm>
              <a:off x="1284601" y="1681380"/>
              <a:ext cx="495923" cy="310517"/>
              <a:chOff x="1284601" y="1681380"/>
              <a:chExt cx="495923" cy="310517"/>
            </a:xfrm>
          </p:grpSpPr>
          <p:sp>
            <p:nvSpPr>
              <p:cNvPr id="8634" name="Google Shape;8634;p9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5" name="Google Shape;8635;p95"/>
              <p:cNvGrpSpPr/>
              <p:nvPr/>
            </p:nvGrpSpPr>
            <p:grpSpPr>
              <a:xfrm>
                <a:off x="1507666" y="1681380"/>
                <a:ext cx="272858" cy="310517"/>
                <a:chOff x="1507666" y="1681380"/>
                <a:chExt cx="272858" cy="310517"/>
              </a:xfrm>
            </p:grpSpPr>
            <p:grpSp>
              <p:nvGrpSpPr>
                <p:cNvPr id="8636" name="Google Shape;8636;p95"/>
                <p:cNvGrpSpPr/>
                <p:nvPr/>
              </p:nvGrpSpPr>
              <p:grpSpPr>
                <a:xfrm>
                  <a:off x="1507666" y="1700120"/>
                  <a:ext cx="166395" cy="272984"/>
                  <a:chOff x="1507666" y="1700120"/>
                  <a:chExt cx="166395" cy="272984"/>
                </a:xfrm>
              </p:grpSpPr>
              <p:sp>
                <p:nvSpPr>
                  <p:cNvPr id="8637" name="Google Shape;8637;p9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9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9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9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9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9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9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4" name="Google Shape;8644;p9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9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46" name="Google Shape;8646;p95"/>
          <p:cNvGrpSpPr/>
          <p:nvPr/>
        </p:nvGrpSpPr>
        <p:grpSpPr>
          <a:xfrm>
            <a:off x="6815341" y="2324262"/>
            <a:ext cx="1622269" cy="552443"/>
            <a:chOff x="6894650" y="2574740"/>
            <a:chExt cx="1445100" cy="492111"/>
          </a:xfrm>
        </p:grpSpPr>
        <p:sp>
          <p:nvSpPr>
            <p:cNvPr id="8647" name="Google Shape;8647;p9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9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9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9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9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2" name="Google Shape;8652;p9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653" name="Google Shape;8653;p95"/>
          <p:cNvGrpSpPr/>
          <p:nvPr/>
        </p:nvGrpSpPr>
        <p:grpSpPr>
          <a:xfrm>
            <a:off x="6834884" y="3698518"/>
            <a:ext cx="1583206" cy="475705"/>
            <a:chOff x="6953919" y="3907920"/>
            <a:chExt cx="1377300" cy="475705"/>
          </a:xfrm>
        </p:grpSpPr>
        <p:cxnSp>
          <p:nvCxnSpPr>
            <p:cNvPr id="8654" name="Google Shape;8654;p9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655" name="Google Shape;8655;p9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656" name="Google Shape;8656;p9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657" name="Google Shape;8657;p9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658" name="Google Shape;8658;p9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659" name="Google Shape;8659;p95"/>
          <p:cNvGrpSpPr/>
          <p:nvPr/>
        </p:nvGrpSpPr>
        <p:grpSpPr>
          <a:xfrm>
            <a:off x="2338472" y="2459663"/>
            <a:ext cx="836286" cy="824529"/>
            <a:chOff x="2389399" y="2595741"/>
            <a:chExt cx="812796" cy="801369"/>
          </a:xfrm>
        </p:grpSpPr>
        <p:grpSp>
          <p:nvGrpSpPr>
            <p:cNvPr id="8660" name="Google Shape;8660;p95"/>
            <p:cNvGrpSpPr/>
            <p:nvPr/>
          </p:nvGrpSpPr>
          <p:grpSpPr>
            <a:xfrm>
              <a:off x="2492145" y="2881565"/>
              <a:ext cx="607300" cy="229751"/>
              <a:chOff x="2492145" y="2881565"/>
              <a:chExt cx="607300" cy="229751"/>
            </a:xfrm>
          </p:grpSpPr>
          <p:sp>
            <p:nvSpPr>
              <p:cNvPr id="8661" name="Google Shape;8661;p9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9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9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95"/>
            <p:cNvGrpSpPr/>
            <p:nvPr/>
          </p:nvGrpSpPr>
          <p:grpSpPr>
            <a:xfrm>
              <a:off x="2389399" y="2595741"/>
              <a:ext cx="812796" cy="296825"/>
              <a:chOff x="2389399" y="2595741"/>
              <a:chExt cx="812796" cy="296825"/>
            </a:xfrm>
          </p:grpSpPr>
          <p:grpSp>
            <p:nvGrpSpPr>
              <p:cNvPr id="8665" name="Google Shape;8665;p95"/>
              <p:cNvGrpSpPr/>
              <p:nvPr/>
            </p:nvGrpSpPr>
            <p:grpSpPr>
              <a:xfrm>
                <a:off x="2389399" y="2595741"/>
                <a:ext cx="363638" cy="296825"/>
                <a:chOff x="2389399" y="2595741"/>
                <a:chExt cx="363638" cy="296825"/>
              </a:xfrm>
            </p:grpSpPr>
            <p:grpSp>
              <p:nvGrpSpPr>
                <p:cNvPr id="8666" name="Google Shape;8666;p95"/>
                <p:cNvGrpSpPr/>
                <p:nvPr/>
              </p:nvGrpSpPr>
              <p:grpSpPr>
                <a:xfrm>
                  <a:off x="2493852" y="2794333"/>
                  <a:ext cx="259185" cy="98232"/>
                  <a:chOff x="2493852" y="2794333"/>
                  <a:chExt cx="259185" cy="98232"/>
                </a:xfrm>
              </p:grpSpPr>
              <p:sp>
                <p:nvSpPr>
                  <p:cNvPr id="8667" name="Google Shape;8667;p9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9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9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95"/>
                <p:cNvGrpSpPr/>
                <p:nvPr/>
              </p:nvGrpSpPr>
              <p:grpSpPr>
                <a:xfrm>
                  <a:off x="2389399" y="2595741"/>
                  <a:ext cx="224343" cy="182054"/>
                  <a:chOff x="2389399" y="2595741"/>
                  <a:chExt cx="224343" cy="182054"/>
                </a:xfrm>
              </p:grpSpPr>
              <p:sp>
                <p:nvSpPr>
                  <p:cNvPr id="8671" name="Google Shape;8671;p9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9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3" name="Google Shape;8673;p95"/>
              <p:cNvGrpSpPr/>
              <p:nvPr/>
            </p:nvGrpSpPr>
            <p:grpSpPr>
              <a:xfrm>
                <a:off x="2683630" y="2595741"/>
                <a:ext cx="224334" cy="296825"/>
                <a:chOff x="2683630" y="2595741"/>
                <a:chExt cx="224334" cy="296825"/>
              </a:xfrm>
            </p:grpSpPr>
            <p:grpSp>
              <p:nvGrpSpPr>
                <p:cNvPr id="8674" name="Google Shape;8674;p95"/>
                <p:cNvGrpSpPr/>
                <p:nvPr/>
              </p:nvGrpSpPr>
              <p:grpSpPr>
                <a:xfrm>
                  <a:off x="2788083" y="2794333"/>
                  <a:ext cx="15356" cy="98232"/>
                  <a:chOff x="2788083" y="2794333"/>
                  <a:chExt cx="15356" cy="98232"/>
                </a:xfrm>
              </p:grpSpPr>
              <p:sp>
                <p:nvSpPr>
                  <p:cNvPr id="8675" name="Google Shape;8675;p9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9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9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95"/>
                <p:cNvGrpSpPr/>
                <p:nvPr/>
              </p:nvGrpSpPr>
              <p:grpSpPr>
                <a:xfrm>
                  <a:off x="2683630" y="2595741"/>
                  <a:ext cx="224334" cy="182054"/>
                  <a:chOff x="2683630" y="2595741"/>
                  <a:chExt cx="224334" cy="182054"/>
                </a:xfrm>
              </p:grpSpPr>
              <p:sp>
                <p:nvSpPr>
                  <p:cNvPr id="8679" name="Google Shape;8679;p9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9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1" name="Google Shape;8681;p95"/>
              <p:cNvGrpSpPr/>
              <p:nvPr/>
            </p:nvGrpSpPr>
            <p:grpSpPr>
              <a:xfrm>
                <a:off x="2838475" y="2595741"/>
                <a:ext cx="363719" cy="296825"/>
                <a:chOff x="2838475" y="2595741"/>
                <a:chExt cx="363719" cy="296825"/>
              </a:xfrm>
            </p:grpSpPr>
            <p:grpSp>
              <p:nvGrpSpPr>
                <p:cNvPr id="8682" name="Google Shape;8682;p95"/>
                <p:cNvGrpSpPr/>
                <p:nvPr/>
              </p:nvGrpSpPr>
              <p:grpSpPr>
                <a:xfrm>
                  <a:off x="2838475" y="2794333"/>
                  <a:ext cx="259185" cy="98232"/>
                  <a:chOff x="2838475" y="2794333"/>
                  <a:chExt cx="259185" cy="98232"/>
                </a:xfrm>
              </p:grpSpPr>
              <p:sp>
                <p:nvSpPr>
                  <p:cNvPr id="8683" name="Google Shape;8683;p9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9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95"/>
                <p:cNvGrpSpPr/>
                <p:nvPr/>
              </p:nvGrpSpPr>
              <p:grpSpPr>
                <a:xfrm>
                  <a:off x="2977852" y="2595741"/>
                  <a:ext cx="224343" cy="182054"/>
                  <a:chOff x="2977852" y="2595741"/>
                  <a:chExt cx="224343" cy="182054"/>
                </a:xfrm>
              </p:grpSpPr>
              <p:sp>
                <p:nvSpPr>
                  <p:cNvPr id="8687" name="Google Shape;8687;p9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9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89" name="Google Shape;8689;p95"/>
            <p:cNvGrpSpPr/>
            <p:nvPr/>
          </p:nvGrpSpPr>
          <p:grpSpPr>
            <a:xfrm>
              <a:off x="2389399" y="3100241"/>
              <a:ext cx="812796" cy="296869"/>
              <a:chOff x="2389399" y="3100241"/>
              <a:chExt cx="812796" cy="296869"/>
            </a:xfrm>
          </p:grpSpPr>
          <p:grpSp>
            <p:nvGrpSpPr>
              <p:cNvPr id="8690" name="Google Shape;8690;p95"/>
              <p:cNvGrpSpPr/>
              <p:nvPr/>
            </p:nvGrpSpPr>
            <p:grpSpPr>
              <a:xfrm>
                <a:off x="2683630" y="3100241"/>
                <a:ext cx="224334" cy="296869"/>
                <a:chOff x="2683630" y="3100241"/>
                <a:chExt cx="224334" cy="296869"/>
              </a:xfrm>
            </p:grpSpPr>
            <p:grpSp>
              <p:nvGrpSpPr>
                <p:cNvPr id="8691" name="Google Shape;8691;p95"/>
                <p:cNvGrpSpPr/>
                <p:nvPr/>
              </p:nvGrpSpPr>
              <p:grpSpPr>
                <a:xfrm>
                  <a:off x="2788083" y="3100241"/>
                  <a:ext cx="15356" cy="98237"/>
                  <a:chOff x="2788083" y="3100241"/>
                  <a:chExt cx="15356" cy="98237"/>
                </a:xfrm>
              </p:grpSpPr>
              <p:sp>
                <p:nvSpPr>
                  <p:cNvPr id="8692" name="Google Shape;8692;p9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9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9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95"/>
                <p:cNvGrpSpPr/>
                <p:nvPr/>
              </p:nvGrpSpPr>
              <p:grpSpPr>
                <a:xfrm>
                  <a:off x="2683630" y="3215065"/>
                  <a:ext cx="224334" cy="182045"/>
                  <a:chOff x="2683630" y="3215065"/>
                  <a:chExt cx="224334" cy="182045"/>
                </a:xfrm>
              </p:grpSpPr>
              <p:sp>
                <p:nvSpPr>
                  <p:cNvPr id="8696" name="Google Shape;8696;p9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9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8" name="Google Shape;8698;p95"/>
              <p:cNvGrpSpPr/>
              <p:nvPr/>
            </p:nvGrpSpPr>
            <p:grpSpPr>
              <a:xfrm>
                <a:off x="2389399" y="3100241"/>
                <a:ext cx="363638" cy="296869"/>
                <a:chOff x="2389399" y="3100241"/>
                <a:chExt cx="363638" cy="296869"/>
              </a:xfrm>
            </p:grpSpPr>
            <p:grpSp>
              <p:nvGrpSpPr>
                <p:cNvPr id="8699" name="Google Shape;8699;p95"/>
                <p:cNvGrpSpPr/>
                <p:nvPr/>
              </p:nvGrpSpPr>
              <p:grpSpPr>
                <a:xfrm>
                  <a:off x="2493852" y="3100241"/>
                  <a:ext cx="259185" cy="98237"/>
                  <a:chOff x="2493852" y="3100241"/>
                  <a:chExt cx="259185" cy="98237"/>
                </a:xfrm>
              </p:grpSpPr>
              <p:sp>
                <p:nvSpPr>
                  <p:cNvPr id="8700" name="Google Shape;8700;p9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9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9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95"/>
                <p:cNvGrpSpPr/>
                <p:nvPr/>
              </p:nvGrpSpPr>
              <p:grpSpPr>
                <a:xfrm>
                  <a:off x="2389399" y="3215065"/>
                  <a:ext cx="224343" cy="182045"/>
                  <a:chOff x="2389399" y="3215065"/>
                  <a:chExt cx="224343" cy="182045"/>
                </a:xfrm>
              </p:grpSpPr>
              <p:sp>
                <p:nvSpPr>
                  <p:cNvPr id="8704" name="Google Shape;8704;p9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9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6" name="Google Shape;8706;p95"/>
              <p:cNvGrpSpPr/>
              <p:nvPr/>
            </p:nvGrpSpPr>
            <p:grpSpPr>
              <a:xfrm>
                <a:off x="2838475" y="3100241"/>
                <a:ext cx="363719" cy="296869"/>
                <a:chOff x="2838475" y="3100241"/>
                <a:chExt cx="363719" cy="296869"/>
              </a:xfrm>
            </p:grpSpPr>
            <p:grpSp>
              <p:nvGrpSpPr>
                <p:cNvPr id="8707" name="Google Shape;8707;p95"/>
                <p:cNvGrpSpPr/>
                <p:nvPr/>
              </p:nvGrpSpPr>
              <p:grpSpPr>
                <a:xfrm>
                  <a:off x="2838475" y="3100241"/>
                  <a:ext cx="259185" cy="98237"/>
                  <a:chOff x="2838475" y="3100241"/>
                  <a:chExt cx="259185" cy="98237"/>
                </a:xfrm>
              </p:grpSpPr>
              <p:sp>
                <p:nvSpPr>
                  <p:cNvPr id="8708" name="Google Shape;8708;p9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9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9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95"/>
                <p:cNvGrpSpPr/>
                <p:nvPr/>
              </p:nvGrpSpPr>
              <p:grpSpPr>
                <a:xfrm>
                  <a:off x="2977852" y="3215065"/>
                  <a:ext cx="224343" cy="182045"/>
                  <a:chOff x="2977852" y="3215065"/>
                  <a:chExt cx="224343" cy="182045"/>
                </a:xfrm>
              </p:grpSpPr>
              <p:sp>
                <p:nvSpPr>
                  <p:cNvPr id="8712" name="Google Shape;8712;p9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9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7" name="Shape 8717"/>
        <p:cNvGrpSpPr/>
        <p:nvPr/>
      </p:nvGrpSpPr>
      <p:grpSpPr>
        <a:xfrm>
          <a:off x="0" y="0"/>
          <a:ext cx="0" cy="0"/>
          <a:chOff x="0" y="0"/>
          <a:chExt cx="0" cy="0"/>
        </a:xfrm>
      </p:grpSpPr>
      <p:grpSp>
        <p:nvGrpSpPr>
          <p:cNvPr id="8718" name="Google Shape;8718;p96"/>
          <p:cNvGrpSpPr/>
          <p:nvPr/>
        </p:nvGrpSpPr>
        <p:grpSpPr>
          <a:xfrm>
            <a:off x="702075" y="3155925"/>
            <a:ext cx="2390414" cy="1024800"/>
            <a:chOff x="728925" y="3296613"/>
            <a:chExt cx="2390414" cy="1024800"/>
          </a:xfrm>
        </p:grpSpPr>
        <p:grpSp>
          <p:nvGrpSpPr>
            <p:cNvPr id="8719" name="Google Shape;8719;p96"/>
            <p:cNvGrpSpPr/>
            <p:nvPr/>
          </p:nvGrpSpPr>
          <p:grpSpPr>
            <a:xfrm>
              <a:off x="728925" y="3619800"/>
              <a:ext cx="2390414" cy="500893"/>
              <a:chOff x="728925" y="3619800"/>
              <a:chExt cx="2390414" cy="500893"/>
            </a:xfrm>
          </p:grpSpPr>
          <p:sp>
            <p:nvSpPr>
              <p:cNvPr id="8720" name="Google Shape;8720;p9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1" name="Google Shape;8721;p9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22" name="Google Shape;8722;p96"/>
            <p:cNvGrpSpPr/>
            <p:nvPr/>
          </p:nvGrpSpPr>
          <p:grpSpPr>
            <a:xfrm>
              <a:off x="1348050" y="3296613"/>
              <a:ext cx="1706152" cy="1024800"/>
              <a:chOff x="1348050" y="3296613"/>
              <a:chExt cx="1706152" cy="1024800"/>
            </a:xfrm>
          </p:grpSpPr>
          <p:sp>
            <p:nvSpPr>
              <p:cNvPr id="8723" name="Google Shape;8723;p9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4" name="Google Shape;8724;p9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5" name="Google Shape;8725;p9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6" name="Google Shape;8726;p9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7" name="Google Shape;8727;p9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28" name="Google Shape;8728;p96"/>
            <p:cNvGrpSpPr/>
            <p:nvPr/>
          </p:nvGrpSpPr>
          <p:grpSpPr>
            <a:xfrm>
              <a:off x="1455707" y="3654858"/>
              <a:ext cx="1491150" cy="417657"/>
              <a:chOff x="1455707" y="3654858"/>
              <a:chExt cx="1491150" cy="417657"/>
            </a:xfrm>
          </p:grpSpPr>
          <p:sp>
            <p:nvSpPr>
              <p:cNvPr id="8729" name="Google Shape;8729;p9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9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9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9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9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9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9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9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9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49" name="Google Shape;8749;p96"/>
          <p:cNvGraphicFramePr/>
          <p:nvPr/>
        </p:nvGraphicFramePr>
        <p:xfrm>
          <a:off x="5937775" y="2153837"/>
          <a:ext cx="3000000" cy="3000000"/>
        </p:xfrm>
        <a:graphic>
          <a:graphicData uri="http://schemas.openxmlformats.org/drawingml/2006/table">
            <a:tbl>
              <a:tblPr>
                <a:noFill/>
                <a:tableStyleId>{D6CBFD61-9CC1-4848-B8E2-E103B36D63B7}</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750" name="Google Shape;8750;p96"/>
          <p:cNvGrpSpPr/>
          <p:nvPr/>
        </p:nvGrpSpPr>
        <p:grpSpPr>
          <a:xfrm>
            <a:off x="710451" y="981601"/>
            <a:ext cx="2396505" cy="976502"/>
            <a:chOff x="749309" y="1112739"/>
            <a:chExt cx="2371603" cy="976502"/>
          </a:xfrm>
        </p:grpSpPr>
        <p:grpSp>
          <p:nvGrpSpPr>
            <p:cNvPr id="8751" name="Google Shape;8751;p96"/>
            <p:cNvGrpSpPr/>
            <p:nvPr/>
          </p:nvGrpSpPr>
          <p:grpSpPr>
            <a:xfrm>
              <a:off x="1092126" y="1112739"/>
              <a:ext cx="2028786" cy="975464"/>
              <a:chOff x="1092126" y="1112739"/>
              <a:chExt cx="2028786" cy="975464"/>
            </a:xfrm>
          </p:grpSpPr>
          <p:sp>
            <p:nvSpPr>
              <p:cNvPr id="8752" name="Google Shape;8752;p9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9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9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9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9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9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9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9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9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9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9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9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9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9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96"/>
            <p:cNvGrpSpPr/>
            <p:nvPr/>
          </p:nvGrpSpPr>
          <p:grpSpPr>
            <a:xfrm>
              <a:off x="749309" y="1112739"/>
              <a:ext cx="314700" cy="975464"/>
              <a:chOff x="749309" y="1112739"/>
              <a:chExt cx="314700" cy="975464"/>
            </a:xfrm>
          </p:grpSpPr>
          <p:sp>
            <p:nvSpPr>
              <p:cNvPr id="8777" name="Google Shape;8777;p9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1" name="Google Shape;8781;p9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9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785" name="Google Shape;8785;p96"/>
          <p:cNvGraphicFramePr/>
          <p:nvPr/>
        </p:nvGraphicFramePr>
        <p:xfrm>
          <a:off x="5937800" y="981587"/>
          <a:ext cx="3000000" cy="3000000"/>
        </p:xfrm>
        <a:graphic>
          <a:graphicData uri="http://schemas.openxmlformats.org/drawingml/2006/table">
            <a:tbl>
              <a:tblPr>
                <a:noFill/>
                <a:tableStyleId>{D6CBFD61-9CC1-4848-B8E2-E103B36D63B7}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786" name="Google Shape;8786;p96"/>
          <p:cNvGraphicFramePr/>
          <p:nvPr/>
        </p:nvGraphicFramePr>
        <p:xfrm>
          <a:off x="3358663" y="2153837"/>
          <a:ext cx="3000000" cy="3000000"/>
        </p:xfrm>
        <a:graphic>
          <a:graphicData uri="http://schemas.openxmlformats.org/drawingml/2006/table">
            <a:tbl>
              <a:tblPr>
                <a:noFill/>
                <a:tableStyleId>{D6CBFD61-9CC1-4848-B8E2-E103B36D63B7}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787" name="Google Shape;8787;p96"/>
          <p:cNvGrpSpPr/>
          <p:nvPr/>
        </p:nvGrpSpPr>
        <p:grpSpPr>
          <a:xfrm>
            <a:off x="3360649" y="3144798"/>
            <a:ext cx="2363377" cy="1047062"/>
            <a:chOff x="3358399" y="3285485"/>
            <a:chExt cx="2363377" cy="1047062"/>
          </a:xfrm>
        </p:grpSpPr>
        <p:grpSp>
          <p:nvGrpSpPr>
            <p:cNvPr id="8788" name="Google Shape;8788;p96"/>
            <p:cNvGrpSpPr/>
            <p:nvPr/>
          </p:nvGrpSpPr>
          <p:grpSpPr>
            <a:xfrm>
              <a:off x="3358412" y="3285485"/>
              <a:ext cx="2363244" cy="139500"/>
              <a:chOff x="3358412" y="3285485"/>
              <a:chExt cx="2363244" cy="139500"/>
            </a:xfrm>
          </p:grpSpPr>
          <p:sp>
            <p:nvSpPr>
              <p:cNvPr id="8789" name="Google Shape;8789;p9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9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96"/>
            <p:cNvGrpSpPr/>
            <p:nvPr/>
          </p:nvGrpSpPr>
          <p:grpSpPr>
            <a:xfrm>
              <a:off x="3358412" y="3466996"/>
              <a:ext cx="2363244" cy="139500"/>
              <a:chOff x="3358412" y="3466996"/>
              <a:chExt cx="2363244" cy="139500"/>
            </a:xfrm>
          </p:grpSpPr>
          <p:sp>
            <p:nvSpPr>
              <p:cNvPr id="8795" name="Google Shape;8795;p9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96"/>
            <p:cNvGrpSpPr/>
            <p:nvPr/>
          </p:nvGrpSpPr>
          <p:grpSpPr>
            <a:xfrm>
              <a:off x="3358412" y="3648507"/>
              <a:ext cx="2363244" cy="139500"/>
              <a:chOff x="3358412" y="3648507"/>
              <a:chExt cx="2363244" cy="139500"/>
            </a:xfrm>
          </p:grpSpPr>
          <p:sp>
            <p:nvSpPr>
              <p:cNvPr id="8801" name="Google Shape;8801;p9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9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96"/>
            <p:cNvGrpSpPr/>
            <p:nvPr/>
          </p:nvGrpSpPr>
          <p:grpSpPr>
            <a:xfrm>
              <a:off x="3358412" y="3830018"/>
              <a:ext cx="2363244" cy="139500"/>
              <a:chOff x="3358412" y="3830018"/>
              <a:chExt cx="2363244" cy="139500"/>
            </a:xfrm>
          </p:grpSpPr>
          <p:sp>
            <p:nvSpPr>
              <p:cNvPr id="8807" name="Google Shape;8807;p9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9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9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96"/>
            <p:cNvGrpSpPr/>
            <p:nvPr/>
          </p:nvGrpSpPr>
          <p:grpSpPr>
            <a:xfrm>
              <a:off x="3358399" y="4011514"/>
              <a:ext cx="2363377" cy="139537"/>
              <a:chOff x="3294800" y="4134603"/>
              <a:chExt cx="2638876" cy="152400"/>
            </a:xfrm>
          </p:grpSpPr>
          <p:sp>
            <p:nvSpPr>
              <p:cNvPr id="8813" name="Google Shape;8813;p9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9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9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96"/>
            <p:cNvGrpSpPr/>
            <p:nvPr/>
          </p:nvGrpSpPr>
          <p:grpSpPr>
            <a:xfrm>
              <a:off x="3358399" y="4193010"/>
              <a:ext cx="2363377" cy="139537"/>
              <a:chOff x="3294800" y="4134603"/>
              <a:chExt cx="2638876" cy="152400"/>
            </a:xfrm>
          </p:grpSpPr>
          <p:sp>
            <p:nvSpPr>
              <p:cNvPr id="8819" name="Google Shape;8819;p9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824" name="Google Shape;8824;p96"/>
          <p:cNvGraphicFramePr/>
          <p:nvPr/>
        </p:nvGraphicFramePr>
        <p:xfrm>
          <a:off x="711450" y="2153837"/>
          <a:ext cx="3000000" cy="3000000"/>
        </p:xfrm>
        <a:graphic>
          <a:graphicData uri="http://schemas.openxmlformats.org/drawingml/2006/table">
            <a:tbl>
              <a:tblPr>
                <a:noFill/>
                <a:tableStyleId>{D6CBFD61-9CC1-4848-B8E2-E103B36D63B7}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825" name="Google Shape;8825;p96"/>
          <p:cNvGrpSpPr/>
          <p:nvPr/>
        </p:nvGrpSpPr>
        <p:grpSpPr>
          <a:xfrm>
            <a:off x="4161119" y="2557652"/>
            <a:ext cx="1302095" cy="60959"/>
            <a:chOff x="3558802" y="4011427"/>
            <a:chExt cx="1866000" cy="111300"/>
          </a:xfrm>
        </p:grpSpPr>
        <p:sp>
          <p:nvSpPr>
            <p:cNvPr id="8826" name="Google Shape;8826;p9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96"/>
          <p:cNvGrpSpPr/>
          <p:nvPr/>
        </p:nvGrpSpPr>
        <p:grpSpPr>
          <a:xfrm>
            <a:off x="4706607" y="2839811"/>
            <a:ext cx="914340" cy="60959"/>
            <a:chOff x="3558802" y="4011427"/>
            <a:chExt cx="1866000" cy="111300"/>
          </a:xfrm>
        </p:grpSpPr>
        <p:sp>
          <p:nvSpPr>
            <p:cNvPr id="8829" name="Google Shape;8829;p9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96"/>
          <p:cNvGrpSpPr/>
          <p:nvPr/>
        </p:nvGrpSpPr>
        <p:grpSpPr>
          <a:xfrm>
            <a:off x="5874449" y="3167609"/>
            <a:ext cx="2519825" cy="1001454"/>
            <a:chOff x="1906114" y="789980"/>
            <a:chExt cx="1487676" cy="606868"/>
          </a:xfrm>
        </p:grpSpPr>
        <p:cxnSp>
          <p:nvCxnSpPr>
            <p:cNvPr id="8832" name="Google Shape;8832;p9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33" name="Google Shape;8833;p9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34" name="Google Shape;8834;p9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835" name="Google Shape;8835;p9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836" name="Google Shape;8836;p9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837" name="Google Shape;8837;p9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838" name="Google Shape;8838;p9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839" name="Google Shape;8839;p9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9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846" name="Google Shape;8846;p9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847" name="Google Shape;8847;p9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848" name="Google Shape;8848;p9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96"/>
          <p:cNvGrpSpPr/>
          <p:nvPr/>
        </p:nvGrpSpPr>
        <p:grpSpPr>
          <a:xfrm>
            <a:off x="3355812" y="951645"/>
            <a:ext cx="2363393" cy="1005865"/>
            <a:chOff x="3292400" y="1193188"/>
            <a:chExt cx="2615240" cy="1131075"/>
          </a:xfrm>
        </p:grpSpPr>
        <p:sp>
          <p:nvSpPr>
            <p:cNvPr id="8850" name="Google Shape;8850;p9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51" name="Google Shape;8851;p9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52" name="Google Shape;8852;p9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853" name="Google Shape;8853;p9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854" name="Google Shape;8854;p9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855" name="Google Shape;8855;p9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856" name="Google Shape;8856;p9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857" name="Google Shape;8857;p9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858" name="Google Shape;8858;p9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859" name="Google Shape;8859;p9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860" name="Google Shape;8860;p9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861" name="Google Shape;8861;p9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862" name="Google Shape;8862;p9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863" name="Google Shape;8863;p9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864" name="Google Shape;8864;p96"/>
            <p:cNvGrpSpPr/>
            <p:nvPr/>
          </p:nvGrpSpPr>
          <p:grpSpPr>
            <a:xfrm>
              <a:off x="3748438" y="1378608"/>
              <a:ext cx="2159202" cy="903971"/>
              <a:chOff x="1683525" y="2179850"/>
              <a:chExt cx="4519050" cy="2134525"/>
            </a:xfrm>
          </p:grpSpPr>
          <p:sp>
            <p:nvSpPr>
              <p:cNvPr id="8865" name="Google Shape;8865;p9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66" name="Google Shape;8866;p9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67" name="Google Shape;8867;p9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68" name="Google Shape;8868;p9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69" name="Google Shape;8869;p9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70" name="Google Shape;8870;p9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71" name="Google Shape;8871;p9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72" name="Google Shape;8872;p9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73" name="Google Shape;8873;p9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74" name="Google Shape;8874;p9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75" name="Google Shape;8875;p9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76" name="Google Shape;8876;p9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0" name="Shape 8880"/>
        <p:cNvGrpSpPr/>
        <p:nvPr/>
      </p:nvGrpSpPr>
      <p:grpSpPr>
        <a:xfrm>
          <a:off x="0" y="0"/>
          <a:ext cx="0" cy="0"/>
          <a:chOff x="0" y="0"/>
          <a:chExt cx="0" cy="0"/>
        </a:xfrm>
      </p:grpSpPr>
      <p:grpSp>
        <p:nvGrpSpPr>
          <p:cNvPr id="8881" name="Google Shape;8881;p97"/>
          <p:cNvGrpSpPr/>
          <p:nvPr/>
        </p:nvGrpSpPr>
        <p:grpSpPr>
          <a:xfrm>
            <a:off x="4796684" y="970941"/>
            <a:ext cx="745431" cy="718863"/>
            <a:chOff x="4249973" y="1201875"/>
            <a:chExt cx="1958568" cy="1888762"/>
          </a:xfrm>
        </p:grpSpPr>
        <p:sp>
          <p:nvSpPr>
            <p:cNvPr id="8882" name="Google Shape;8882;p9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3" name="Google Shape;8883;p97"/>
            <p:cNvGrpSpPr/>
            <p:nvPr/>
          </p:nvGrpSpPr>
          <p:grpSpPr>
            <a:xfrm>
              <a:off x="5853086" y="1789142"/>
              <a:ext cx="355454" cy="1048099"/>
              <a:chOff x="5576108" y="2016725"/>
              <a:chExt cx="565200" cy="1666560"/>
            </a:xfrm>
          </p:grpSpPr>
          <p:sp>
            <p:nvSpPr>
              <p:cNvPr id="8884" name="Google Shape;8884;p9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85" name="Google Shape;8885;p9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97"/>
            <p:cNvGrpSpPr/>
            <p:nvPr/>
          </p:nvGrpSpPr>
          <p:grpSpPr>
            <a:xfrm>
              <a:off x="4869455" y="2691676"/>
              <a:ext cx="1013897" cy="398961"/>
              <a:chOff x="4012057" y="3451825"/>
              <a:chExt cx="1612175" cy="634379"/>
            </a:xfrm>
          </p:grpSpPr>
          <p:sp>
            <p:nvSpPr>
              <p:cNvPr id="8887" name="Google Shape;8887;p9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88" name="Google Shape;8888;p9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97"/>
            <p:cNvGrpSpPr/>
            <p:nvPr/>
          </p:nvGrpSpPr>
          <p:grpSpPr>
            <a:xfrm>
              <a:off x="4276937" y="2155961"/>
              <a:ext cx="651965" cy="891358"/>
              <a:chOff x="3069908" y="2599997"/>
              <a:chExt cx="1036675" cy="1417328"/>
            </a:xfrm>
          </p:grpSpPr>
          <p:sp>
            <p:nvSpPr>
              <p:cNvPr id="8890" name="Google Shape;8890;p9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91" name="Google Shape;8891;p9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97"/>
            <p:cNvGrpSpPr/>
            <p:nvPr/>
          </p:nvGrpSpPr>
          <p:grpSpPr>
            <a:xfrm>
              <a:off x="5054918" y="1201875"/>
              <a:ext cx="999548" cy="602711"/>
              <a:chOff x="4306958" y="1082925"/>
              <a:chExt cx="1589359" cy="958358"/>
            </a:xfrm>
          </p:grpSpPr>
          <p:sp>
            <p:nvSpPr>
              <p:cNvPr id="8893" name="Google Shape;8893;p9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94" name="Google Shape;8894;p9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97"/>
            <p:cNvGrpSpPr/>
            <p:nvPr/>
          </p:nvGrpSpPr>
          <p:grpSpPr>
            <a:xfrm>
              <a:off x="4249973" y="1303451"/>
              <a:ext cx="799317" cy="841334"/>
              <a:chOff x="3027033" y="1244439"/>
              <a:chExt cx="1270977" cy="1337786"/>
            </a:xfrm>
          </p:grpSpPr>
          <p:sp>
            <p:nvSpPr>
              <p:cNvPr id="8896" name="Google Shape;8896;p9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97" name="Google Shape;8897;p9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8" name="Google Shape;8898;p97"/>
          <p:cNvGrpSpPr/>
          <p:nvPr/>
        </p:nvGrpSpPr>
        <p:grpSpPr>
          <a:xfrm>
            <a:off x="713057" y="1849390"/>
            <a:ext cx="761767" cy="729896"/>
            <a:chOff x="2657744" y="2337745"/>
            <a:chExt cx="832987" cy="798137"/>
          </a:xfrm>
        </p:grpSpPr>
        <p:sp>
          <p:nvSpPr>
            <p:cNvPr id="8899" name="Google Shape;8899;p9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9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97"/>
          <p:cNvGrpSpPr/>
          <p:nvPr/>
        </p:nvGrpSpPr>
        <p:grpSpPr>
          <a:xfrm>
            <a:off x="3224022" y="1852597"/>
            <a:ext cx="685569" cy="723586"/>
            <a:chOff x="3398134" y="2057755"/>
            <a:chExt cx="704087" cy="743130"/>
          </a:xfrm>
        </p:grpSpPr>
        <p:grpSp>
          <p:nvGrpSpPr>
            <p:cNvPr id="8906" name="Google Shape;8906;p97"/>
            <p:cNvGrpSpPr/>
            <p:nvPr/>
          </p:nvGrpSpPr>
          <p:grpSpPr>
            <a:xfrm>
              <a:off x="3398134" y="2290183"/>
              <a:ext cx="315300" cy="219900"/>
              <a:chOff x="3398134" y="2290183"/>
              <a:chExt cx="315300" cy="219900"/>
            </a:xfrm>
          </p:grpSpPr>
          <p:sp>
            <p:nvSpPr>
              <p:cNvPr id="8907" name="Google Shape;8907;p9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08" name="Google Shape;8908;p97"/>
              <p:cNvCxnSpPr>
                <a:stCxn id="890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909" name="Google Shape;8909;p97"/>
            <p:cNvGrpSpPr/>
            <p:nvPr/>
          </p:nvGrpSpPr>
          <p:grpSpPr>
            <a:xfrm>
              <a:off x="3547823" y="2467358"/>
              <a:ext cx="219900" cy="333527"/>
              <a:chOff x="3547823" y="2467358"/>
              <a:chExt cx="219900" cy="333527"/>
            </a:xfrm>
          </p:grpSpPr>
          <p:sp>
            <p:nvSpPr>
              <p:cNvPr id="8910" name="Google Shape;8910;p9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11" name="Google Shape;8911;p9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912" name="Google Shape;8912;p97"/>
            <p:cNvGrpSpPr/>
            <p:nvPr/>
          </p:nvGrpSpPr>
          <p:grpSpPr>
            <a:xfrm>
              <a:off x="3734138" y="2467358"/>
              <a:ext cx="219900" cy="333527"/>
              <a:chOff x="3734138" y="2467358"/>
              <a:chExt cx="219900" cy="333527"/>
            </a:xfrm>
          </p:grpSpPr>
          <p:sp>
            <p:nvSpPr>
              <p:cNvPr id="8913" name="Google Shape;8913;p9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14" name="Google Shape;8914;p9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915" name="Google Shape;8915;p97"/>
            <p:cNvGrpSpPr/>
            <p:nvPr/>
          </p:nvGrpSpPr>
          <p:grpSpPr>
            <a:xfrm>
              <a:off x="3787560" y="2288011"/>
              <a:ext cx="314661" cy="219900"/>
              <a:chOff x="3787560" y="2288011"/>
              <a:chExt cx="314661" cy="219900"/>
            </a:xfrm>
          </p:grpSpPr>
          <p:sp>
            <p:nvSpPr>
              <p:cNvPr id="8916" name="Google Shape;8916;p9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17" name="Google Shape;8917;p9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918" name="Google Shape;8918;p97"/>
            <p:cNvGrpSpPr/>
            <p:nvPr/>
          </p:nvGrpSpPr>
          <p:grpSpPr>
            <a:xfrm>
              <a:off x="3637290" y="2057755"/>
              <a:ext cx="219900" cy="335499"/>
              <a:chOff x="3637290" y="2057755"/>
              <a:chExt cx="219900" cy="335499"/>
            </a:xfrm>
          </p:grpSpPr>
          <p:sp>
            <p:nvSpPr>
              <p:cNvPr id="8919" name="Google Shape;8919;p9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920" name="Google Shape;8920;p9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921" name="Google Shape;8921;p97"/>
          <p:cNvGrpSpPr/>
          <p:nvPr/>
        </p:nvGrpSpPr>
        <p:grpSpPr>
          <a:xfrm>
            <a:off x="4899244" y="1859292"/>
            <a:ext cx="710153" cy="710153"/>
            <a:chOff x="5007123" y="2079403"/>
            <a:chExt cx="687600" cy="687600"/>
          </a:xfrm>
        </p:grpSpPr>
        <p:sp>
          <p:nvSpPr>
            <p:cNvPr id="8922" name="Google Shape;8922;p9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97"/>
          <p:cNvGrpSpPr/>
          <p:nvPr/>
        </p:nvGrpSpPr>
        <p:grpSpPr>
          <a:xfrm>
            <a:off x="5708681" y="1853799"/>
            <a:ext cx="720998" cy="721183"/>
            <a:chOff x="5797446" y="2063053"/>
            <a:chExt cx="698100" cy="698280"/>
          </a:xfrm>
        </p:grpSpPr>
        <p:sp>
          <p:nvSpPr>
            <p:cNvPr id="8927" name="Google Shape;8927;p9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9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97"/>
          <p:cNvGrpSpPr/>
          <p:nvPr/>
        </p:nvGrpSpPr>
        <p:grpSpPr>
          <a:xfrm>
            <a:off x="8153828" y="3499404"/>
            <a:ext cx="280585" cy="673164"/>
            <a:chOff x="8075075" y="3754290"/>
            <a:chExt cx="255612" cy="613194"/>
          </a:xfrm>
        </p:grpSpPr>
        <p:grpSp>
          <p:nvGrpSpPr>
            <p:cNvPr id="8932" name="Google Shape;8932;p97"/>
            <p:cNvGrpSpPr/>
            <p:nvPr/>
          </p:nvGrpSpPr>
          <p:grpSpPr>
            <a:xfrm>
              <a:off x="8075075" y="3754290"/>
              <a:ext cx="255612" cy="613194"/>
              <a:chOff x="8075075" y="3754290"/>
              <a:chExt cx="255612" cy="613194"/>
            </a:xfrm>
          </p:grpSpPr>
          <p:sp>
            <p:nvSpPr>
              <p:cNvPr id="8933" name="Google Shape;8933;p9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5" name="Google Shape;8935;p9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97"/>
          <p:cNvGrpSpPr/>
          <p:nvPr/>
        </p:nvGrpSpPr>
        <p:grpSpPr>
          <a:xfrm>
            <a:off x="5270887" y="3488200"/>
            <a:ext cx="470352" cy="683745"/>
            <a:chOff x="1697726" y="3244179"/>
            <a:chExt cx="788124" cy="1146069"/>
          </a:xfrm>
        </p:grpSpPr>
        <p:sp>
          <p:nvSpPr>
            <p:cNvPr id="8937" name="Google Shape;8937;p9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9" name="Google Shape;8939;p97"/>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0" name="Google Shape;8940;p97"/>
          <p:cNvGrpSpPr/>
          <p:nvPr/>
        </p:nvGrpSpPr>
        <p:grpSpPr>
          <a:xfrm>
            <a:off x="5892037" y="3499402"/>
            <a:ext cx="293891" cy="293845"/>
            <a:chOff x="6134814" y="3754290"/>
            <a:chExt cx="293891" cy="293845"/>
          </a:xfrm>
        </p:grpSpPr>
        <p:sp>
          <p:nvSpPr>
            <p:cNvPr id="8941" name="Google Shape;8941;p9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97"/>
          <p:cNvGrpSpPr/>
          <p:nvPr/>
        </p:nvGrpSpPr>
        <p:grpSpPr>
          <a:xfrm>
            <a:off x="5892037" y="3878074"/>
            <a:ext cx="293891" cy="293891"/>
            <a:chOff x="6134814" y="4086186"/>
            <a:chExt cx="293891" cy="293891"/>
          </a:xfrm>
        </p:grpSpPr>
        <p:sp>
          <p:nvSpPr>
            <p:cNvPr id="8944" name="Google Shape;8944;p9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6" name="Google Shape;8946;p97"/>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7"/>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8" name="Google Shape;8948;p97"/>
          <p:cNvGrpSpPr/>
          <p:nvPr/>
        </p:nvGrpSpPr>
        <p:grpSpPr>
          <a:xfrm>
            <a:off x="7817013" y="2706766"/>
            <a:ext cx="622883" cy="621944"/>
            <a:chOff x="1187048" y="238125"/>
            <a:chExt cx="5256397" cy="5248476"/>
          </a:xfrm>
        </p:grpSpPr>
        <p:sp>
          <p:nvSpPr>
            <p:cNvPr id="8949" name="Google Shape;8949;p9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97"/>
          <p:cNvGrpSpPr/>
          <p:nvPr/>
        </p:nvGrpSpPr>
        <p:grpSpPr>
          <a:xfrm>
            <a:off x="2274118" y="2716375"/>
            <a:ext cx="1310987" cy="612407"/>
            <a:chOff x="238125" y="1188750"/>
            <a:chExt cx="7140450" cy="3335550"/>
          </a:xfrm>
        </p:grpSpPr>
        <p:sp>
          <p:nvSpPr>
            <p:cNvPr id="8954" name="Google Shape;8954;p9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9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97"/>
          <p:cNvGrpSpPr/>
          <p:nvPr/>
        </p:nvGrpSpPr>
        <p:grpSpPr>
          <a:xfrm>
            <a:off x="6599990" y="2706930"/>
            <a:ext cx="1110299" cy="621702"/>
            <a:chOff x="238125" y="1335475"/>
            <a:chExt cx="5418735" cy="3034175"/>
          </a:xfrm>
        </p:grpSpPr>
        <p:sp>
          <p:nvSpPr>
            <p:cNvPr id="8960" name="Google Shape;8960;p9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97"/>
          <p:cNvGrpSpPr/>
          <p:nvPr/>
        </p:nvGrpSpPr>
        <p:grpSpPr>
          <a:xfrm>
            <a:off x="5417649" y="2703827"/>
            <a:ext cx="1074451" cy="627181"/>
            <a:chOff x="5359127" y="2910889"/>
            <a:chExt cx="1097723" cy="640831"/>
          </a:xfrm>
        </p:grpSpPr>
        <p:grpSp>
          <p:nvGrpSpPr>
            <p:cNvPr id="8964" name="Google Shape;8964;p97"/>
            <p:cNvGrpSpPr/>
            <p:nvPr/>
          </p:nvGrpSpPr>
          <p:grpSpPr>
            <a:xfrm>
              <a:off x="5929791" y="3263088"/>
              <a:ext cx="527060" cy="287097"/>
              <a:chOff x="5929791" y="3263088"/>
              <a:chExt cx="527060" cy="287097"/>
            </a:xfrm>
          </p:grpSpPr>
          <p:sp>
            <p:nvSpPr>
              <p:cNvPr id="8965" name="Google Shape;8965;p9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66" name="Google Shape;8966;p9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67" name="Google Shape;8967;p97"/>
            <p:cNvGrpSpPr/>
            <p:nvPr/>
          </p:nvGrpSpPr>
          <p:grpSpPr>
            <a:xfrm>
              <a:off x="5359127" y="3263089"/>
              <a:ext cx="526428" cy="288631"/>
              <a:chOff x="5359127" y="3263089"/>
              <a:chExt cx="526428" cy="288631"/>
            </a:xfrm>
          </p:grpSpPr>
          <p:sp>
            <p:nvSpPr>
              <p:cNvPr id="8968" name="Google Shape;8968;p9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69" name="Google Shape;8969;p9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70" name="Google Shape;8970;p97"/>
            <p:cNvGrpSpPr/>
            <p:nvPr/>
          </p:nvGrpSpPr>
          <p:grpSpPr>
            <a:xfrm>
              <a:off x="5551525" y="2910889"/>
              <a:ext cx="520901" cy="610283"/>
              <a:chOff x="5551525" y="2910889"/>
              <a:chExt cx="520901" cy="610283"/>
            </a:xfrm>
          </p:grpSpPr>
          <p:sp>
            <p:nvSpPr>
              <p:cNvPr id="8971" name="Google Shape;8971;p9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72" name="Google Shape;8972;p9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73" name="Google Shape;8973;p97"/>
            <p:cNvGrpSpPr/>
            <p:nvPr/>
          </p:nvGrpSpPr>
          <p:grpSpPr>
            <a:xfrm>
              <a:off x="5743962" y="2919100"/>
              <a:ext cx="623674" cy="284502"/>
              <a:chOff x="5743962" y="2919100"/>
              <a:chExt cx="623674" cy="284502"/>
            </a:xfrm>
          </p:grpSpPr>
          <p:sp>
            <p:nvSpPr>
              <p:cNvPr id="8974" name="Google Shape;8974;p9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75" name="Google Shape;8975;p9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976" name="Google Shape;8976;p97"/>
          <p:cNvGrpSpPr/>
          <p:nvPr/>
        </p:nvGrpSpPr>
        <p:grpSpPr>
          <a:xfrm>
            <a:off x="7568863" y="1854538"/>
            <a:ext cx="874976" cy="719600"/>
            <a:chOff x="7608988" y="2093194"/>
            <a:chExt cx="817276" cy="672147"/>
          </a:xfrm>
        </p:grpSpPr>
        <p:cxnSp>
          <p:nvCxnSpPr>
            <p:cNvPr id="8977" name="Google Shape;8977;p9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78" name="Google Shape;8978;p9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79" name="Google Shape;8979;p9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80" name="Google Shape;8980;p9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81" name="Google Shape;8981;p9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982" name="Google Shape;8982;p9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983" name="Google Shape;8983;p97"/>
            <p:cNvGrpSpPr/>
            <p:nvPr/>
          </p:nvGrpSpPr>
          <p:grpSpPr>
            <a:xfrm>
              <a:off x="7721175" y="2093194"/>
              <a:ext cx="599587" cy="623846"/>
              <a:chOff x="7721175" y="2093194"/>
              <a:chExt cx="599587" cy="623846"/>
            </a:xfrm>
          </p:grpSpPr>
          <p:grpSp>
            <p:nvGrpSpPr>
              <p:cNvPr id="8984" name="Google Shape;8984;p97"/>
              <p:cNvGrpSpPr/>
              <p:nvPr/>
            </p:nvGrpSpPr>
            <p:grpSpPr>
              <a:xfrm>
                <a:off x="7721175" y="2093194"/>
                <a:ext cx="291605" cy="623846"/>
                <a:chOff x="9405575" y="2061418"/>
                <a:chExt cx="291605" cy="623846"/>
              </a:xfrm>
            </p:grpSpPr>
            <p:sp>
              <p:nvSpPr>
                <p:cNvPr id="8985" name="Google Shape;8985;p9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97"/>
              <p:cNvGrpSpPr/>
              <p:nvPr/>
            </p:nvGrpSpPr>
            <p:grpSpPr>
              <a:xfrm flipH="1">
                <a:off x="8029157" y="2093194"/>
                <a:ext cx="291605" cy="623846"/>
                <a:chOff x="9405575" y="2061418"/>
                <a:chExt cx="291605" cy="623846"/>
              </a:xfrm>
            </p:grpSpPr>
            <p:sp>
              <p:nvSpPr>
                <p:cNvPr id="8993" name="Google Shape;8993;p9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00" name="Google Shape;9000;p97"/>
          <p:cNvGrpSpPr/>
          <p:nvPr/>
        </p:nvGrpSpPr>
        <p:grpSpPr>
          <a:xfrm>
            <a:off x="4013299" y="970941"/>
            <a:ext cx="712557" cy="785901"/>
            <a:chOff x="4206459" y="1191441"/>
            <a:chExt cx="712557" cy="785901"/>
          </a:xfrm>
        </p:grpSpPr>
        <p:sp>
          <p:nvSpPr>
            <p:cNvPr id="9001" name="Google Shape;9001;p9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9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5" name="Google Shape;9005;p97"/>
            <p:cNvGrpSpPr/>
            <p:nvPr/>
          </p:nvGrpSpPr>
          <p:grpSpPr>
            <a:xfrm>
              <a:off x="4644280" y="1290523"/>
              <a:ext cx="143716" cy="29463"/>
              <a:chOff x="4644280" y="1290523"/>
              <a:chExt cx="143716" cy="29463"/>
            </a:xfrm>
          </p:grpSpPr>
          <p:sp>
            <p:nvSpPr>
              <p:cNvPr id="9006" name="Google Shape;9006;p9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97"/>
            <p:cNvGrpSpPr/>
            <p:nvPr/>
          </p:nvGrpSpPr>
          <p:grpSpPr>
            <a:xfrm>
              <a:off x="4356567" y="1191441"/>
              <a:ext cx="143690" cy="29488"/>
              <a:chOff x="4356567" y="1191441"/>
              <a:chExt cx="143690" cy="29488"/>
            </a:xfrm>
          </p:grpSpPr>
          <p:sp>
            <p:nvSpPr>
              <p:cNvPr id="9011" name="Google Shape;9011;p9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9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97"/>
            <p:cNvGrpSpPr/>
            <p:nvPr/>
          </p:nvGrpSpPr>
          <p:grpSpPr>
            <a:xfrm>
              <a:off x="4339009" y="1863727"/>
              <a:ext cx="143703" cy="29476"/>
              <a:chOff x="4339009" y="1863727"/>
              <a:chExt cx="143703" cy="29476"/>
            </a:xfrm>
          </p:grpSpPr>
          <p:sp>
            <p:nvSpPr>
              <p:cNvPr id="9016" name="Google Shape;9016;p9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9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97"/>
            <p:cNvGrpSpPr/>
            <p:nvPr/>
          </p:nvGrpSpPr>
          <p:grpSpPr>
            <a:xfrm>
              <a:off x="4206459" y="1607315"/>
              <a:ext cx="29539" cy="142899"/>
              <a:chOff x="4206459" y="1607315"/>
              <a:chExt cx="29539" cy="142899"/>
            </a:xfrm>
          </p:grpSpPr>
          <p:sp>
            <p:nvSpPr>
              <p:cNvPr id="9021" name="Google Shape;9021;p9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9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9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5" name="Google Shape;9025;p9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9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9" name="Google Shape;9029;p97"/>
            <p:cNvGrpSpPr/>
            <p:nvPr/>
          </p:nvGrpSpPr>
          <p:grpSpPr>
            <a:xfrm>
              <a:off x="4889463" y="1423737"/>
              <a:ext cx="29552" cy="142899"/>
              <a:chOff x="4889463" y="1423737"/>
              <a:chExt cx="29552" cy="142899"/>
            </a:xfrm>
          </p:grpSpPr>
          <p:sp>
            <p:nvSpPr>
              <p:cNvPr id="9030" name="Google Shape;9030;p9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97"/>
            <p:cNvGrpSpPr/>
            <p:nvPr/>
          </p:nvGrpSpPr>
          <p:grpSpPr>
            <a:xfrm>
              <a:off x="4771663" y="1876896"/>
              <a:ext cx="108651" cy="100447"/>
              <a:chOff x="4771663" y="1876896"/>
              <a:chExt cx="108651" cy="100447"/>
            </a:xfrm>
          </p:grpSpPr>
          <p:sp>
            <p:nvSpPr>
              <p:cNvPr id="9035" name="Google Shape;9035;p9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9" name="Google Shape;9039;p97"/>
          <p:cNvGrpSpPr/>
          <p:nvPr/>
        </p:nvGrpSpPr>
        <p:grpSpPr>
          <a:xfrm>
            <a:off x="4008774" y="1854164"/>
            <a:ext cx="791287" cy="720350"/>
            <a:chOff x="267375" y="1071875"/>
            <a:chExt cx="470500" cy="428550"/>
          </a:xfrm>
        </p:grpSpPr>
        <p:sp>
          <p:nvSpPr>
            <p:cNvPr id="9040" name="Google Shape;9040;p9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9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97"/>
          <p:cNvGrpSpPr/>
          <p:nvPr/>
        </p:nvGrpSpPr>
        <p:grpSpPr>
          <a:xfrm>
            <a:off x="709269" y="3498794"/>
            <a:ext cx="1408444" cy="673166"/>
            <a:chOff x="712664" y="3693287"/>
            <a:chExt cx="1460738" cy="698160"/>
          </a:xfrm>
        </p:grpSpPr>
        <p:grpSp>
          <p:nvGrpSpPr>
            <p:cNvPr id="9049" name="Google Shape;9049;p97"/>
            <p:cNvGrpSpPr/>
            <p:nvPr/>
          </p:nvGrpSpPr>
          <p:grpSpPr>
            <a:xfrm>
              <a:off x="1380079" y="4133090"/>
              <a:ext cx="234048" cy="258099"/>
              <a:chOff x="1380079" y="4133090"/>
              <a:chExt cx="234048" cy="258099"/>
            </a:xfrm>
          </p:grpSpPr>
          <p:sp>
            <p:nvSpPr>
              <p:cNvPr id="9050" name="Google Shape;9050;p9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9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97"/>
            <p:cNvGrpSpPr/>
            <p:nvPr/>
          </p:nvGrpSpPr>
          <p:grpSpPr>
            <a:xfrm>
              <a:off x="884610" y="3864082"/>
              <a:ext cx="1118566" cy="527275"/>
              <a:chOff x="890961" y="3865463"/>
              <a:chExt cx="1115221" cy="525698"/>
            </a:xfrm>
          </p:grpSpPr>
          <p:sp>
            <p:nvSpPr>
              <p:cNvPr id="9054" name="Google Shape;9054;p9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97"/>
            <p:cNvGrpSpPr/>
            <p:nvPr/>
          </p:nvGrpSpPr>
          <p:grpSpPr>
            <a:xfrm>
              <a:off x="712664" y="3693287"/>
              <a:ext cx="1460738" cy="698160"/>
              <a:chOff x="712664" y="3693025"/>
              <a:chExt cx="1460738" cy="698160"/>
            </a:xfrm>
          </p:grpSpPr>
          <p:sp>
            <p:nvSpPr>
              <p:cNvPr id="9058" name="Google Shape;9058;p9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4" name="Google Shape;9064;p97"/>
          <p:cNvGrpSpPr/>
          <p:nvPr/>
        </p:nvGrpSpPr>
        <p:grpSpPr>
          <a:xfrm>
            <a:off x="3146985" y="970941"/>
            <a:ext cx="795485" cy="738831"/>
            <a:chOff x="3348603" y="1236445"/>
            <a:chExt cx="749256" cy="695894"/>
          </a:xfrm>
        </p:grpSpPr>
        <p:grpSp>
          <p:nvGrpSpPr>
            <p:cNvPr id="9065" name="Google Shape;9065;p97"/>
            <p:cNvGrpSpPr/>
            <p:nvPr/>
          </p:nvGrpSpPr>
          <p:grpSpPr>
            <a:xfrm>
              <a:off x="3583779" y="1236445"/>
              <a:ext cx="293795" cy="285811"/>
              <a:chOff x="3750225" y="1774000"/>
              <a:chExt cx="149575" cy="145525"/>
            </a:xfrm>
          </p:grpSpPr>
          <p:sp>
            <p:nvSpPr>
              <p:cNvPr id="9066" name="Google Shape;9066;p9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97"/>
            <p:cNvGrpSpPr/>
            <p:nvPr/>
          </p:nvGrpSpPr>
          <p:grpSpPr>
            <a:xfrm>
              <a:off x="3775534" y="1462599"/>
              <a:ext cx="322325" cy="285958"/>
              <a:chOff x="3847850" y="1889150"/>
              <a:chExt cx="164100" cy="145600"/>
            </a:xfrm>
          </p:grpSpPr>
          <p:sp>
            <p:nvSpPr>
              <p:cNvPr id="9069" name="Google Shape;9069;p9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9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97"/>
            <p:cNvGrpSpPr/>
            <p:nvPr/>
          </p:nvGrpSpPr>
          <p:grpSpPr>
            <a:xfrm>
              <a:off x="3545329" y="1646528"/>
              <a:ext cx="293746" cy="285811"/>
              <a:chOff x="3730650" y="1982800"/>
              <a:chExt cx="149550" cy="145525"/>
            </a:xfrm>
          </p:grpSpPr>
          <p:sp>
            <p:nvSpPr>
              <p:cNvPr id="9072" name="Google Shape;9072;p9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97"/>
            <p:cNvGrpSpPr/>
            <p:nvPr/>
          </p:nvGrpSpPr>
          <p:grpSpPr>
            <a:xfrm>
              <a:off x="3348603" y="1415046"/>
              <a:ext cx="294384" cy="284387"/>
              <a:chOff x="3630494" y="1864938"/>
              <a:chExt cx="149875" cy="144800"/>
            </a:xfrm>
          </p:grpSpPr>
          <p:sp>
            <p:nvSpPr>
              <p:cNvPr id="9075" name="Google Shape;9075;p9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7" name="Google Shape;9077;p97"/>
          <p:cNvGrpSpPr/>
          <p:nvPr/>
        </p:nvGrpSpPr>
        <p:grpSpPr>
          <a:xfrm>
            <a:off x="2268512" y="3493837"/>
            <a:ext cx="1324924" cy="678083"/>
            <a:chOff x="2413923" y="3711366"/>
            <a:chExt cx="1374117" cy="703260"/>
          </a:xfrm>
        </p:grpSpPr>
        <p:grpSp>
          <p:nvGrpSpPr>
            <p:cNvPr id="9078" name="Google Shape;9078;p97"/>
            <p:cNvGrpSpPr/>
            <p:nvPr/>
          </p:nvGrpSpPr>
          <p:grpSpPr>
            <a:xfrm>
              <a:off x="2413923" y="3711366"/>
              <a:ext cx="1374117" cy="703260"/>
              <a:chOff x="2413923" y="3711366"/>
              <a:chExt cx="1374117" cy="703260"/>
            </a:xfrm>
          </p:grpSpPr>
          <p:sp>
            <p:nvSpPr>
              <p:cNvPr id="9079" name="Google Shape;9079;p9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0" name="Google Shape;9080;p97"/>
              <p:cNvGrpSpPr/>
              <p:nvPr/>
            </p:nvGrpSpPr>
            <p:grpSpPr>
              <a:xfrm>
                <a:off x="2600284" y="3808654"/>
                <a:ext cx="234506" cy="138009"/>
                <a:chOff x="2600284" y="3808654"/>
                <a:chExt cx="234506" cy="138009"/>
              </a:xfrm>
            </p:grpSpPr>
            <p:sp>
              <p:nvSpPr>
                <p:cNvPr id="9081" name="Google Shape;9081;p9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2" name="Google Shape;9082;p9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83" name="Google Shape;9083;p97"/>
              <p:cNvGrpSpPr/>
              <p:nvPr/>
            </p:nvGrpSpPr>
            <p:grpSpPr>
              <a:xfrm>
                <a:off x="3359659" y="3805664"/>
                <a:ext cx="232294" cy="141000"/>
                <a:chOff x="3359659" y="3805664"/>
                <a:chExt cx="232294" cy="141000"/>
              </a:xfrm>
            </p:grpSpPr>
            <p:sp>
              <p:nvSpPr>
                <p:cNvPr id="9084" name="Google Shape;9084;p9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5" name="Google Shape;9085;p9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86" name="Google Shape;9086;p97"/>
              <p:cNvGrpSpPr/>
              <p:nvPr/>
            </p:nvGrpSpPr>
            <p:grpSpPr>
              <a:xfrm>
                <a:off x="3067316" y="3711366"/>
                <a:ext cx="66900" cy="166809"/>
                <a:chOff x="3067316" y="3711366"/>
                <a:chExt cx="66900" cy="166809"/>
              </a:xfrm>
            </p:grpSpPr>
            <p:sp>
              <p:nvSpPr>
                <p:cNvPr id="9087" name="Google Shape;9087;p9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8" name="Google Shape;9088;p9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89" name="Google Shape;9089;p97"/>
              <p:cNvGrpSpPr/>
              <p:nvPr/>
            </p:nvGrpSpPr>
            <p:grpSpPr>
              <a:xfrm>
                <a:off x="2413923" y="4058666"/>
                <a:ext cx="224119" cy="66900"/>
                <a:chOff x="2413923" y="4058666"/>
                <a:chExt cx="224119" cy="66900"/>
              </a:xfrm>
            </p:grpSpPr>
            <p:sp>
              <p:nvSpPr>
                <p:cNvPr id="9090" name="Google Shape;9090;p9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1" name="Google Shape;9091;p9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92" name="Google Shape;9092;p97"/>
              <p:cNvGrpSpPr/>
              <p:nvPr/>
            </p:nvGrpSpPr>
            <p:grpSpPr>
              <a:xfrm>
                <a:off x="3564643" y="4058666"/>
                <a:ext cx="223397" cy="66900"/>
                <a:chOff x="3564643" y="4058666"/>
                <a:chExt cx="223397" cy="66900"/>
              </a:xfrm>
            </p:grpSpPr>
            <p:sp>
              <p:nvSpPr>
                <p:cNvPr id="9093" name="Google Shape;9093;p9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4" name="Google Shape;9094;p9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095" name="Google Shape;9095;p97"/>
            <p:cNvGrpSpPr/>
            <p:nvPr/>
          </p:nvGrpSpPr>
          <p:grpSpPr>
            <a:xfrm>
              <a:off x="2633353" y="3965763"/>
              <a:ext cx="933975" cy="445687"/>
              <a:chOff x="2633353" y="3965763"/>
              <a:chExt cx="933975" cy="445687"/>
            </a:xfrm>
          </p:grpSpPr>
          <p:sp>
            <p:nvSpPr>
              <p:cNvPr id="9096" name="Google Shape;9096;p9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9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8" name="Google Shape;9098;p97"/>
          <p:cNvGrpSpPr/>
          <p:nvPr/>
        </p:nvGrpSpPr>
        <p:grpSpPr>
          <a:xfrm>
            <a:off x="6392784" y="1044384"/>
            <a:ext cx="1131087" cy="587383"/>
            <a:chOff x="238125" y="999450"/>
            <a:chExt cx="7140700" cy="3708225"/>
          </a:xfrm>
        </p:grpSpPr>
        <p:sp>
          <p:nvSpPr>
            <p:cNvPr id="9099" name="Google Shape;9099;p9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9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97"/>
          <p:cNvGrpSpPr/>
          <p:nvPr/>
        </p:nvGrpSpPr>
        <p:grpSpPr>
          <a:xfrm>
            <a:off x="3744234" y="3493879"/>
            <a:ext cx="1375854" cy="678131"/>
            <a:chOff x="3913765" y="3641905"/>
            <a:chExt cx="1522805" cy="750560"/>
          </a:xfrm>
        </p:grpSpPr>
        <p:grpSp>
          <p:nvGrpSpPr>
            <p:cNvPr id="9109" name="Google Shape;9109;p97"/>
            <p:cNvGrpSpPr/>
            <p:nvPr/>
          </p:nvGrpSpPr>
          <p:grpSpPr>
            <a:xfrm>
              <a:off x="3913765" y="3997002"/>
              <a:ext cx="1522805" cy="395463"/>
              <a:chOff x="3913765" y="3997002"/>
              <a:chExt cx="1522805" cy="395463"/>
            </a:xfrm>
          </p:grpSpPr>
          <p:grpSp>
            <p:nvGrpSpPr>
              <p:cNvPr id="9110" name="Google Shape;9110;p97"/>
              <p:cNvGrpSpPr/>
              <p:nvPr/>
            </p:nvGrpSpPr>
            <p:grpSpPr>
              <a:xfrm>
                <a:off x="3913765" y="4138659"/>
                <a:ext cx="507602" cy="253806"/>
                <a:chOff x="3913765" y="4138659"/>
                <a:chExt cx="507602" cy="253806"/>
              </a:xfrm>
            </p:grpSpPr>
            <p:sp>
              <p:nvSpPr>
                <p:cNvPr id="9111" name="Google Shape;9111;p9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113" name="Google Shape;9113;p97"/>
              <p:cNvGrpSpPr/>
              <p:nvPr/>
            </p:nvGrpSpPr>
            <p:grpSpPr>
              <a:xfrm>
                <a:off x="4421361" y="3997002"/>
                <a:ext cx="507618" cy="395463"/>
                <a:chOff x="4421361" y="3997002"/>
                <a:chExt cx="507618" cy="395463"/>
              </a:xfrm>
            </p:grpSpPr>
            <p:sp>
              <p:nvSpPr>
                <p:cNvPr id="9114" name="Google Shape;9114;p9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97"/>
              <p:cNvGrpSpPr/>
              <p:nvPr/>
            </p:nvGrpSpPr>
            <p:grpSpPr>
              <a:xfrm>
                <a:off x="4928973" y="4189418"/>
                <a:ext cx="507596" cy="203047"/>
                <a:chOff x="4928973" y="4189418"/>
                <a:chExt cx="507596" cy="203047"/>
              </a:xfrm>
            </p:grpSpPr>
            <p:sp>
              <p:nvSpPr>
                <p:cNvPr id="9117" name="Google Shape;9117;p9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9" name="Google Shape;9119;p97"/>
            <p:cNvGrpSpPr/>
            <p:nvPr/>
          </p:nvGrpSpPr>
          <p:grpSpPr>
            <a:xfrm>
              <a:off x="4482186" y="3641905"/>
              <a:ext cx="397605" cy="349784"/>
              <a:chOff x="2906375" y="1159725"/>
              <a:chExt cx="1860575" cy="1636800"/>
            </a:xfrm>
          </p:grpSpPr>
          <p:sp>
            <p:nvSpPr>
              <p:cNvPr id="9120" name="Google Shape;9120;p9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9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4" name="Google Shape;9124;p97"/>
          <p:cNvGrpSpPr/>
          <p:nvPr/>
        </p:nvGrpSpPr>
        <p:grpSpPr>
          <a:xfrm>
            <a:off x="6528943" y="1853805"/>
            <a:ext cx="940737" cy="721067"/>
            <a:chOff x="6599718" y="2068734"/>
            <a:chExt cx="940737" cy="721067"/>
          </a:xfrm>
        </p:grpSpPr>
        <p:sp>
          <p:nvSpPr>
            <p:cNvPr id="9125" name="Google Shape;9125;p9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9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1" name="Google Shape;9131;p97"/>
            <p:cNvGrpSpPr/>
            <p:nvPr/>
          </p:nvGrpSpPr>
          <p:grpSpPr>
            <a:xfrm>
              <a:off x="6836957" y="2068734"/>
              <a:ext cx="461892" cy="721067"/>
              <a:chOff x="6836957" y="2068734"/>
              <a:chExt cx="461892" cy="721067"/>
            </a:xfrm>
          </p:grpSpPr>
          <p:sp>
            <p:nvSpPr>
              <p:cNvPr id="9132" name="Google Shape;9132;p9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9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9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8" name="Google Shape;9138;p97"/>
              <p:cNvGrpSpPr/>
              <p:nvPr/>
            </p:nvGrpSpPr>
            <p:grpSpPr>
              <a:xfrm>
                <a:off x="6836957" y="2068734"/>
                <a:ext cx="461892" cy="721067"/>
                <a:chOff x="6836957" y="2068734"/>
                <a:chExt cx="461892" cy="721067"/>
              </a:xfrm>
            </p:grpSpPr>
            <p:sp>
              <p:nvSpPr>
                <p:cNvPr id="9139" name="Google Shape;9139;p9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46" name="Google Shape;9146;p97"/>
          <p:cNvGrpSpPr/>
          <p:nvPr/>
        </p:nvGrpSpPr>
        <p:grpSpPr>
          <a:xfrm>
            <a:off x="2412262" y="1858152"/>
            <a:ext cx="712577" cy="712374"/>
            <a:chOff x="2559249" y="2069323"/>
            <a:chExt cx="685566" cy="685634"/>
          </a:xfrm>
        </p:grpSpPr>
        <p:sp>
          <p:nvSpPr>
            <p:cNvPr id="9147" name="Google Shape;9147;p9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9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9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97"/>
          <p:cNvGrpSpPr/>
          <p:nvPr/>
        </p:nvGrpSpPr>
        <p:grpSpPr>
          <a:xfrm>
            <a:off x="7594699" y="970941"/>
            <a:ext cx="845645" cy="711911"/>
            <a:chOff x="951975" y="315800"/>
            <a:chExt cx="5860325" cy="4933550"/>
          </a:xfrm>
        </p:grpSpPr>
        <p:sp>
          <p:nvSpPr>
            <p:cNvPr id="9161" name="Google Shape;9161;p9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9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9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9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97"/>
          <p:cNvGrpSpPr/>
          <p:nvPr/>
        </p:nvGrpSpPr>
        <p:grpSpPr>
          <a:xfrm>
            <a:off x="3691828" y="2707050"/>
            <a:ext cx="1617932" cy="621724"/>
            <a:chOff x="3862800" y="3038525"/>
            <a:chExt cx="1329006" cy="510698"/>
          </a:xfrm>
        </p:grpSpPr>
        <p:sp>
          <p:nvSpPr>
            <p:cNvPr id="9170" name="Google Shape;9170;p9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97"/>
            <p:cNvGrpSpPr/>
            <p:nvPr/>
          </p:nvGrpSpPr>
          <p:grpSpPr>
            <a:xfrm>
              <a:off x="3967075" y="3040337"/>
              <a:ext cx="1019927" cy="402126"/>
              <a:chOff x="3967075" y="3040337"/>
              <a:chExt cx="1019927" cy="402126"/>
            </a:xfrm>
          </p:grpSpPr>
          <p:sp>
            <p:nvSpPr>
              <p:cNvPr id="9173" name="Google Shape;9173;p9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97"/>
            <p:cNvGrpSpPr/>
            <p:nvPr/>
          </p:nvGrpSpPr>
          <p:grpSpPr>
            <a:xfrm>
              <a:off x="4186700" y="3040337"/>
              <a:ext cx="390475" cy="183289"/>
              <a:chOff x="4186700" y="3040337"/>
              <a:chExt cx="390475" cy="183289"/>
            </a:xfrm>
          </p:grpSpPr>
          <p:sp>
            <p:nvSpPr>
              <p:cNvPr id="9176" name="Google Shape;9176;p9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97"/>
            <p:cNvGrpSpPr/>
            <p:nvPr/>
          </p:nvGrpSpPr>
          <p:grpSpPr>
            <a:xfrm>
              <a:off x="4073727" y="3040337"/>
              <a:ext cx="697794" cy="296263"/>
              <a:chOff x="4073727" y="3040337"/>
              <a:chExt cx="697794" cy="296263"/>
            </a:xfrm>
          </p:grpSpPr>
          <p:sp>
            <p:nvSpPr>
              <p:cNvPr id="9179" name="Google Shape;9179;p9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9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97"/>
            <p:cNvGrpSpPr/>
            <p:nvPr/>
          </p:nvGrpSpPr>
          <p:grpSpPr>
            <a:xfrm>
              <a:off x="3862800" y="3038525"/>
              <a:ext cx="1329006" cy="510698"/>
              <a:chOff x="3862800" y="3038525"/>
              <a:chExt cx="1329006" cy="510698"/>
            </a:xfrm>
          </p:grpSpPr>
          <p:sp>
            <p:nvSpPr>
              <p:cNvPr id="9182" name="Google Shape;9182;p9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4" name="Google Shape;9184;p97"/>
          <p:cNvGrpSpPr/>
          <p:nvPr/>
        </p:nvGrpSpPr>
        <p:grpSpPr>
          <a:xfrm>
            <a:off x="700150" y="970941"/>
            <a:ext cx="883205" cy="775176"/>
            <a:chOff x="649648" y="271400"/>
            <a:chExt cx="6215377" cy="5455143"/>
          </a:xfrm>
        </p:grpSpPr>
        <p:sp>
          <p:nvSpPr>
            <p:cNvPr id="9185" name="Google Shape;9185;p9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97"/>
          <p:cNvGrpSpPr/>
          <p:nvPr/>
        </p:nvGrpSpPr>
        <p:grpSpPr>
          <a:xfrm>
            <a:off x="2308452" y="970941"/>
            <a:ext cx="767704" cy="815489"/>
            <a:chOff x="2499700" y="1135950"/>
            <a:chExt cx="732402" cy="777990"/>
          </a:xfrm>
        </p:grpSpPr>
        <p:grpSp>
          <p:nvGrpSpPr>
            <p:cNvPr id="9198" name="Google Shape;9198;p97"/>
            <p:cNvGrpSpPr/>
            <p:nvPr/>
          </p:nvGrpSpPr>
          <p:grpSpPr>
            <a:xfrm>
              <a:off x="2499700" y="1135950"/>
              <a:ext cx="732402" cy="694705"/>
              <a:chOff x="2499700" y="1135950"/>
              <a:chExt cx="732402" cy="694705"/>
            </a:xfrm>
          </p:grpSpPr>
          <p:sp>
            <p:nvSpPr>
              <p:cNvPr id="9199" name="Google Shape;9199;p9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9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97"/>
            <p:cNvGrpSpPr/>
            <p:nvPr/>
          </p:nvGrpSpPr>
          <p:grpSpPr>
            <a:xfrm>
              <a:off x="2517909" y="1188726"/>
              <a:ext cx="702702" cy="725214"/>
              <a:chOff x="2517909" y="1188726"/>
              <a:chExt cx="702702" cy="725214"/>
            </a:xfrm>
          </p:grpSpPr>
          <p:sp>
            <p:nvSpPr>
              <p:cNvPr id="9227" name="Google Shape;9227;p9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2" name="Google Shape;9232;p97"/>
          <p:cNvGrpSpPr/>
          <p:nvPr/>
        </p:nvGrpSpPr>
        <p:grpSpPr>
          <a:xfrm>
            <a:off x="1654184" y="970941"/>
            <a:ext cx="583439" cy="870229"/>
            <a:chOff x="1716825" y="1121550"/>
            <a:chExt cx="622800" cy="928938"/>
          </a:xfrm>
        </p:grpSpPr>
        <p:grpSp>
          <p:nvGrpSpPr>
            <p:cNvPr id="9233" name="Google Shape;9233;p97"/>
            <p:cNvGrpSpPr/>
            <p:nvPr/>
          </p:nvGrpSpPr>
          <p:grpSpPr>
            <a:xfrm>
              <a:off x="1716825" y="1121550"/>
              <a:ext cx="622800" cy="928938"/>
              <a:chOff x="1716825" y="1121550"/>
              <a:chExt cx="622800" cy="928938"/>
            </a:xfrm>
          </p:grpSpPr>
          <p:cxnSp>
            <p:nvCxnSpPr>
              <p:cNvPr id="9234" name="Google Shape;9234;p9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235" name="Google Shape;9235;p9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97"/>
            <p:cNvGrpSpPr/>
            <p:nvPr/>
          </p:nvGrpSpPr>
          <p:grpSpPr>
            <a:xfrm>
              <a:off x="1768050" y="1172775"/>
              <a:ext cx="520200" cy="832000"/>
              <a:chOff x="1768050" y="1172775"/>
              <a:chExt cx="520200" cy="832000"/>
            </a:xfrm>
          </p:grpSpPr>
          <p:cxnSp>
            <p:nvCxnSpPr>
              <p:cNvPr id="9237" name="Google Shape;9237;p9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238" name="Google Shape;9238;p9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97"/>
            <p:cNvGrpSpPr/>
            <p:nvPr/>
          </p:nvGrpSpPr>
          <p:grpSpPr>
            <a:xfrm>
              <a:off x="1820100" y="1225475"/>
              <a:ext cx="416400" cy="729575"/>
              <a:chOff x="1820100" y="1225475"/>
              <a:chExt cx="416400" cy="729575"/>
            </a:xfrm>
          </p:grpSpPr>
          <p:cxnSp>
            <p:nvCxnSpPr>
              <p:cNvPr id="9240" name="Google Shape;9240;p9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241" name="Google Shape;9241;p9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97"/>
            <p:cNvGrpSpPr/>
            <p:nvPr/>
          </p:nvGrpSpPr>
          <p:grpSpPr>
            <a:xfrm>
              <a:off x="1874250" y="1278825"/>
              <a:ext cx="308100" cy="605275"/>
              <a:chOff x="1874250" y="1278825"/>
              <a:chExt cx="308100" cy="605275"/>
            </a:xfrm>
          </p:grpSpPr>
          <p:cxnSp>
            <p:nvCxnSpPr>
              <p:cNvPr id="9243" name="Google Shape;9243;p9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244" name="Google Shape;9244;p9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5" name="Google Shape;9245;p9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97"/>
          <p:cNvGrpSpPr/>
          <p:nvPr/>
        </p:nvGrpSpPr>
        <p:grpSpPr>
          <a:xfrm>
            <a:off x="1574007" y="1857263"/>
            <a:ext cx="739072" cy="714152"/>
            <a:chOff x="4334725" y="1355875"/>
            <a:chExt cx="3106650" cy="3001900"/>
          </a:xfrm>
        </p:grpSpPr>
        <p:grpSp>
          <p:nvGrpSpPr>
            <p:cNvPr id="9247" name="Google Shape;9247;p97"/>
            <p:cNvGrpSpPr/>
            <p:nvPr/>
          </p:nvGrpSpPr>
          <p:grpSpPr>
            <a:xfrm>
              <a:off x="4516050" y="1724875"/>
              <a:ext cx="2693725" cy="2632900"/>
              <a:chOff x="4516050" y="1724875"/>
              <a:chExt cx="2693725" cy="2632900"/>
            </a:xfrm>
          </p:grpSpPr>
          <p:sp>
            <p:nvSpPr>
              <p:cNvPr id="9248" name="Google Shape;9248;p9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97"/>
            <p:cNvGrpSpPr/>
            <p:nvPr/>
          </p:nvGrpSpPr>
          <p:grpSpPr>
            <a:xfrm>
              <a:off x="4334725" y="1355875"/>
              <a:ext cx="3106650" cy="2709650"/>
              <a:chOff x="4334725" y="1355875"/>
              <a:chExt cx="3106650" cy="2709650"/>
            </a:xfrm>
          </p:grpSpPr>
          <p:sp>
            <p:nvSpPr>
              <p:cNvPr id="9252" name="Google Shape;9252;p9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5" name="Google Shape;9255;p97"/>
          <p:cNvGrpSpPr/>
          <p:nvPr/>
        </p:nvGrpSpPr>
        <p:grpSpPr>
          <a:xfrm>
            <a:off x="7690956" y="3488034"/>
            <a:ext cx="312074" cy="684173"/>
            <a:chOff x="7645573" y="3754300"/>
            <a:chExt cx="293855" cy="644170"/>
          </a:xfrm>
        </p:grpSpPr>
        <p:sp>
          <p:nvSpPr>
            <p:cNvPr id="9256" name="Google Shape;9256;p9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97"/>
          <p:cNvGrpSpPr/>
          <p:nvPr/>
        </p:nvGrpSpPr>
        <p:grpSpPr>
          <a:xfrm>
            <a:off x="5612944" y="970941"/>
            <a:ext cx="709011" cy="739359"/>
            <a:chOff x="5830645" y="1256617"/>
            <a:chExt cx="530340" cy="553040"/>
          </a:xfrm>
        </p:grpSpPr>
        <p:grpSp>
          <p:nvGrpSpPr>
            <p:cNvPr id="9259" name="Google Shape;9259;p97"/>
            <p:cNvGrpSpPr/>
            <p:nvPr/>
          </p:nvGrpSpPr>
          <p:grpSpPr>
            <a:xfrm>
              <a:off x="5830645" y="1256617"/>
              <a:ext cx="259743" cy="269909"/>
              <a:chOff x="5830645" y="1256617"/>
              <a:chExt cx="259743" cy="269909"/>
            </a:xfrm>
          </p:grpSpPr>
          <p:sp>
            <p:nvSpPr>
              <p:cNvPr id="9260" name="Google Shape;9260;p9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97"/>
            <p:cNvGrpSpPr/>
            <p:nvPr/>
          </p:nvGrpSpPr>
          <p:grpSpPr>
            <a:xfrm>
              <a:off x="6101293" y="1256617"/>
              <a:ext cx="259692" cy="269909"/>
              <a:chOff x="6101293" y="1256617"/>
              <a:chExt cx="259692" cy="269909"/>
            </a:xfrm>
          </p:grpSpPr>
          <p:sp>
            <p:nvSpPr>
              <p:cNvPr id="9263" name="Google Shape;9263;p9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97"/>
            <p:cNvGrpSpPr/>
            <p:nvPr/>
          </p:nvGrpSpPr>
          <p:grpSpPr>
            <a:xfrm>
              <a:off x="5830645" y="1539749"/>
              <a:ext cx="259692" cy="269909"/>
              <a:chOff x="5830645" y="1539749"/>
              <a:chExt cx="259692" cy="269909"/>
            </a:xfrm>
          </p:grpSpPr>
          <p:sp>
            <p:nvSpPr>
              <p:cNvPr id="9266" name="Google Shape;9266;p9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97"/>
            <p:cNvGrpSpPr/>
            <p:nvPr/>
          </p:nvGrpSpPr>
          <p:grpSpPr>
            <a:xfrm>
              <a:off x="6101293" y="1539749"/>
              <a:ext cx="259692" cy="269909"/>
              <a:chOff x="6101293" y="1539749"/>
              <a:chExt cx="259692" cy="269909"/>
            </a:xfrm>
          </p:grpSpPr>
          <p:sp>
            <p:nvSpPr>
              <p:cNvPr id="9269" name="Google Shape;9269;p9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1" name="Google Shape;9271;p9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97"/>
          <p:cNvGrpSpPr/>
          <p:nvPr/>
        </p:nvGrpSpPr>
        <p:grpSpPr>
          <a:xfrm>
            <a:off x="714438" y="2707057"/>
            <a:ext cx="1452955" cy="621360"/>
            <a:chOff x="732422" y="2990152"/>
            <a:chExt cx="1337773" cy="572102"/>
          </a:xfrm>
        </p:grpSpPr>
        <p:sp>
          <p:nvSpPr>
            <p:cNvPr id="9273" name="Google Shape;9273;p9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2" name="Shape 9282"/>
        <p:cNvGrpSpPr/>
        <p:nvPr/>
      </p:nvGrpSpPr>
      <p:grpSpPr>
        <a:xfrm>
          <a:off x="0" y="0"/>
          <a:ext cx="0" cy="0"/>
          <a:chOff x="0" y="0"/>
          <a:chExt cx="0" cy="0"/>
        </a:xfrm>
      </p:grpSpPr>
      <p:grpSp>
        <p:nvGrpSpPr>
          <p:cNvPr id="9283" name="Google Shape;9283;p98"/>
          <p:cNvGrpSpPr/>
          <p:nvPr/>
        </p:nvGrpSpPr>
        <p:grpSpPr>
          <a:xfrm>
            <a:off x="708575" y="965865"/>
            <a:ext cx="1636117" cy="1526144"/>
            <a:chOff x="729238" y="1179665"/>
            <a:chExt cx="1636117" cy="1526144"/>
          </a:xfrm>
        </p:grpSpPr>
        <p:grpSp>
          <p:nvGrpSpPr>
            <p:cNvPr id="9284" name="Google Shape;9284;p98"/>
            <p:cNvGrpSpPr/>
            <p:nvPr/>
          </p:nvGrpSpPr>
          <p:grpSpPr>
            <a:xfrm>
              <a:off x="729238" y="1179665"/>
              <a:ext cx="80700" cy="1526144"/>
              <a:chOff x="729238" y="1179665"/>
              <a:chExt cx="80700" cy="1526144"/>
            </a:xfrm>
          </p:grpSpPr>
          <p:sp>
            <p:nvSpPr>
              <p:cNvPr id="9285" name="Google Shape;9285;p9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9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98"/>
            <p:cNvGrpSpPr/>
            <p:nvPr/>
          </p:nvGrpSpPr>
          <p:grpSpPr>
            <a:xfrm>
              <a:off x="903098" y="1179665"/>
              <a:ext cx="80700" cy="1526144"/>
              <a:chOff x="903098" y="1179665"/>
              <a:chExt cx="80700" cy="1526144"/>
            </a:xfrm>
          </p:grpSpPr>
          <p:sp>
            <p:nvSpPr>
              <p:cNvPr id="9296" name="Google Shape;9296;p9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9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98"/>
            <p:cNvGrpSpPr/>
            <p:nvPr/>
          </p:nvGrpSpPr>
          <p:grpSpPr>
            <a:xfrm>
              <a:off x="1076958" y="1179665"/>
              <a:ext cx="80700" cy="1526144"/>
              <a:chOff x="1076958" y="1179665"/>
              <a:chExt cx="80700" cy="1526144"/>
            </a:xfrm>
          </p:grpSpPr>
          <p:sp>
            <p:nvSpPr>
              <p:cNvPr id="9307" name="Google Shape;9307;p9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98"/>
            <p:cNvGrpSpPr/>
            <p:nvPr/>
          </p:nvGrpSpPr>
          <p:grpSpPr>
            <a:xfrm>
              <a:off x="1247707" y="1179665"/>
              <a:ext cx="80700" cy="1526144"/>
              <a:chOff x="1247707" y="1179665"/>
              <a:chExt cx="80700" cy="1526144"/>
            </a:xfrm>
          </p:grpSpPr>
          <p:sp>
            <p:nvSpPr>
              <p:cNvPr id="9318" name="Google Shape;9318;p9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9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9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98"/>
            <p:cNvGrpSpPr/>
            <p:nvPr/>
          </p:nvGrpSpPr>
          <p:grpSpPr>
            <a:xfrm>
              <a:off x="1421567" y="1179665"/>
              <a:ext cx="80700" cy="1526144"/>
              <a:chOff x="1421567" y="1179665"/>
              <a:chExt cx="80700" cy="1526144"/>
            </a:xfrm>
          </p:grpSpPr>
          <p:sp>
            <p:nvSpPr>
              <p:cNvPr id="9329" name="Google Shape;9329;p9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9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98"/>
            <p:cNvGrpSpPr/>
            <p:nvPr/>
          </p:nvGrpSpPr>
          <p:grpSpPr>
            <a:xfrm>
              <a:off x="1592327" y="1179665"/>
              <a:ext cx="80700" cy="1526144"/>
              <a:chOff x="1592327" y="1179665"/>
              <a:chExt cx="80700" cy="1526144"/>
            </a:xfrm>
          </p:grpSpPr>
          <p:sp>
            <p:nvSpPr>
              <p:cNvPr id="9340" name="Google Shape;9340;p9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9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9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9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9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98"/>
            <p:cNvGrpSpPr/>
            <p:nvPr/>
          </p:nvGrpSpPr>
          <p:grpSpPr>
            <a:xfrm>
              <a:off x="1766187" y="1179665"/>
              <a:ext cx="80700" cy="1526144"/>
              <a:chOff x="1766187" y="1179665"/>
              <a:chExt cx="80700" cy="1526144"/>
            </a:xfrm>
          </p:grpSpPr>
          <p:sp>
            <p:nvSpPr>
              <p:cNvPr id="9351" name="Google Shape;9351;p9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9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98"/>
            <p:cNvGrpSpPr/>
            <p:nvPr/>
          </p:nvGrpSpPr>
          <p:grpSpPr>
            <a:xfrm>
              <a:off x="1936935" y="1179665"/>
              <a:ext cx="80700" cy="1526144"/>
              <a:chOff x="1936935" y="1179665"/>
              <a:chExt cx="80700" cy="1526144"/>
            </a:xfrm>
          </p:grpSpPr>
          <p:sp>
            <p:nvSpPr>
              <p:cNvPr id="9362" name="Google Shape;9362;p9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98"/>
            <p:cNvGrpSpPr/>
            <p:nvPr/>
          </p:nvGrpSpPr>
          <p:grpSpPr>
            <a:xfrm>
              <a:off x="2110795" y="1179665"/>
              <a:ext cx="80700" cy="1526144"/>
              <a:chOff x="2110795" y="1179665"/>
              <a:chExt cx="80700" cy="1526144"/>
            </a:xfrm>
          </p:grpSpPr>
          <p:sp>
            <p:nvSpPr>
              <p:cNvPr id="9373" name="Google Shape;9373;p9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9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9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98"/>
            <p:cNvGrpSpPr/>
            <p:nvPr/>
          </p:nvGrpSpPr>
          <p:grpSpPr>
            <a:xfrm>
              <a:off x="2284655" y="1179665"/>
              <a:ext cx="80700" cy="1526144"/>
              <a:chOff x="2284655" y="1179665"/>
              <a:chExt cx="80700" cy="1526144"/>
            </a:xfrm>
          </p:grpSpPr>
          <p:sp>
            <p:nvSpPr>
              <p:cNvPr id="9384" name="Google Shape;9384;p9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4" name="Google Shape;9394;p98"/>
          <p:cNvGrpSpPr/>
          <p:nvPr/>
        </p:nvGrpSpPr>
        <p:grpSpPr>
          <a:xfrm>
            <a:off x="2603242" y="985003"/>
            <a:ext cx="1364248" cy="1102133"/>
            <a:chOff x="2623904" y="1198803"/>
            <a:chExt cx="1364248" cy="1102133"/>
          </a:xfrm>
        </p:grpSpPr>
        <p:grpSp>
          <p:nvGrpSpPr>
            <p:cNvPr id="9395" name="Google Shape;9395;p98"/>
            <p:cNvGrpSpPr/>
            <p:nvPr/>
          </p:nvGrpSpPr>
          <p:grpSpPr>
            <a:xfrm>
              <a:off x="2623907" y="1198803"/>
              <a:ext cx="1364245" cy="273000"/>
              <a:chOff x="2623907" y="1198803"/>
              <a:chExt cx="1364245" cy="273000"/>
            </a:xfrm>
          </p:grpSpPr>
          <p:sp>
            <p:nvSpPr>
              <p:cNvPr id="9396" name="Google Shape;9396;p9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9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98"/>
            <p:cNvGrpSpPr/>
            <p:nvPr/>
          </p:nvGrpSpPr>
          <p:grpSpPr>
            <a:xfrm>
              <a:off x="2623904" y="1476964"/>
              <a:ext cx="1364245" cy="273000"/>
              <a:chOff x="2623904" y="1476964"/>
              <a:chExt cx="1364245" cy="273000"/>
            </a:xfrm>
          </p:grpSpPr>
          <p:sp>
            <p:nvSpPr>
              <p:cNvPr id="9402" name="Google Shape;9402;p9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9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98"/>
            <p:cNvGrpSpPr/>
            <p:nvPr/>
          </p:nvGrpSpPr>
          <p:grpSpPr>
            <a:xfrm>
              <a:off x="2623907" y="1749775"/>
              <a:ext cx="1364245" cy="273000"/>
              <a:chOff x="2623907" y="1749775"/>
              <a:chExt cx="1364245" cy="273000"/>
            </a:xfrm>
          </p:grpSpPr>
          <p:sp>
            <p:nvSpPr>
              <p:cNvPr id="9408" name="Google Shape;9408;p9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98"/>
            <p:cNvGrpSpPr/>
            <p:nvPr/>
          </p:nvGrpSpPr>
          <p:grpSpPr>
            <a:xfrm>
              <a:off x="2623904" y="2027936"/>
              <a:ext cx="1364245" cy="273000"/>
              <a:chOff x="2623904" y="2027936"/>
              <a:chExt cx="1364245" cy="273000"/>
            </a:xfrm>
          </p:grpSpPr>
          <p:sp>
            <p:nvSpPr>
              <p:cNvPr id="9414" name="Google Shape;9414;p9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9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9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9" name="Google Shape;9419;p98"/>
          <p:cNvGrpSpPr/>
          <p:nvPr/>
        </p:nvGrpSpPr>
        <p:grpSpPr>
          <a:xfrm>
            <a:off x="2592703" y="2444186"/>
            <a:ext cx="1387541" cy="159124"/>
            <a:chOff x="3200660" y="2180272"/>
            <a:chExt cx="2563824" cy="378237"/>
          </a:xfrm>
        </p:grpSpPr>
        <p:sp>
          <p:nvSpPr>
            <p:cNvPr id="9420" name="Google Shape;9420;p9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9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9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9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9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9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98"/>
          <p:cNvGrpSpPr/>
          <p:nvPr/>
        </p:nvGrpSpPr>
        <p:grpSpPr>
          <a:xfrm>
            <a:off x="2589227" y="2722011"/>
            <a:ext cx="1390502" cy="159625"/>
            <a:chOff x="3530150" y="2790075"/>
            <a:chExt cx="1962600" cy="225300"/>
          </a:xfrm>
        </p:grpSpPr>
        <p:sp>
          <p:nvSpPr>
            <p:cNvPr id="9439" name="Google Shape;9439;p9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9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98"/>
          <p:cNvGrpSpPr/>
          <p:nvPr/>
        </p:nvGrpSpPr>
        <p:grpSpPr>
          <a:xfrm>
            <a:off x="2589880" y="3000337"/>
            <a:ext cx="1411629" cy="153761"/>
            <a:chOff x="3558802" y="4011427"/>
            <a:chExt cx="1866000" cy="111300"/>
          </a:xfrm>
        </p:grpSpPr>
        <p:sp>
          <p:nvSpPr>
            <p:cNvPr id="9442" name="Google Shape;9442;p9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9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98"/>
          <p:cNvGrpSpPr/>
          <p:nvPr/>
        </p:nvGrpSpPr>
        <p:grpSpPr>
          <a:xfrm>
            <a:off x="2589573" y="2205736"/>
            <a:ext cx="1383503" cy="119749"/>
            <a:chOff x="3465975" y="2270276"/>
            <a:chExt cx="1986364" cy="171929"/>
          </a:xfrm>
        </p:grpSpPr>
        <p:sp>
          <p:nvSpPr>
            <p:cNvPr id="9445" name="Google Shape;9445;p9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9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9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98"/>
          <p:cNvGrpSpPr/>
          <p:nvPr/>
        </p:nvGrpSpPr>
        <p:grpSpPr>
          <a:xfrm>
            <a:off x="2600580" y="3569387"/>
            <a:ext cx="1369531" cy="195460"/>
            <a:chOff x="723300" y="4253549"/>
            <a:chExt cx="2276482" cy="324900"/>
          </a:xfrm>
        </p:grpSpPr>
        <p:sp>
          <p:nvSpPr>
            <p:cNvPr id="9454" name="Google Shape;9454;p9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9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98"/>
          <p:cNvGrpSpPr/>
          <p:nvPr/>
        </p:nvGrpSpPr>
        <p:grpSpPr>
          <a:xfrm>
            <a:off x="2590141" y="3270567"/>
            <a:ext cx="1389066" cy="180119"/>
            <a:chOff x="705948" y="3788465"/>
            <a:chExt cx="2308953" cy="299400"/>
          </a:xfrm>
        </p:grpSpPr>
        <p:sp>
          <p:nvSpPr>
            <p:cNvPr id="9460" name="Google Shape;9460;p9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9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98"/>
          <p:cNvGrpSpPr/>
          <p:nvPr/>
        </p:nvGrpSpPr>
        <p:grpSpPr>
          <a:xfrm>
            <a:off x="2638078" y="3883547"/>
            <a:ext cx="1304609" cy="294074"/>
            <a:chOff x="2658741" y="4097347"/>
            <a:chExt cx="1304609" cy="294074"/>
          </a:xfrm>
        </p:grpSpPr>
        <p:grpSp>
          <p:nvGrpSpPr>
            <p:cNvPr id="9466" name="Google Shape;9466;p98"/>
            <p:cNvGrpSpPr/>
            <p:nvPr/>
          </p:nvGrpSpPr>
          <p:grpSpPr>
            <a:xfrm>
              <a:off x="2658741" y="4097347"/>
              <a:ext cx="118572" cy="294074"/>
              <a:chOff x="3343310" y="4475555"/>
              <a:chExt cx="127717" cy="316753"/>
            </a:xfrm>
          </p:grpSpPr>
          <p:sp>
            <p:nvSpPr>
              <p:cNvPr id="9467" name="Google Shape;9467;p9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98"/>
            <p:cNvGrpSpPr/>
            <p:nvPr/>
          </p:nvGrpSpPr>
          <p:grpSpPr>
            <a:xfrm>
              <a:off x="3815519" y="4098388"/>
              <a:ext cx="147831" cy="291991"/>
              <a:chOff x="3527539" y="4476677"/>
              <a:chExt cx="159232" cy="314510"/>
            </a:xfrm>
          </p:grpSpPr>
          <p:sp>
            <p:nvSpPr>
              <p:cNvPr id="9470" name="Google Shape;9470;p9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98"/>
            <p:cNvGrpSpPr/>
            <p:nvPr/>
          </p:nvGrpSpPr>
          <p:grpSpPr>
            <a:xfrm>
              <a:off x="3511696" y="4098388"/>
              <a:ext cx="147831" cy="291991"/>
              <a:chOff x="3527539" y="4476677"/>
              <a:chExt cx="159232" cy="314510"/>
            </a:xfrm>
          </p:grpSpPr>
          <p:sp>
            <p:nvSpPr>
              <p:cNvPr id="9473" name="Google Shape;9473;p9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98"/>
            <p:cNvGrpSpPr/>
            <p:nvPr/>
          </p:nvGrpSpPr>
          <p:grpSpPr>
            <a:xfrm>
              <a:off x="3207874" y="4098388"/>
              <a:ext cx="147831" cy="291991"/>
              <a:chOff x="3527539" y="4476677"/>
              <a:chExt cx="159232" cy="314510"/>
            </a:xfrm>
          </p:grpSpPr>
          <p:sp>
            <p:nvSpPr>
              <p:cNvPr id="9476" name="Google Shape;9476;p9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98"/>
            <p:cNvGrpSpPr/>
            <p:nvPr/>
          </p:nvGrpSpPr>
          <p:grpSpPr>
            <a:xfrm>
              <a:off x="2933305" y="4097347"/>
              <a:ext cx="118572" cy="294074"/>
              <a:chOff x="3343310" y="4475555"/>
              <a:chExt cx="127717" cy="316753"/>
            </a:xfrm>
          </p:grpSpPr>
          <p:sp>
            <p:nvSpPr>
              <p:cNvPr id="9479" name="Google Shape;9479;p9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1" name="Google Shape;9481;p98"/>
          <p:cNvGrpSpPr/>
          <p:nvPr/>
        </p:nvGrpSpPr>
        <p:grpSpPr>
          <a:xfrm>
            <a:off x="4256908" y="1866669"/>
            <a:ext cx="1433821" cy="191501"/>
            <a:chOff x="4273350" y="2080469"/>
            <a:chExt cx="1433821" cy="191501"/>
          </a:xfrm>
        </p:grpSpPr>
        <p:grpSp>
          <p:nvGrpSpPr>
            <p:cNvPr id="9482" name="Google Shape;9482;p98"/>
            <p:cNvGrpSpPr/>
            <p:nvPr/>
          </p:nvGrpSpPr>
          <p:grpSpPr>
            <a:xfrm>
              <a:off x="4273350" y="2080469"/>
              <a:ext cx="1433821" cy="0"/>
              <a:chOff x="5224975" y="2962250"/>
              <a:chExt cx="1544400" cy="0"/>
            </a:xfrm>
          </p:grpSpPr>
          <p:cxnSp>
            <p:nvCxnSpPr>
              <p:cNvPr id="9483" name="Google Shape;9483;p9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84" name="Google Shape;9484;p9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485" name="Google Shape;9485;p98"/>
            <p:cNvGrpSpPr/>
            <p:nvPr/>
          </p:nvGrpSpPr>
          <p:grpSpPr>
            <a:xfrm>
              <a:off x="4273350" y="2271969"/>
              <a:ext cx="1433821" cy="0"/>
              <a:chOff x="5224975" y="2962250"/>
              <a:chExt cx="1544400" cy="0"/>
            </a:xfrm>
          </p:grpSpPr>
          <p:cxnSp>
            <p:nvCxnSpPr>
              <p:cNvPr id="9486" name="Google Shape;9486;p9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87" name="Google Shape;9487;p9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488" name="Google Shape;9488;p98"/>
          <p:cNvGrpSpPr/>
          <p:nvPr/>
        </p:nvGrpSpPr>
        <p:grpSpPr>
          <a:xfrm>
            <a:off x="4258463" y="969236"/>
            <a:ext cx="1430711" cy="743389"/>
            <a:chOff x="5159450" y="1919950"/>
            <a:chExt cx="1541050" cy="862500"/>
          </a:xfrm>
        </p:grpSpPr>
        <p:sp>
          <p:nvSpPr>
            <p:cNvPr id="9489" name="Google Shape;9489;p9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490" name="Google Shape;9490;p98"/>
            <p:cNvGrpSpPr/>
            <p:nvPr/>
          </p:nvGrpSpPr>
          <p:grpSpPr>
            <a:xfrm>
              <a:off x="5159450" y="1919950"/>
              <a:ext cx="1541050" cy="862500"/>
              <a:chOff x="5159450" y="1919950"/>
              <a:chExt cx="1541050" cy="862500"/>
            </a:xfrm>
          </p:grpSpPr>
          <p:cxnSp>
            <p:nvCxnSpPr>
              <p:cNvPr id="9491" name="Google Shape;9491;p9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492" name="Google Shape;9492;p9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493" name="Google Shape;9493;p98"/>
          <p:cNvGrpSpPr/>
          <p:nvPr/>
        </p:nvGrpSpPr>
        <p:grpSpPr>
          <a:xfrm>
            <a:off x="4248577" y="2192564"/>
            <a:ext cx="1450484" cy="1052087"/>
            <a:chOff x="5230575" y="1554475"/>
            <a:chExt cx="2137150" cy="1550150"/>
          </a:xfrm>
        </p:grpSpPr>
        <p:sp>
          <p:nvSpPr>
            <p:cNvPr id="9494" name="Google Shape;9494;p9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9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9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9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9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9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9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9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98"/>
          <p:cNvGrpSpPr/>
          <p:nvPr/>
        </p:nvGrpSpPr>
        <p:grpSpPr>
          <a:xfrm rot="10800000">
            <a:off x="4265127" y="3284753"/>
            <a:ext cx="1417383" cy="887946"/>
            <a:chOff x="5645403" y="2920021"/>
            <a:chExt cx="2650800" cy="2180614"/>
          </a:xfrm>
        </p:grpSpPr>
        <p:sp>
          <p:nvSpPr>
            <p:cNvPr id="9508" name="Google Shape;9508;p9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9" name="Google Shape;9509;p98"/>
            <p:cNvCxnSpPr>
              <a:stCxn id="950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510" name="Google Shape;9510;p9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1" name="Google Shape;9511;p98"/>
            <p:cNvCxnSpPr>
              <a:endCxn id="9510"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512" name="Google Shape;9512;p9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3" name="Google Shape;9513;p98"/>
            <p:cNvCxnSpPr>
              <a:stCxn id="9512"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514" name="Google Shape;9514;p9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5" name="Google Shape;9515;p98"/>
            <p:cNvCxnSpPr>
              <a:endCxn id="951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516" name="Google Shape;9516;p98"/>
          <p:cNvGrpSpPr/>
          <p:nvPr/>
        </p:nvGrpSpPr>
        <p:grpSpPr>
          <a:xfrm>
            <a:off x="7365487" y="2188108"/>
            <a:ext cx="1071743" cy="1021579"/>
            <a:chOff x="7189833" y="2022667"/>
            <a:chExt cx="1251159" cy="1192597"/>
          </a:xfrm>
        </p:grpSpPr>
        <p:sp>
          <p:nvSpPr>
            <p:cNvPr id="9517" name="Google Shape;9517;p9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98"/>
          <p:cNvGrpSpPr/>
          <p:nvPr/>
        </p:nvGrpSpPr>
        <p:grpSpPr>
          <a:xfrm>
            <a:off x="706758" y="2614515"/>
            <a:ext cx="1695374" cy="1560837"/>
            <a:chOff x="727421" y="2828315"/>
            <a:chExt cx="1695374" cy="1560837"/>
          </a:xfrm>
        </p:grpSpPr>
        <p:grpSp>
          <p:nvGrpSpPr>
            <p:cNvPr id="9522" name="Google Shape;9522;p98"/>
            <p:cNvGrpSpPr/>
            <p:nvPr/>
          </p:nvGrpSpPr>
          <p:grpSpPr>
            <a:xfrm>
              <a:off x="819108" y="2882501"/>
              <a:ext cx="103104" cy="1426186"/>
              <a:chOff x="4674013" y="3100904"/>
              <a:chExt cx="122758" cy="1698043"/>
            </a:xfrm>
          </p:grpSpPr>
          <p:sp>
            <p:nvSpPr>
              <p:cNvPr id="9523" name="Google Shape;9523;p9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9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9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98"/>
            <p:cNvGrpSpPr/>
            <p:nvPr/>
          </p:nvGrpSpPr>
          <p:grpSpPr>
            <a:xfrm>
              <a:off x="1062475" y="2882501"/>
              <a:ext cx="103104" cy="1426186"/>
              <a:chOff x="4940438" y="3100904"/>
              <a:chExt cx="122758" cy="1698043"/>
            </a:xfrm>
          </p:grpSpPr>
          <p:sp>
            <p:nvSpPr>
              <p:cNvPr id="9531" name="Google Shape;9531;p9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98"/>
            <p:cNvGrpSpPr/>
            <p:nvPr/>
          </p:nvGrpSpPr>
          <p:grpSpPr>
            <a:xfrm>
              <a:off x="1299324" y="2882501"/>
              <a:ext cx="103104" cy="1426186"/>
              <a:chOff x="5206863" y="3100904"/>
              <a:chExt cx="122758" cy="1698043"/>
            </a:xfrm>
          </p:grpSpPr>
          <p:sp>
            <p:nvSpPr>
              <p:cNvPr id="9539" name="Google Shape;9539;p9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98"/>
            <p:cNvGrpSpPr/>
            <p:nvPr/>
          </p:nvGrpSpPr>
          <p:grpSpPr>
            <a:xfrm>
              <a:off x="1786057" y="2882501"/>
              <a:ext cx="103104" cy="1426186"/>
              <a:chOff x="6006138" y="3143629"/>
              <a:chExt cx="122758" cy="1698043"/>
            </a:xfrm>
          </p:grpSpPr>
          <p:sp>
            <p:nvSpPr>
              <p:cNvPr id="9547" name="Google Shape;9547;p9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9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98"/>
            <p:cNvGrpSpPr/>
            <p:nvPr/>
          </p:nvGrpSpPr>
          <p:grpSpPr>
            <a:xfrm>
              <a:off x="2029422" y="2882501"/>
              <a:ext cx="103104" cy="1426186"/>
              <a:chOff x="6805413" y="3100904"/>
              <a:chExt cx="122758" cy="1698043"/>
            </a:xfrm>
          </p:grpSpPr>
          <p:sp>
            <p:nvSpPr>
              <p:cNvPr id="9555" name="Google Shape;9555;p9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9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98"/>
            <p:cNvGrpSpPr/>
            <p:nvPr/>
          </p:nvGrpSpPr>
          <p:grpSpPr>
            <a:xfrm>
              <a:off x="727421" y="2828315"/>
              <a:ext cx="1695374" cy="1560837"/>
              <a:chOff x="734799" y="2782450"/>
              <a:chExt cx="1571100" cy="1577400"/>
            </a:xfrm>
          </p:grpSpPr>
          <p:cxnSp>
            <p:nvCxnSpPr>
              <p:cNvPr id="9563" name="Google Shape;9563;p9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564" name="Google Shape;9564;p9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565" name="Google Shape;9565;p98"/>
            <p:cNvGrpSpPr/>
            <p:nvPr/>
          </p:nvGrpSpPr>
          <p:grpSpPr>
            <a:xfrm>
              <a:off x="2272795" y="2882501"/>
              <a:ext cx="103104" cy="1426186"/>
              <a:chOff x="5206863" y="3100904"/>
              <a:chExt cx="122758" cy="1698043"/>
            </a:xfrm>
          </p:grpSpPr>
          <p:sp>
            <p:nvSpPr>
              <p:cNvPr id="9566" name="Google Shape;9566;p9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98"/>
            <p:cNvGrpSpPr/>
            <p:nvPr/>
          </p:nvGrpSpPr>
          <p:grpSpPr>
            <a:xfrm>
              <a:off x="1542694" y="2882501"/>
              <a:ext cx="103104" cy="1426186"/>
              <a:chOff x="6006138" y="3143629"/>
              <a:chExt cx="122758" cy="1698043"/>
            </a:xfrm>
          </p:grpSpPr>
          <p:sp>
            <p:nvSpPr>
              <p:cNvPr id="9574" name="Google Shape;9574;p9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9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1" name="Google Shape;9581;p98"/>
          <p:cNvGrpSpPr/>
          <p:nvPr/>
        </p:nvGrpSpPr>
        <p:grpSpPr>
          <a:xfrm>
            <a:off x="5915338" y="2192087"/>
            <a:ext cx="1248543" cy="1025319"/>
            <a:chOff x="5183758" y="1210600"/>
            <a:chExt cx="3605380" cy="2960783"/>
          </a:xfrm>
        </p:grpSpPr>
        <p:sp>
          <p:nvSpPr>
            <p:cNvPr id="9582" name="Google Shape;9582;p9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6" name="Google Shape;9586;p9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587" name="Google Shape;9587;p9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588" name="Google Shape;9588;p9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589" name="Google Shape;9589;p9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590" name="Google Shape;9590;p9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98"/>
          <p:cNvGrpSpPr/>
          <p:nvPr/>
        </p:nvGrpSpPr>
        <p:grpSpPr>
          <a:xfrm>
            <a:off x="5772399" y="3330404"/>
            <a:ext cx="2664831" cy="843440"/>
            <a:chOff x="5916567" y="1099697"/>
            <a:chExt cx="2556683" cy="809211"/>
          </a:xfrm>
        </p:grpSpPr>
        <p:sp>
          <p:nvSpPr>
            <p:cNvPr id="9592" name="Google Shape;9592;p9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9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98"/>
          <p:cNvGrpSpPr/>
          <p:nvPr/>
        </p:nvGrpSpPr>
        <p:grpSpPr>
          <a:xfrm>
            <a:off x="5879940" y="979263"/>
            <a:ext cx="1299851" cy="1023338"/>
            <a:chOff x="5900602" y="1193063"/>
            <a:chExt cx="1299851" cy="1023338"/>
          </a:xfrm>
        </p:grpSpPr>
        <p:grpSp>
          <p:nvGrpSpPr>
            <p:cNvPr id="9601" name="Google Shape;9601;p98"/>
            <p:cNvGrpSpPr/>
            <p:nvPr/>
          </p:nvGrpSpPr>
          <p:grpSpPr>
            <a:xfrm>
              <a:off x="6743564" y="1193063"/>
              <a:ext cx="456889" cy="700379"/>
              <a:chOff x="6743564" y="1193063"/>
              <a:chExt cx="456889" cy="700379"/>
            </a:xfrm>
          </p:grpSpPr>
          <p:grpSp>
            <p:nvGrpSpPr>
              <p:cNvPr id="9602" name="Google Shape;9602;p98"/>
              <p:cNvGrpSpPr/>
              <p:nvPr/>
            </p:nvGrpSpPr>
            <p:grpSpPr>
              <a:xfrm>
                <a:off x="6743564" y="1690731"/>
                <a:ext cx="214402" cy="202710"/>
                <a:chOff x="6743564" y="1690731"/>
                <a:chExt cx="214402" cy="202710"/>
              </a:xfrm>
            </p:grpSpPr>
            <p:sp>
              <p:nvSpPr>
                <p:cNvPr id="9603" name="Google Shape;9603;p9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98"/>
              <p:cNvGrpSpPr/>
              <p:nvPr/>
            </p:nvGrpSpPr>
            <p:grpSpPr>
              <a:xfrm>
                <a:off x="6915505" y="1193063"/>
                <a:ext cx="284947" cy="589637"/>
                <a:chOff x="6915505" y="1193063"/>
                <a:chExt cx="284947" cy="589637"/>
              </a:xfrm>
            </p:grpSpPr>
            <p:sp>
              <p:nvSpPr>
                <p:cNvPr id="9606" name="Google Shape;9606;p9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7" name="Google Shape;9607;p9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608" name="Google Shape;9608;p98"/>
            <p:cNvGrpSpPr/>
            <p:nvPr/>
          </p:nvGrpSpPr>
          <p:grpSpPr>
            <a:xfrm>
              <a:off x="6520337" y="1193063"/>
              <a:ext cx="341815" cy="801589"/>
              <a:chOff x="6520337" y="1193063"/>
              <a:chExt cx="341815" cy="801589"/>
            </a:xfrm>
          </p:grpSpPr>
          <p:grpSp>
            <p:nvGrpSpPr>
              <p:cNvPr id="9609" name="Google Shape;9609;p98"/>
              <p:cNvGrpSpPr/>
              <p:nvPr/>
            </p:nvGrpSpPr>
            <p:grpSpPr>
              <a:xfrm>
                <a:off x="6520337" y="1589527"/>
                <a:ext cx="213950" cy="405125"/>
                <a:chOff x="6520337" y="1589527"/>
                <a:chExt cx="213950" cy="405125"/>
              </a:xfrm>
            </p:grpSpPr>
            <p:sp>
              <p:nvSpPr>
                <p:cNvPr id="9610" name="Google Shape;9610;p9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98"/>
              <p:cNvGrpSpPr/>
              <p:nvPr/>
            </p:nvGrpSpPr>
            <p:grpSpPr>
              <a:xfrm>
                <a:off x="6577204" y="1193063"/>
                <a:ext cx="284947" cy="453562"/>
                <a:chOff x="6577204" y="1193063"/>
                <a:chExt cx="284947" cy="453562"/>
              </a:xfrm>
            </p:grpSpPr>
            <p:sp>
              <p:nvSpPr>
                <p:cNvPr id="9613" name="Google Shape;9613;p9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4" name="Google Shape;9614;p9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615" name="Google Shape;9615;p98"/>
            <p:cNvGrpSpPr/>
            <p:nvPr/>
          </p:nvGrpSpPr>
          <p:grpSpPr>
            <a:xfrm>
              <a:off x="6238903" y="1193063"/>
              <a:ext cx="300475" cy="901782"/>
              <a:chOff x="6238903" y="1193063"/>
              <a:chExt cx="300475" cy="901782"/>
            </a:xfrm>
          </p:grpSpPr>
          <p:grpSp>
            <p:nvGrpSpPr>
              <p:cNvPr id="9616" name="Google Shape;9616;p98"/>
              <p:cNvGrpSpPr/>
              <p:nvPr/>
            </p:nvGrpSpPr>
            <p:grpSpPr>
              <a:xfrm>
                <a:off x="6290865" y="1489315"/>
                <a:ext cx="248514" cy="605530"/>
                <a:chOff x="6290865" y="1489315"/>
                <a:chExt cx="248514" cy="605530"/>
              </a:xfrm>
            </p:grpSpPr>
            <p:sp>
              <p:nvSpPr>
                <p:cNvPr id="9617" name="Google Shape;9617;p9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98"/>
              <p:cNvGrpSpPr/>
              <p:nvPr/>
            </p:nvGrpSpPr>
            <p:grpSpPr>
              <a:xfrm>
                <a:off x="6238903" y="1193063"/>
                <a:ext cx="284947" cy="327512"/>
                <a:chOff x="6238903" y="1193063"/>
                <a:chExt cx="284947" cy="327512"/>
              </a:xfrm>
            </p:grpSpPr>
            <p:sp>
              <p:nvSpPr>
                <p:cNvPr id="9620" name="Google Shape;9620;p9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21" name="Google Shape;9621;p9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622" name="Google Shape;9622;p98"/>
            <p:cNvGrpSpPr/>
            <p:nvPr/>
          </p:nvGrpSpPr>
          <p:grpSpPr>
            <a:xfrm>
              <a:off x="5900602" y="1193063"/>
              <a:ext cx="444345" cy="1023338"/>
              <a:chOff x="5900602" y="1193063"/>
              <a:chExt cx="444345" cy="1023338"/>
            </a:xfrm>
          </p:grpSpPr>
          <p:grpSp>
            <p:nvGrpSpPr>
              <p:cNvPr id="9623" name="Google Shape;9623;p98"/>
              <p:cNvGrpSpPr/>
              <p:nvPr/>
            </p:nvGrpSpPr>
            <p:grpSpPr>
              <a:xfrm>
                <a:off x="6046501" y="1367785"/>
                <a:ext cx="298446" cy="848616"/>
                <a:chOff x="6046501" y="1367785"/>
                <a:chExt cx="298446" cy="848616"/>
              </a:xfrm>
            </p:grpSpPr>
            <p:sp>
              <p:nvSpPr>
                <p:cNvPr id="9624" name="Google Shape;9624;p9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98"/>
              <p:cNvGrpSpPr/>
              <p:nvPr/>
            </p:nvGrpSpPr>
            <p:grpSpPr>
              <a:xfrm>
                <a:off x="5900602" y="1193063"/>
                <a:ext cx="284947" cy="182312"/>
                <a:chOff x="5900602" y="1193063"/>
                <a:chExt cx="284947" cy="182312"/>
              </a:xfrm>
            </p:grpSpPr>
            <p:sp>
              <p:nvSpPr>
                <p:cNvPr id="9627" name="Google Shape;9627;p9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28" name="Google Shape;9628;p9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629" name="Google Shape;9629;p98"/>
          <p:cNvGrpSpPr/>
          <p:nvPr/>
        </p:nvGrpSpPr>
        <p:grpSpPr>
          <a:xfrm>
            <a:off x="7217822" y="979408"/>
            <a:ext cx="1219413" cy="1051365"/>
            <a:chOff x="7287122" y="1165658"/>
            <a:chExt cx="1219413" cy="1051365"/>
          </a:xfrm>
        </p:grpSpPr>
        <p:grpSp>
          <p:nvGrpSpPr>
            <p:cNvPr id="9630" name="Google Shape;9630;p98"/>
            <p:cNvGrpSpPr/>
            <p:nvPr/>
          </p:nvGrpSpPr>
          <p:grpSpPr>
            <a:xfrm>
              <a:off x="7287122" y="1969723"/>
              <a:ext cx="1219413" cy="247300"/>
              <a:chOff x="7287122" y="1969723"/>
              <a:chExt cx="1219413" cy="247300"/>
            </a:xfrm>
          </p:grpSpPr>
          <p:sp>
            <p:nvSpPr>
              <p:cNvPr id="9631" name="Google Shape;9631;p9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2" name="Google Shape;9632;p98"/>
              <p:cNvGrpSpPr/>
              <p:nvPr/>
            </p:nvGrpSpPr>
            <p:grpSpPr>
              <a:xfrm>
                <a:off x="7287122" y="2063892"/>
                <a:ext cx="1151753" cy="73428"/>
                <a:chOff x="7287122" y="2063892"/>
                <a:chExt cx="1151753" cy="73428"/>
              </a:xfrm>
            </p:grpSpPr>
            <p:sp>
              <p:nvSpPr>
                <p:cNvPr id="9633" name="Google Shape;9633;p9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34" name="Google Shape;9634;p9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635" name="Google Shape;9635;p98"/>
            <p:cNvGrpSpPr/>
            <p:nvPr/>
          </p:nvGrpSpPr>
          <p:grpSpPr>
            <a:xfrm>
              <a:off x="7287122" y="1712201"/>
              <a:ext cx="1219403" cy="246767"/>
              <a:chOff x="7287122" y="1712201"/>
              <a:chExt cx="1219403" cy="246767"/>
            </a:xfrm>
          </p:grpSpPr>
          <p:sp>
            <p:nvSpPr>
              <p:cNvPr id="9636" name="Google Shape;9636;p9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7" name="Google Shape;9637;p98"/>
              <p:cNvGrpSpPr/>
              <p:nvPr/>
            </p:nvGrpSpPr>
            <p:grpSpPr>
              <a:xfrm>
                <a:off x="7287122" y="1842861"/>
                <a:ext cx="1005303" cy="73419"/>
                <a:chOff x="7287122" y="1842861"/>
                <a:chExt cx="1005303" cy="73419"/>
              </a:xfrm>
            </p:grpSpPr>
            <p:sp>
              <p:nvSpPr>
                <p:cNvPr id="9638" name="Google Shape;9638;p9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39" name="Google Shape;9639;p9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640" name="Google Shape;9640;p98"/>
            <p:cNvGrpSpPr/>
            <p:nvPr/>
          </p:nvGrpSpPr>
          <p:grpSpPr>
            <a:xfrm>
              <a:off x="7287122" y="1447520"/>
              <a:ext cx="1219403" cy="286667"/>
              <a:chOff x="7287122" y="1447520"/>
              <a:chExt cx="1219403" cy="286667"/>
            </a:xfrm>
          </p:grpSpPr>
          <p:sp>
            <p:nvSpPr>
              <p:cNvPr id="9641" name="Google Shape;9641;p9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2" name="Google Shape;9642;p98"/>
              <p:cNvGrpSpPr/>
              <p:nvPr/>
            </p:nvGrpSpPr>
            <p:grpSpPr>
              <a:xfrm>
                <a:off x="7287122" y="1581977"/>
                <a:ext cx="852803" cy="73428"/>
                <a:chOff x="7287122" y="1581977"/>
                <a:chExt cx="852803" cy="73428"/>
              </a:xfrm>
            </p:grpSpPr>
            <p:sp>
              <p:nvSpPr>
                <p:cNvPr id="9643" name="Google Shape;9643;p9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4" name="Google Shape;9644;p9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645" name="Google Shape;9645;p98"/>
            <p:cNvGrpSpPr/>
            <p:nvPr/>
          </p:nvGrpSpPr>
          <p:grpSpPr>
            <a:xfrm>
              <a:off x="7287122" y="1165658"/>
              <a:ext cx="1219403" cy="344253"/>
              <a:chOff x="7287122" y="1165658"/>
              <a:chExt cx="1219403" cy="344253"/>
            </a:xfrm>
          </p:grpSpPr>
          <p:sp>
            <p:nvSpPr>
              <p:cNvPr id="9646" name="Google Shape;9646;p9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7" name="Google Shape;9647;p98"/>
              <p:cNvGrpSpPr/>
              <p:nvPr/>
            </p:nvGrpSpPr>
            <p:grpSpPr>
              <a:xfrm>
                <a:off x="7287122" y="1341025"/>
                <a:ext cx="695703" cy="73419"/>
                <a:chOff x="7287122" y="1341025"/>
                <a:chExt cx="695703" cy="73419"/>
              </a:xfrm>
            </p:grpSpPr>
            <p:sp>
              <p:nvSpPr>
                <p:cNvPr id="9648" name="Google Shape;9648;p9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9" name="Google Shape;9649;p9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53" name="Shape 9653"/>
        <p:cNvGrpSpPr/>
        <p:nvPr/>
      </p:nvGrpSpPr>
      <p:grpSpPr>
        <a:xfrm>
          <a:off x="0" y="0"/>
          <a:ext cx="0" cy="0"/>
          <a:chOff x="0" y="0"/>
          <a:chExt cx="0" cy="0"/>
        </a:xfrm>
      </p:grpSpPr>
      <p:grpSp>
        <p:nvGrpSpPr>
          <p:cNvPr id="9654" name="Google Shape;9654;p99"/>
          <p:cNvGrpSpPr/>
          <p:nvPr/>
        </p:nvGrpSpPr>
        <p:grpSpPr>
          <a:xfrm>
            <a:off x="866243" y="2291587"/>
            <a:ext cx="415546" cy="355053"/>
            <a:chOff x="866243" y="2291587"/>
            <a:chExt cx="415546" cy="355053"/>
          </a:xfrm>
        </p:grpSpPr>
        <p:sp>
          <p:nvSpPr>
            <p:cNvPr id="9655" name="Google Shape;9655;p9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0" name="Google Shape;9660;p9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1" name="Google Shape;9661;p99"/>
          <p:cNvGrpSpPr/>
          <p:nvPr/>
        </p:nvGrpSpPr>
        <p:grpSpPr>
          <a:xfrm>
            <a:off x="1958520" y="2302574"/>
            <a:ext cx="359213" cy="327807"/>
            <a:chOff x="1958520" y="2302574"/>
            <a:chExt cx="359213" cy="327807"/>
          </a:xfrm>
        </p:grpSpPr>
        <p:sp>
          <p:nvSpPr>
            <p:cNvPr id="9662" name="Google Shape;9662;p9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99"/>
          <p:cNvGrpSpPr/>
          <p:nvPr/>
        </p:nvGrpSpPr>
        <p:grpSpPr>
          <a:xfrm>
            <a:off x="2579882" y="2287427"/>
            <a:ext cx="207582" cy="359594"/>
            <a:chOff x="2656082" y="2287427"/>
            <a:chExt cx="207582" cy="359594"/>
          </a:xfrm>
        </p:grpSpPr>
        <p:sp>
          <p:nvSpPr>
            <p:cNvPr id="9666" name="Google Shape;9666;p9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99"/>
          <p:cNvGrpSpPr/>
          <p:nvPr/>
        </p:nvGrpSpPr>
        <p:grpSpPr>
          <a:xfrm>
            <a:off x="3049653" y="2321468"/>
            <a:ext cx="362991" cy="290018"/>
            <a:chOff x="3049653" y="2321468"/>
            <a:chExt cx="362991" cy="290018"/>
          </a:xfrm>
        </p:grpSpPr>
        <p:sp>
          <p:nvSpPr>
            <p:cNvPr id="9671" name="Google Shape;9671;p9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99"/>
          <p:cNvGrpSpPr/>
          <p:nvPr/>
        </p:nvGrpSpPr>
        <p:grpSpPr>
          <a:xfrm>
            <a:off x="3564243" y="2289904"/>
            <a:ext cx="422342" cy="355243"/>
            <a:chOff x="3564243" y="2289904"/>
            <a:chExt cx="422342" cy="355243"/>
          </a:xfrm>
        </p:grpSpPr>
        <p:sp>
          <p:nvSpPr>
            <p:cNvPr id="9676" name="Google Shape;9676;p9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1" name="Google Shape;9681;p9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2" name="Google Shape;9682;p99"/>
          <p:cNvGrpSpPr/>
          <p:nvPr/>
        </p:nvGrpSpPr>
        <p:grpSpPr>
          <a:xfrm>
            <a:off x="4687894" y="2289713"/>
            <a:ext cx="359594" cy="353909"/>
            <a:chOff x="4687894" y="2289713"/>
            <a:chExt cx="359594" cy="353909"/>
          </a:xfrm>
        </p:grpSpPr>
        <p:sp>
          <p:nvSpPr>
            <p:cNvPr id="9683" name="Google Shape;9683;p9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6" name="Google Shape;9686;p9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7" name="Google Shape;9687;p99"/>
          <p:cNvGrpSpPr/>
          <p:nvPr/>
        </p:nvGrpSpPr>
        <p:grpSpPr>
          <a:xfrm>
            <a:off x="6372624" y="2308227"/>
            <a:ext cx="263567" cy="317614"/>
            <a:chOff x="6421399" y="2308227"/>
            <a:chExt cx="263567" cy="317614"/>
          </a:xfrm>
        </p:grpSpPr>
        <p:sp>
          <p:nvSpPr>
            <p:cNvPr id="9688" name="Google Shape;9688;p9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99"/>
          <p:cNvGrpSpPr/>
          <p:nvPr/>
        </p:nvGrpSpPr>
        <p:grpSpPr>
          <a:xfrm>
            <a:off x="6870193" y="2295620"/>
            <a:ext cx="360356" cy="343462"/>
            <a:chOff x="6870193" y="2295620"/>
            <a:chExt cx="360356" cy="343462"/>
          </a:xfrm>
        </p:grpSpPr>
        <p:sp>
          <p:nvSpPr>
            <p:cNvPr id="9693" name="Google Shape;9693;p9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99"/>
          <p:cNvGrpSpPr/>
          <p:nvPr/>
        </p:nvGrpSpPr>
        <p:grpSpPr>
          <a:xfrm>
            <a:off x="7441465" y="2302860"/>
            <a:ext cx="342192" cy="327140"/>
            <a:chOff x="7441465" y="2302860"/>
            <a:chExt cx="342192" cy="327140"/>
          </a:xfrm>
        </p:grpSpPr>
        <p:sp>
          <p:nvSpPr>
            <p:cNvPr id="9696" name="Google Shape;9696;p9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99"/>
          <p:cNvGrpSpPr/>
          <p:nvPr/>
        </p:nvGrpSpPr>
        <p:grpSpPr>
          <a:xfrm>
            <a:off x="7989683" y="2350207"/>
            <a:ext cx="332761" cy="234066"/>
            <a:chOff x="7989683" y="2350207"/>
            <a:chExt cx="332761" cy="234066"/>
          </a:xfrm>
        </p:grpSpPr>
        <p:sp>
          <p:nvSpPr>
            <p:cNvPr id="9699" name="Google Shape;9699;p9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9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99"/>
          <p:cNvGrpSpPr/>
          <p:nvPr/>
        </p:nvGrpSpPr>
        <p:grpSpPr>
          <a:xfrm>
            <a:off x="5823294" y="2309751"/>
            <a:ext cx="315327" cy="314978"/>
            <a:chOff x="5823294" y="2309751"/>
            <a:chExt cx="315327" cy="314978"/>
          </a:xfrm>
        </p:grpSpPr>
        <p:sp>
          <p:nvSpPr>
            <p:cNvPr id="9706" name="Google Shape;9706;p9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99"/>
          <p:cNvGrpSpPr/>
          <p:nvPr/>
        </p:nvGrpSpPr>
        <p:grpSpPr>
          <a:xfrm>
            <a:off x="2497275" y="2744159"/>
            <a:ext cx="370930" cy="370549"/>
            <a:chOff x="2497275" y="2744159"/>
            <a:chExt cx="370930" cy="370549"/>
          </a:xfrm>
        </p:grpSpPr>
        <p:sp>
          <p:nvSpPr>
            <p:cNvPr id="9724" name="Google Shape;9724;p9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99"/>
          <p:cNvGrpSpPr/>
          <p:nvPr/>
        </p:nvGrpSpPr>
        <p:grpSpPr>
          <a:xfrm>
            <a:off x="860940" y="2746477"/>
            <a:ext cx="371883" cy="365691"/>
            <a:chOff x="860940" y="2746477"/>
            <a:chExt cx="371883" cy="365691"/>
          </a:xfrm>
        </p:grpSpPr>
        <p:sp>
          <p:nvSpPr>
            <p:cNvPr id="9731" name="Google Shape;9731;p9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99"/>
          <p:cNvGrpSpPr/>
          <p:nvPr/>
        </p:nvGrpSpPr>
        <p:grpSpPr>
          <a:xfrm>
            <a:off x="1450836" y="2766258"/>
            <a:ext cx="283985" cy="341080"/>
            <a:chOff x="1493849" y="2775533"/>
            <a:chExt cx="283985" cy="341080"/>
          </a:xfrm>
        </p:grpSpPr>
        <p:sp>
          <p:nvSpPr>
            <p:cNvPr id="9737" name="Google Shape;9737;p9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99"/>
          <p:cNvGrpSpPr/>
          <p:nvPr/>
        </p:nvGrpSpPr>
        <p:grpSpPr>
          <a:xfrm>
            <a:off x="1952836" y="2774422"/>
            <a:ext cx="372835" cy="342573"/>
            <a:chOff x="1952836" y="2774422"/>
            <a:chExt cx="372835" cy="342573"/>
          </a:xfrm>
        </p:grpSpPr>
        <p:sp>
          <p:nvSpPr>
            <p:cNvPr id="9740" name="Google Shape;9740;p9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99"/>
          <p:cNvGrpSpPr/>
          <p:nvPr/>
        </p:nvGrpSpPr>
        <p:grpSpPr>
          <a:xfrm>
            <a:off x="3079916" y="2744477"/>
            <a:ext cx="332729" cy="372518"/>
            <a:chOff x="3079916" y="2744477"/>
            <a:chExt cx="332729" cy="372518"/>
          </a:xfrm>
        </p:grpSpPr>
        <p:sp>
          <p:nvSpPr>
            <p:cNvPr id="9744" name="Google Shape;9744;p9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99"/>
          <p:cNvGrpSpPr/>
          <p:nvPr/>
        </p:nvGrpSpPr>
        <p:grpSpPr>
          <a:xfrm>
            <a:off x="3620576" y="2745525"/>
            <a:ext cx="336889" cy="355592"/>
            <a:chOff x="3620576" y="2745525"/>
            <a:chExt cx="336889" cy="355592"/>
          </a:xfrm>
        </p:grpSpPr>
        <p:sp>
          <p:nvSpPr>
            <p:cNvPr id="9748" name="Google Shape;9748;p9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99"/>
          <p:cNvGrpSpPr/>
          <p:nvPr/>
        </p:nvGrpSpPr>
        <p:grpSpPr>
          <a:xfrm>
            <a:off x="4126815" y="2760704"/>
            <a:ext cx="380393" cy="363118"/>
            <a:chOff x="4126815" y="2760704"/>
            <a:chExt cx="380393" cy="363118"/>
          </a:xfrm>
        </p:grpSpPr>
        <p:sp>
          <p:nvSpPr>
            <p:cNvPr id="9751" name="Google Shape;9751;p9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99"/>
          <p:cNvGrpSpPr/>
          <p:nvPr/>
        </p:nvGrpSpPr>
        <p:grpSpPr>
          <a:xfrm>
            <a:off x="4675986" y="2745684"/>
            <a:ext cx="381346" cy="368644"/>
            <a:chOff x="4675986" y="2745684"/>
            <a:chExt cx="381346" cy="368644"/>
          </a:xfrm>
        </p:grpSpPr>
        <p:sp>
          <p:nvSpPr>
            <p:cNvPr id="9756" name="Google Shape;9756;p9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99"/>
          <p:cNvGrpSpPr/>
          <p:nvPr/>
        </p:nvGrpSpPr>
        <p:grpSpPr>
          <a:xfrm>
            <a:off x="5220616" y="2791061"/>
            <a:ext cx="373185" cy="302466"/>
            <a:chOff x="5220616" y="2791061"/>
            <a:chExt cx="373185" cy="302466"/>
          </a:xfrm>
        </p:grpSpPr>
        <p:sp>
          <p:nvSpPr>
            <p:cNvPr id="9759" name="Google Shape;9759;p9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99"/>
          <p:cNvGrpSpPr/>
          <p:nvPr/>
        </p:nvGrpSpPr>
        <p:grpSpPr>
          <a:xfrm>
            <a:off x="5788661" y="2772517"/>
            <a:ext cx="284366" cy="344097"/>
            <a:chOff x="5864861" y="2772517"/>
            <a:chExt cx="284366" cy="344097"/>
          </a:xfrm>
        </p:grpSpPr>
        <p:sp>
          <p:nvSpPr>
            <p:cNvPr id="9778" name="Google Shape;9778;p9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9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4" name="Google Shape;9784;p9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5" name="Google Shape;9785;p99"/>
          <p:cNvGrpSpPr/>
          <p:nvPr/>
        </p:nvGrpSpPr>
        <p:grpSpPr>
          <a:xfrm>
            <a:off x="6974158" y="2789537"/>
            <a:ext cx="255247" cy="327458"/>
            <a:chOff x="6974158" y="2789537"/>
            <a:chExt cx="255247" cy="327458"/>
          </a:xfrm>
        </p:grpSpPr>
        <p:sp>
          <p:nvSpPr>
            <p:cNvPr id="9786" name="Google Shape;9786;p9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99"/>
          <p:cNvGrpSpPr/>
          <p:nvPr/>
        </p:nvGrpSpPr>
        <p:grpSpPr>
          <a:xfrm>
            <a:off x="7530697" y="2790299"/>
            <a:ext cx="244291" cy="326314"/>
            <a:chOff x="7530697" y="2790299"/>
            <a:chExt cx="244291" cy="326314"/>
          </a:xfrm>
        </p:grpSpPr>
        <p:sp>
          <p:nvSpPr>
            <p:cNvPr id="9793" name="Google Shape;9793;p9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9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99"/>
          <p:cNvGrpSpPr/>
          <p:nvPr/>
        </p:nvGrpSpPr>
        <p:grpSpPr>
          <a:xfrm>
            <a:off x="7988191" y="2832248"/>
            <a:ext cx="332348" cy="283985"/>
            <a:chOff x="7988191" y="2832248"/>
            <a:chExt cx="332348" cy="283985"/>
          </a:xfrm>
        </p:grpSpPr>
        <p:sp>
          <p:nvSpPr>
            <p:cNvPr id="9800" name="Google Shape;9800;p9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9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4" name="Google Shape;9804;p99"/>
          <p:cNvGrpSpPr/>
          <p:nvPr/>
        </p:nvGrpSpPr>
        <p:grpSpPr>
          <a:xfrm>
            <a:off x="3588440" y="3258368"/>
            <a:ext cx="364484" cy="262423"/>
            <a:chOff x="3588440" y="3258368"/>
            <a:chExt cx="364484" cy="262423"/>
          </a:xfrm>
        </p:grpSpPr>
        <p:sp>
          <p:nvSpPr>
            <p:cNvPr id="9805" name="Google Shape;9805;p9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9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2" name="Google Shape;9812;p99"/>
          <p:cNvGrpSpPr/>
          <p:nvPr/>
        </p:nvGrpSpPr>
        <p:grpSpPr>
          <a:xfrm>
            <a:off x="5765817" y="3227724"/>
            <a:ext cx="364865" cy="324822"/>
            <a:chOff x="5765817" y="3227724"/>
            <a:chExt cx="364865" cy="324822"/>
          </a:xfrm>
        </p:grpSpPr>
        <p:sp>
          <p:nvSpPr>
            <p:cNvPr id="9813" name="Google Shape;9813;p9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99"/>
          <p:cNvGrpSpPr/>
          <p:nvPr/>
        </p:nvGrpSpPr>
        <p:grpSpPr>
          <a:xfrm>
            <a:off x="6228583" y="3237664"/>
            <a:ext cx="446539" cy="303895"/>
            <a:chOff x="6228583" y="3237664"/>
            <a:chExt cx="446539" cy="303895"/>
          </a:xfrm>
        </p:grpSpPr>
        <p:sp>
          <p:nvSpPr>
            <p:cNvPr id="9817" name="Google Shape;9817;p9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9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99"/>
          <p:cNvGrpSpPr/>
          <p:nvPr/>
        </p:nvGrpSpPr>
        <p:grpSpPr>
          <a:xfrm>
            <a:off x="865862" y="3207306"/>
            <a:ext cx="364484" cy="364897"/>
            <a:chOff x="865862" y="3207306"/>
            <a:chExt cx="364484" cy="364897"/>
          </a:xfrm>
        </p:grpSpPr>
        <p:sp>
          <p:nvSpPr>
            <p:cNvPr id="9835" name="Google Shape;9835;p9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99"/>
          <p:cNvGrpSpPr/>
          <p:nvPr/>
        </p:nvGrpSpPr>
        <p:grpSpPr>
          <a:xfrm>
            <a:off x="1404617" y="3226962"/>
            <a:ext cx="370168" cy="325965"/>
            <a:chOff x="1404617" y="3226962"/>
            <a:chExt cx="370168" cy="325965"/>
          </a:xfrm>
        </p:grpSpPr>
        <p:sp>
          <p:nvSpPr>
            <p:cNvPr id="9850" name="Google Shape;9850;p9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99"/>
          <p:cNvGrpSpPr/>
          <p:nvPr/>
        </p:nvGrpSpPr>
        <p:grpSpPr>
          <a:xfrm>
            <a:off x="1953403" y="3216094"/>
            <a:ext cx="366389" cy="354481"/>
            <a:chOff x="1954741" y="3212419"/>
            <a:chExt cx="366389" cy="354481"/>
          </a:xfrm>
        </p:grpSpPr>
        <p:sp>
          <p:nvSpPr>
            <p:cNvPr id="9860" name="Google Shape;9860;p9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99"/>
          <p:cNvGrpSpPr/>
          <p:nvPr/>
        </p:nvGrpSpPr>
        <p:grpSpPr>
          <a:xfrm>
            <a:off x="3043239" y="3215626"/>
            <a:ext cx="366008" cy="348670"/>
            <a:chOff x="3043239" y="3215626"/>
            <a:chExt cx="366008" cy="348670"/>
          </a:xfrm>
        </p:grpSpPr>
        <p:sp>
          <p:nvSpPr>
            <p:cNvPr id="9868" name="Google Shape;9868;p9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99"/>
          <p:cNvGrpSpPr/>
          <p:nvPr/>
        </p:nvGrpSpPr>
        <p:grpSpPr>
          <a:xfrm>
            <a:off x="4218333" y="3184982"/>
            <a:ext cx="209107" cy="383442"/>
            <a:chOff x="4218333" y="3184982"/>
            <a:chExt cx="209107" cy="383442"/>
          </a:xfrm>
        </p:grpSpPr>
        <p:sp>
          <p:nvSpPr>
            <p:cNvPr id="9871" name="Google Shape;9871;p9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3" name="Google Shape;9873;p9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4" name="Google Shape;9874;p99"/>
          <p:cNvGrpSpPr/>
          <p:nvPr/>
        </p:nvGrpSpPr>
        <p:grpSpPr>
          <a:xfrm>
            <a:off x="6896644" y="3216007"/>
            <a:ext cx="322917" cy="347876"/>
            <a:chOff x="6896644" y="3216007"/>
            <a:chExt cx="322917" cy="347876"/>
          </a:xfrm>
        </p:grpSpPr>
        <p:sp>
          <p:nvSpPr>
            <p:cNvPr id="9875" name="Google Shape;9875;p9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99"/>
          <p:cNvGrpSpPr/>
          <p:nvPr/>
        </p:nvGrpSpPr>
        <p:grpSpPr>
          <a:xfrm>
            <a:off x="7429366" y="3223183"/>
            <a:ext cx="334634" cy="333904"/>
            <a:chOff x="7429366" y="3223183"/>
            <a:chExt cx="334634" cy="333904"/>
          </a:xfrm>
        </p:grpSpPr>
        <p:sp>
          <p:nvSpPr>
            <p:cNvPr id="9883" name="Google Shape;9883;p9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5" name="Google Shape;9885;p9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6" name="Google Shape;9886;p99"/>
          <p:cNvGrpSpPr/>
          <p:nvPr/>
        </p:nvGrpSpPr>
        <p:grpSpPr>
          <a:xfrm>
            <a:off x="5216456" y="3725484"/>
            <a:ext cx="356196" cy="265631"/>
            <a:chOff x="5216456" y="3725484"/>
            <a:chExt cx="356196" cy="265631"/>
          </a:xfrm>
        </p:grpSpPr>
        <p:sp>
          <p:nvSpPr>
            <p:cNvPr id="9887" name="Google Shape;9887;p9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99"/>
          <p:cNvGrpSpPr/>
          <p:nvPr/>
        </p:nvGrpSpPr>
        <p:grpSpPr>
          <a:xfrm>
            <a:off x="6849393" y="3733994"/>
            <a:ext cx="355053" cy="248038"/>
            <a:chOff x="6849393" y="3733994"/>
            <a:chExt cx="355053" cy="248038"/>
          </a:xfrm>
        </p:grpSpPr>
        <p:sp>
          <p:nvSpPr>
            <p:cNvPr id="9890" name="Google Shape;9890;p9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99"/>
          <p:cNvGrpSpPr/>
          <p:nvPr/>
        </p:nvGrpSpPr>
        <p:grpSpPr>
          <a:xfrm>
            <a:off x="7918997" y="3714687"/>
            <a:ext cx="392111" cy="280206"/>
            <a:chOff x="7918997" y="3714687"/>
            <a:chExt cx="392111" cy="280206"/>
          </a:xfrm>
        </p:grpSpPr>
        <p:sp>
          <p:nvSpPr>
            <p:cNvPr id="9896" name="Google Shape;9896;p9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1" name="Google Shape;9901;p9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2" name="Google Shape;9902;p99"/>
          <p:cNvGrpSpPr/>
          <p:nvPr/>
        </p:nvGrpSpPr>
        <p:grpSpPr>
          <a:xfrm>
            <a:off x="1408777" y="3680964"/>
            <a:ext cx="357720" cy="355148"/>
            <a:chOff x="1408777" y="3680964"/>
            <a:chExt cx="357720" cy="355148"/>
          </a:xfrm>
        </p:grpSpPr>
        <p:sp>
          <p:nvSpPr>
            <p:cNvPr id="9903" name="Google Shape;9903;p9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99"/>
          <p:cNvGrpSpPr/>
          <p:nvPr/>
        </p:nvGrpSpPr>
        <p:grpSpPr>
          <a:xfrm>
            <a:off x="1952836" y="3680964"/>
            <a:ext cx="357720" cy="355148"/>
            <a:chOff x="1952836" y="3680964"/>
            <a:chExt cx="357720" cy="355148"/>
          </a:xfrm>
        </p:grpSpPr>
        <p:sp>
          <p:nvSpPr>
            <p:cNvPr id="9909" name="Google Shape;9909;p9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99"/>
          <p:cNvGrpSpPr/>
          <p:nvPr/>
        </p:nvGrpSpPr>
        <p:grpSpPr>
          <a:xfrm>
            <a:off x="2496894" y="3680964"/>
            <a:ext cx="357720" cy="355148"/>
            <a:chOff x="2496894" y="3680964"/>
            <a:chExt cx="357720" cy="355148"/>
          </a:xfrm>
        </p:grpSpPr>
        <p:sp>
          <p:nvSpPr>
            <p:cNvPr id="9915" name="Google Shape;9915;p9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9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99"/>
          <p:cNvGrpSpPr/>
          <p:nvPr/>
        </p:nvGrpSpPr>
        <p:grpSpPr>
          <a:xfrm>
            <a:off x="3040984" y="3681059"/>
            <a:ext cx="356164" cy="355815"/>
            <a:chOff x="3040984" y="3681059"/>
            <a:chExt cx="356164" cy="355815"/>
          </a:xfrm>
        </p:grpSpPr>
        <p:sp>
          <p:nvSpPr>
            <p:cNvPr id="9921" name="Google Shape;9921;p9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99"/>
          <p:cNvGrpSpPr/>
          <p:nvPr/>
        </p:nvGrpSpPr>
        <p:grpSpPr>
          <a:xfrm>
            <a:off x="3584280" y="3699191"/>
            <a:ext cx="358069" cy="317995"/>
            <a:chOff x="3584280" y="3699191"/>
            <a:chExt cx="358069" cy="317995"/>
          </a:xfrm>
        </p:grpSpPr>
        <p:sp>
          <p:nvSpPr>
            <p:cNvPr id="9925" name="Google Shape;9925;p9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99"/>
          <p:cNvGrpSpPr/>
          <p:nvPr/>
        </p:nvGrpSpPr>
        <p:grpSpPr>
          <a:xfrm>
            <a:off x="4129482" y="3681059"/>
            <a:ext cx="355402" cy="354291"/>
            <a:chOff x="4129482" y="3681059"/>
            <a:chExt cx="355402" cy="354291"/>
          </a:xfrm>
        </p:grpSpPr>
        <p:sp>
          <p:nvSpPr>
            <p:cNvPr id="9930" name="Google Shape;9930;p9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9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99"/>
          <p:cNvGrpSpPr/>
          <p:nvPr/>
        </p:nvGrpSpPr>
        <p:grpSpPr>
          <a:xfrm>
            <a:off x="4673540" y="3680297"/>
            <a:ext cx="355434" cy="355815"/>
            <a:chOff x="4673540" y="3680297"/>
            <a:chExt cx="355434" cy="355815"/>
          </a:xfrm>
        </p:grpSpPr>
        <p:sp>
          <p:nvSpPr>
            <p:cNvPr id="9935" name="Google Shape;9935;p9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9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99"/>
          <p:cNvGrpSpPr/>
          <p:nvPr/>
        </p:nvGrpSpPr>
        <p:grpSpPr>
          <a:xfrm>
            <a:off x="5779408" y="3699191"/>
            <a:ext cx="317645" cy="318757"/>
            <a:chOff x="5779408" y="3699191"/>
            <a:chExt cx="317645" cy="318757"/>
          </a:xfrm>
        </p:grpSpPr>
        <p:sp>
          <p:nvSpPr>
            <p:cNvPr id="9939" name="Google Shape;9939;p9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1" name="Google Shape;9941;p9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2" name="Google Shape;9942;p99"/>
          <p:cNvGrpSpPr/>
          <p:nvPr/>
        </p:nvGrpSpPr>
        <p:grpSpPr>
          <a:xfrm>
            <a:off x="7390435" y="3680868"/>
            <a:ext cx="372073" cy="355243"/>
            <a:chOff x="7390435" y="3680868"/>
            <a:chExt cx="372073" cy="355243"/>
          </a:xfrm>
        </p:grpSpPr>
        <p:sp>
          <p:nvSpPr>
            <p:cNvPr id="9943" name="Google Shape;9943;p9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99"/>
          <p:cNvGrpSpPr/>
          <p:nvPr/>
        </p:nvGrpSpPr>
        <p:grpSpPr>
          <a:xfrm>
            <a:off x="1421638" y="4125629"/>
            <a:ext cx="374709" cy="374010"/>
            <a:chOff x="1421638" y="4125629"/>
            <a:chExt cx="374709" cy="374010"/>
          </a:xfrm>
        </p:grpSpPr>
        <p:sp>
          <p:nvSpPr>
            <p:cNvPr id="9950" name="Google Shape;9950;p9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99"/>
          <p:cNvGrpSpPr/>
          <p:nvPr/>
        </p:nvGrpSpPr>
        <p:grpSpPr>
          <a:xfrm>
            <a:off x="1973254" y="4156304"/>
            <a:ext cx="357720" cy="342192"/>
            <a:chOff x="1973254" y="4156304"/>
            <a:chExt cx="357720" cy="342192"/>
          </a:xfrm>
        </p:grpSpPr>
        <p:sp>
          <p:nvSpPr>
            <p:cNvPr id="9953" name="Google Shape;9953;p9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9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99"/>
          <p:cNvGrpSpPr/>
          <p:nvPr/>
        </p:nvGrpSpPr>
        <p:grpSpPr>
          <a:xfrm>
            <a:off x="2523759" y="4135505"/>
            <a:ext cx="341049" cy="340318"/>
            <a:chOff x="2523759" y="4135505"/>
            <a:chExt cx="341049" cy="340318"/>
          </a:xfrm>
        </p:grpSpPr>
        <p:sp>
          <p:nvSpPr>
            <p:cNvPr id="9960" name="Google Shape;9960;p9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99"/>
          <p:cNvGrpSpPr/>
          <p:nvPr/>
        </p:nvGrpSpPr>
        <p:grpSpPr>
          <a:xfrm>
            <a:off x="3040603" y="4130360"/>
            <a:ext cx="392079" cy="350353"/>
            <a:chOff x="3040603" y="4130360"/>
            <a:chExt cx="392079" cy="350353"/>
          </a:xfrm>
        </p:grpSpPr>
        <p:sp>
          <p:nvSpPr>
            <p:cNvPr id="9963" name="Google Shape;9963;p9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99"/>
          <p:cNvGrpSpPr/>
          <p:nvPr/>
        </p:nvGrpSpPr>
        <p:grpSpPr>
          <a:xfrm>
            <a:off x="3662144" y="4135505"/>
            <a:ext cx="232955" cy="340318"/>
            <a:chOff x="3662144" y="4135505"/>
            <a:chExt cx="232955" cy="340318"/>
          </a:xfrm>
        </p:grpSpPr>
        <p:sp>
          <p:nvSpPr>
            <p:cNvPr id="9974" name="Google Shape;9974;p9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99"/>
          <p:cNvGrpSpPr/>
          <p:nvPr/>
        </p:nvGrpSpPr>
        <p:grpSpPr>
          <a:xfrm>
            <a:off x="4149138" y="4121151"/>
            <a:ext cx="344065" cy="368644"/>
            <a:chOff x="4149138" y="4121151"/>
            <a:chExt cx="344065" cy="368644"/>
          </a:xfrm>
        </p:grpSpPr>
        <p:sp>
          <p:nvSpPr>
            <p:cNvPr id="9979" name="Google Shape;9979;p9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9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1" name="Google Shape;9991;p9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99"/>
          <p:cNvGrpSpPr/>
          <p:nvPr/>
        </p:nvGrpSpPr>
        <p:grpSpPr>
          <a:xfrm>
            <a:off x="5206262" y="4174817"/>
            <a:ext cx="397763" cy="262804"/>
            <a:chOff x="5206262" y="4174817"/>
            <a:chExt cx="397763" cy="262804"/>
          </a:xfrm>
        </p:grpSpPr>
        <p:sp>
          <p:nvSpPr>
            <p:cNvPr id="9993" name="Google Shape;9993;p9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99"/>
          <p:cNvGrpSpPr/>
          <p:nvPr/>
        </p:nvGrpSpPr>
        <p:grpSpPr>
          <a:xfrm>
            <a:off x="5727616" y="4204699"/>
            <a:ext cx="440505" cy="290018"/>
            <a:chOff x="5727616" y="4204699"/>
            <a:chExt cx="440505" cy="290018"/>
          </a:xfrm>
        </p:grpSpPr>
        <p:sp>
          <p:nvSpPr>
            <p:cNvPr id="10001" name="Google Shape;10001;p9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9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9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99"/>
          <p:cNvGrpSpPr/>
          <p:nvPr/>
        </p:nvGrpSpPr>
        <p:grpSpPr>
          <a:xfrm>
            <a:off x="6410063" y="4135124"/>
            <a:ext cx="159950" cy="364516"/>
            <a:chOff x="6410063" y="4135124"/>
            <a:chExt cx="159950" cy="364516"/>
          </a:xfrm>
        </p:grpSpPr>
        <p:sp>
          <p:nvSpPr>
            <p:cNvPr id="10010" name="Google Shape;10010;p9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99"/>
          <p:cNvGrpSpPr/>
          <p:nvPr/>
        </p:nvGrpSpPr>
        <p:grpSpPr>
          <a:xfrm>
            <a:off x="6924652" y="4135505"/>
            <a:ext cx="214378" cy="364135"/>
            <a:chOff x="6924652" y="4135505"/>
            <a:chExt cx="214378" cy="364135"/>
          </a:xfrm>
        </p:grpSpPr>
        <p:sp>
          <p:nvSpPr>
            <p:cNvPr id="10015" name="Google Shape;10015;p9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99"/>
          <p:cNvGrpSpPr/>
          <p:nvPr/>
        </p:nvGrpSpPr>
        <p:grpSpPr>
          <a:xfrm>
            <a:off x="7384751" y="4147984"/>
            <a:ext cx="380012" cy="351274"/>
            <a:chOff x="7384751" y="4147984"/>
            <a:chExt cx="380012" cy="351274"/>
          </a:xfrm>
        </p:grpSpPr>
        <p:sp>
          <p:nvSpPr>
            <p:cNvPr id="10020" name="Google Shape;10020;p9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5" name="Google Shape;10025;p99"/>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0026" name="Google Shape;10026;p9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0" name="Shape 10030"/>
        <p:cNvGrpSpPr/>
        <p:nvPr/>
      </p:nvGrpSpPr>
      <p:grpSpPr>
        <a:xfrm>
          <a:off x="0" y="0"/>
          <a:ext cx="0" cy="0"/>
          <a:chOff x="0" y="0"/>
          <a:chExt cx="0" cy="0"/>
        </a:xfrm>
      </p:grpSpPr>
      <p:grpSp>
        <p:nvGrpSpPr>
          <p:cNvPr id="10031" name="Google Shape;10031;p100"/>
          <p:cNvGrpSpPr/>
          <p:nvPr/>
        </p:nvGrpSpPr>
        <p:grpSpPr>
          <a:xfrm>
            <a:off x="1989449" y="4101269"/>
            <a:ext cx="374774" cy="346073"/>
            <a:chOff x="1989449" y="4282269"/>
            <a:chExt cx="374774" cy="346073"/>
          </a:xfrm>
        </p:grpSpPr>
        <p:sp>
          <p:nvSpPr>
            <p:cNvPr id="10032" name="Google Shape;10032;p10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0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0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0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0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100"/>
          <p:cNvGrpSpPr/>
          <p:nvPr/>
        </p:nvGrpSpPr>
        <p:grpSpPr>
          <a:xfrm>
            <a:off x="2487439" y="4099740"/>
            <a:ext cx="198775" cy="348972"/>
            <a:chOff x="2487439" y="4280740"/>
            <a:chExt cx="198775" cy="348972"/>
          </a:xfrm>
        </p:grpSpPr>
        <p:sp>
          <p:nvSpPr>
            <p:cNvPr id="10038" name="Google Shape;10038;p10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0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0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0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100"/>
          <p:cNvGrpSpPr/>
          <p:nvPr/>
        </p:nvGrpSpPr>
        <p:grpSpPr>
          <a:xfrm>
            <a:off x="2810958" y="4092923"/>
            <a:ext cx="353145" cy="361873"/>
            <a:chOff x="2810958" y="4273923"/>
            <a:chExt cx="353145" cy="361873"/>
          </a:xfrm>
        </p:grpSpPr>
        <p:sp>
          <p:nvSpPr>
            <p:cNvPr id="10043" name="Google Shape;10043;p10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0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0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0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0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0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0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100"/>
          <p:cNvGrpSpPr/>
          <p:nvPr/>
        </p:nvGrpSpPr>
        <p:grpSpPr>
          <a:xfrm>
            <a:off x="6275635" y="4101651"/>
            <a:ext cx="209383" cy="366778"/>
            <a:chOff x="6275635" y="4282651"/>
            <a:chExt cx="209383" cy="366778"/>
          </a:xfrm>
        </p:grpSpPr>
        <p:sp>
          <p:nvSpPr>
            <p:cNvPr id="10051" name="Google Shape;10051;p10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0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100"/>
          <p:cNvGrpSpPr/>
          <p:nvPr/>
        </p:nvGrpSpPr>
        <p:grpSpPr>
          <a:xfrm>
            <a:off x="6701186" y="4102033"/>
            <a:ext cx="280292" cy="366396"/>
            <a:chOff x="6701186" y="4283033"/>
            <a:chExt cx="280292" cy="366396"/>
          </a:xfrm>
        </p:grpSpPr>
        <p:sp>
          <p:nvSpPr>
            <p:cNvPr id="10054" name="Google Shape;10054;p10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0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100"/>
          <p:cNvGrpSpPr/>
          <p:nvPr/>
        </p:nvGrpSpPr>
        <p:grpSpPr>
          <a:xfrm>
            <a:off x="2609571" y="3643958"/>
            <a:ext cx="373627" cy="347347"/>
            <a:chOff x="2609571" y="3824958"/>
            <a:chExt cx="373627" cy="347347"/>
          </a:xfrm>
        </p:grpSpPr>
        <p:sp>
          <p:nvSpPr>
            <p:cNvPr id="10057" name="Google Shape;10057;p10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0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9" name="Google Shape;10059;p10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0" name="Google Shape;10060;p100"/>
          <p:cNvGrpSpPr/>
          <p:nvPr/>
        </p:nvGrpSpPr>
        <p:grpSpPr>
          <a:xfrm>
            <a:off x="916127" y="3626056"/>
            <a:ext cx="221902" cy="380795"/>
            <a:chOff x="916127" y="3807056"/>
            <a:chExt cx="221902" cy="380795"/>
          </a:xfrm>
        </p:grpSpPr>
        <p:sp>
          <p:nvSpPr>
            <p:cNvPr id="10061" name="Google Shape;10061;p10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0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0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0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5" name="Google Shape;10065;p10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0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100"/>
          <p:cNvGrpSpPr/>
          <p:nvPr/>
        </p:nvGrpSpPr>
        <p:grpSpPr>
          <a:xfrm>
            <a:off x="3513010" y="3635134"/>
            <a:ext cx="362223" cy="361108"/>
            <a:chOff x="3513010" y="3816134"/>
            <a:chExt cx="362223" cy="361108"/>
          </a:xfrm>
        </p:grpSpPr>
        <p:sp>
          <p:nvSpPr>
            <p:cNvPr id="10068" name="Google Shape;10068;p10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0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0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0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100"/>
          <p:cNvGrpSpPr/>
          <p:nvPr/>
        </p:nvGrpSpPr>
        <p:grpSpPr>
          <a:xfrm>
            <a:off x="3950316" y="3639307"/>
            <a:ext cx="369805" cy="353782"/>
            <a:chOff x="3950316" y="3820307"/>
            <a:chExt cx="369805" cy="353782"/>
          </a:xfrm>
        </p:grpSpPr>
        <p:sp>
          <p:nvSpPr>
            <p:cNvPr id="10073" name="Google Shape;10073;p10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0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0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0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100"/>
          <p:cNvGrpSpPr/>
          <p:nvPr/>
        </p:nvGrpSpPr>
        <p:grpSpPr>
          <a:xfrm>
            <a:off x="1761909" y="3630961"/>
            <a:ext cx="307974" cy="371716"/>
            <a:chOff x="1761909" y="3811961"/>
            <a:chExt cx="307974" cy="371716"/>
          </a:xfrm>
        </p:grpSpPr>
        <p:sp>
          <p:nvSpPr>
            <p:cNvPr id="10078" name="Google Shape;10078;p10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0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0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0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0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0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0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0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0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0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100"/>
          <p:cNvGrpSpPr/>
          <p:nvPr/>
        </p:nvGrpSpPr>
        <p:grpSpPr>
          <a:xfrm>
            <a:off x="5373342" y="3627935"/>
            <a:ext cx="231395" cy="353145"/>
            <a:chOff x="5373342" y="3808935"/>
            <a:chExt cx="231395" cy="353145"/>
          </a:xfrm>
        </p:grpSpPr>
        <p:sp>
          <p:nvSpPr>
            <p:cNvPr id="10089" name="Google Shape;10089;p10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0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0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0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0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0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0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0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0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8" name="Google Shape;10098;p10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9" name="Google Shape;10099;p100"/>
          <p:cNvGrpSpPr/>
          <p:nvPr/>
        </p:nvGrpSpPr>
        <p:grpSpPr>
          <a:xfrm>
            <a:off x="5833775" y="3628445"/>
            <a:ext cx="235185" cy="352253"/>
            <a:chOff x="5833775" y="3809445"/>
            <a:chExt cx="235185" cy="352253"/>
          </a:xfrm>
        </p:grpSpPr>
        <p:sp>
          <p:nvSpPr>
            <p:cNvPr id="10100" name="Google Shape;10100;p10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0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0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100"/>
          <p:cNvGrpSpPr/>
          <p:nvPr/>
        </p:nvGrpSpPr>
        <p:grpSpPr>
          <a:xfrm>
            <a:off x="4942472" y="3628318"/>
            <a:ext cx="238976" cy="352762"/>
            <a:chOff x="4942472" y="3809318"/>
            <a:chExt cx="238976" cy="352762"/>
          </a:xfrm>
        </p:grpSpPr>
        <p:sp>
          <p:nvSpPr>
            <p:cNvPr id="10104" name="Google Shape;10104;p10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0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0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0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0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0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0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100"/>
          <p:cNvGrpSpPr/>
          <p:nvPr/>
        </p:nvGrpSpPr>
        <p:grpSpPr>
          <a:xfrm>
            <a:off x="6266525" y="3626788"/>
            <a:ext cx="260223" cy="353527"/>
            <a:chOff x="6266525" y="3807788"/>
            <a:chExt cx="260223" cy="353527"/>
          </a:xfrm>
        </p:grpSpPr>
        <p:sp>
          <p:nvSpPr>
            <p:cNvPr id="10112" name="Google Shape;10112;p10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0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0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0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6" name="Google Shape;10116;p10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7" name="Google Shape;10117;p100"/>
          <p:cNvGrpSpPr/>
          <p:nvPr/>
        </p:nvGrpSpPr>
        <p:grpSpPr>
          <a:xfrm>
            <a:off x="7184363" y="3628604"/>
            <a:ext cx="202184" cy="352762"/>
            <a:chOff x="7184363" y="3809604"/>
            <a:chExt cx="202184" cy="352762"/>
          </a:xfrm>
        </p:grpSpPr>
        <p:sp>
          <p:nvSpPr>
            <p:cNvPr id="10118" name="Google Shape;10118;p10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0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100"/>
          <p:cNvGrpSpPr/>
          <p:nvPr/>
        </p:nvGrpSpPr>
        <p:grpSpPr>
          <a:xfrm>
            <a:off x="7571624" y="3627935"/>
            <a:ext cx="292047" cy="352762"/>
            <a:chOff x="7571624" y="3808935"/>
            <a:chExt cx="292047" cy="352762"/>
          </a:xfrm>
        </p:grpSpPr>
        <p:sp>
          <p:nvSpPr>
            <p:cNvPr id="10121" name="Google Shape;10121;p10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0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0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0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0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0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100"/>
          <p:cNvGrpSpPr/>
          <p:nvPr/>
        </p:nvGrpSpPr>
        <p:grpSpPr>
          <a:xfrm>
            <a:off x="2174559" y="3175116"/>
            <a:ext cx="364135" cy="359930"/>
            <a:chOff x="2174559" y="3356116"/>
            <a:chExt cx="364135" cy="359930"/>
          </a:xfrm>
        </p:grpSpPr>
        <p:sp>
          <p:nvSpPr>
            <p:cNvPr id="10128" name="Google Shape;10128;p10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0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100"/>
          <p:cNvGrpSpPr/>
          <p:nvPr/>
        </p:nvGrpSpPr>
        <p:grpSpPr>
          <a:xfrm>
            <a:off x="1731934" y="3174639"/>
            <a:ext cx="368371" cy="361554"/>
            <a:chOff x="1731934" y="3355639"/>
            <a:chExt cx="368371" cy="361554"/>
          </a:xfrm>
        </p:grpSpPr>
        <p:sp>
          <p:nvSpPr>
            <p:cNvPr id="10131" name="Google Shape;10131;p10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0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100"/>
          <p:cNvGrpSpPr/>
          <p:nvPr/>
        </p:nvGrpSpPr>
        <p:grpSpPr>
          <a:xfrm>
            <a:off x="3990517" y="3173173"/>
            <a:ext cx="279559" cy="363402"/>
            <a:chOff x="3990517" y="3354173"/>
            <a:chExt cx="279559" cy="363402"/>
          </a:xfrm>
        </p:grpSpPr>
        <p:sp>
          <p:nvSpPr>
            <p:cNvPr id="10134" name="Google Shape;10134;p10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0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0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100"/>
          <p:cNvGrpSpPr/>
          <p:nvPr/>
        </p:nvGrpSpPr>
        <p:grpSpPr>
          <a:xfrm>
            <a:off x="3497847" y="3236374"/>
            <a:ext cx="379680" cy="237606"/>
            <a:chOff x="3497847" y="3417374"/>
            <a:chExt cx="379680" cy="237606"/>
          </a:xfrm>
        </p:grpSpPr>
        <p:sp>
          <p:nvSpPr>
            <p:cNvPr id="10138" name="Google Shape;10138;p10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0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0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0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100"/>
          <p:cNvGrpSpPr/>
          <p:nvPr/>
        </p:nvGrpSpPr>
        <p:grpSpPr>
          <a:xfrm>
            <a:off x="2612597" y="3186075"/>
            <a:ext cx="376271" cy="337982"/>
            <a:chOff x="2612597" y="3367075"/>
            <a:chExt cx="376271" cy="337982"/>
          </a:xfrm>
        </p:grpSpPr>
        <p:sp>
          <p:nvSpPr>
            <p:cNvPr id="10143" name="Google Shape;10143;p10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0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100"/>
          <p:cNvGrpSpPr/>
          <p:nvPr/>
        </p:nvGrpSpPr>
        <p:grpSpPr>
          <a:xfrm>
            <a:off x="3071914" y="3183431"/>
            <a:ext cx="343652" cy="342505"/>
            <a:chOff x="3071914" y="3364431"/>
            <a:chExt cx="343652" cy="342505"/>
          </a:xfrm>
        </p:grpSpPr>
        <p:sp>
          <p:nvSpPr>
            <p:cNvPr id="10146" name="Google Shape;10146;p10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0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0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0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0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100"/>
          <p:cNvGrpSpPr/>
          <p:nvPr/>
        </p:nvGrpSpPr>
        <p:grpSpPr>
          <a:xfrm>
            <a:off x="897141" y="3178875"/>
            <a:ext cx="257962" cy="352762"/>
            <a:chOff x="897141" y="3359875"/>
            <a:chExt cx="257962" cy="352762"/>
          </a:xfrm>
        </p:grpSpPr>
        <p:sp>
          <p:nvSpPr>
            <p:cNvPr id="10152" name="Google Shape;10152;p10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0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0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0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0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0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0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0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100"/>
          <p:cNvGrpSpPr/>
          <p:nvPr/>
        </p:nvGrpSpPr>
        <p:grpSpPr>
          <a:xfrm>
            <a:off x="1333682" y="3163330"/>
            <a:ext cx="271213" cy="383088"/>
            <a:chOff x="1333682" y="3344330"/>
            <a:chExt cx="271213" cy="383088"/>
          </a:xfrm>
        </p:grpSpPr>
        <p:sp>
          <p:nvSpPr>
            <p:cNvPr id="10161" name="Google Shape;10161;p10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0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0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0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0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0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0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0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0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0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0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100"/>
          <p:cNvGrpSpPr/>
          <p:nvPr/>
        </p:nvGrpSpPr>
        <p:grpSpPr>
          <a:xfrm>
            <a:off x="6664394" y="3165974"/>
            <a:ext cx="353113" cy="351998"/>
            <a:chOff x="6664394" y="3346974"/>
            <a:chExt cx="353113" cy="351998"/>
          </a:xfrm>
        </p:grpSpPr>
        <p:sp>
          <p:nvSpPr>
            <p:cNvPr id="10173" name="Google Shape;10173;p10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0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0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0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0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100"/>
          <p:cNvGrpSpPr/>
          <p:nvPr/>
        </p:nvGrpSpPr>
        <p:grpSpPr>
          <a:xfrm>
            <a:off x="849741" y="1778307"/>
            <a:ext cx="399398" cy="375443"/>
            <a:chOff x="849741" y="1959307"/>
            <a:chExt cx="399398" cy="375443"/>
          </a:xfrm>
        </p:grpSpPr>
        <p:sp>
          <p:nvSpPr>
            <p:cNvPr id="10179" name="Google Shape;10179;p10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0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100"/>
          <p:cNvGrpSpPr/>
          <p:nvPr/>
        </p:nvGrpSpPr>
        <p:grpSpPr>
          <a:xfrm>
            <a:off x="1284212" y="1782766"/>
            <a:ext cx="379489" cy="366046"/>
            <a:chOff x="1284212" y="1963766"/>
            <a:chExt cx="379489" cy="366046"/>
          </a:xfrm>
        </p:grpSpPr>
        <p:sp>
          <p:nvSpPr>
            <p:cNvPr id="10182" name="Google Shape;10182;p10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0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100"/>
          <p:cNvGrpSpPr/>
          <p:nvPr/>
        </p:nvGrpSpPr>
        <p:grpSpPr>
          <a:xfrm>
            <a:off x="3037766" y="1788564"/>
            <a:ext cx="370219" cy="354928"/>
            <a:chOff x="3037766" y="1969564"/>
            <a:chExt cx="370219" cy="354928"/>
          </a:xfrm>
        </p:grpSpPr>
        <p:sp>
          <p:nvSpPr>
            <p:cNvPr id="10185" name="Google Shape;10185;p10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0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0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0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100"/>
          <p:cNvGrpSpPr/>
          <p:nvPr/>
        </p:nvGrpSpPr>
        <p:grpSpPr>
          <a:xfrm>
            <a:off x="3982553" y="1790730"/>
            <a:ext cx="304566" cy="350501"/>
            <a:chOff x="3982553" y="1971730"/>
            <a:chExt cx="304566" cy="350501"/>
          </a:xfrm>
        </p:grpSpPr>
        <p:sp>
          <p:nvSpPr>
            <p:cNvPr id="10190" name="Google Shape;10190;p10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0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100"/>
          <p:cNvGrpSpPr/>
          <p:nvPr/>
        </p:nvGrpSpPr>
        <p:grpSpPr>
          <a:xfrm>
            <a:off x="2567841" y="1813124"/>
            <a:ext cx="399812" cy="306477"/>
            <a:chOff x="2567841" y="1994124"/>
            <a:chExt cx="399812" cy="306477"/>
          </a:xfrm>
        </p:grpSpPr>
        <p:sp>
          <p:nvSpPr>
            <p:cNvPr id="10193" name="Google Shape;10193;p10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0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0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100"/>
          <p:cNvGrpSpPr/>
          <p:nvPr/>
        </p:nvGrpSpPr>
        <p:grpSpPr>
          <a:xfrm>
            <a:off x="2212084" y="1779358"/>
            <a:ext cx="324698" cy="372863"/>
            <a:chOff x="2212084" y="1960358"/>
            <a:chExt cx="324698" cy="372863"/>
          </a:xfrm>
        </p:grpSpPr>
        <p:sp>
          <p:nvSpPr>
            <p:cNvPr id="10197" name="Google Shape;10197;p10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0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0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100"/>
          <p:cNvGrpSpPr/>
          <p:nvPr/>
        </p:nvGrpSpPr>
        <p:grpSpPr>
          <a:xfrm>
            <a:off x="1805901" y="1779358"/>
            <a:ext cx="284847" cy="373627"/>
            <a:chOff x="1805901" y="1960358"/>
            <a:chExt cx="284847" cy="373627"/>
          </a:xfrm>
        </p:grpSpPr>
        <p:sp>
          <p:nvSpPr>
            <p:cNvPr id="10201" name="Google Shape;10201;p10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0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3" name="Google Shape;10203;p10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0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0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6" name="Google Shape;10206;p100"/>
          <p:cNvGrpSpPr/>
          <p:nvPr/>
        </p:nvGrpSpPr>
        <p:grpSpPr>
          <a:xfrm>
            <a:off x="6656812" y="1848388"/>
            <a:ext cx="368690" cy="245793"/>
            <a:chOff x="6656812" y="2029388"/>
            <a:chExt cx="368690" cy="245793"/>
          </a:xfrm>
        </p:grpSpPr>
        <p:sp>
          <p:nvSpPr>
            <p:cNvPr id="10207" name="Google Shape;10207;p10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0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0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0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0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0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0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0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0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0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100"/>
          <p:cNvGrpSpPr/>
          <p:nvPr/>
        </p:nvGrpSpPr>
        <p:grpSpPr>
          <a:xfrm>
            <a:off x="4869651" y="1831218"/>
            <a:ext cx="376654" cy="281566"/>
            <a:chOff x="4869651" y="2012218"/>
            <a:chExt cx="376654" cy="281566"/>
          </a:xfrm>
        </p:grpSpPr>
        <p:sp>
          <p:nvSpPr>
            <p:cNvPr id="10218" name="Google Shape;10218;p10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0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0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0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100"/>
          <p:cNvGrpSpPr/>
          <p:nvPr/>
        </p:nvGrpSpPr>
        <p:grpSpPr>
          <a:xfrm>
            <a:off x="5306224" y="1831313"/>
            <a:ext cx="367925" cy="281694"/>
            <a:chOff x="5306224" y="2012313"/>
            <a:chExt cx="367925" cy="281694"/>
          </a:xfrm>
        </p:grpSpPr>
        <p:sp>
          <p:nvSpPr>
            <p:cNvPr id="10223" name="Google Shape;10223;p10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0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5" name="Google Shape;10225;p10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6" name="Google Shape;10226;p100"/>
          <p:cNvGrpSpPr/>
          <p:nvPr/>
        </p:nvGrpSpPr>
        <p:grpSpPr>
          <a:xfrm>
            <a:off x="6195998" y="1802102"/>
            <a:ext cx="368308" cy="338746"/>
            <a:chOff x="6195998" y="1983102"/>
            <a:chExt cx="368308" cy="338746"/>
          </a:xfrm>
        </p:grpSpPr>
        <p:sp>
          <p:nvSpPr>
            <p:cNvPr id="10227" name="Google Shape;10227;p10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0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0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100"/>
          <p:cNvGrpSpPr/>
          <p:nvPr/>
        </p:nvGrpSpPr>
        <p:grpSpPr>
          <a:xfrm>
            <a:off x="7542031" y="1830835"/>
            <a:ext cx="369072" cy="280037"/>
            <a:chOff x="7542031" y="2011835"/>
            <a:chExt cx="369072" cy="280037"/>
          </a:xfrm>
        </p:grpSpPr>
        <p:sp>
          <p:nvSpPr>
            <p:cNvPr id="10231" name="Google Shape;10231;p10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0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0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0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0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0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0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0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0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100"/>
          <p:cNvGrpSpPr/>
          <p:nvPr/>
        </p:nvGrpSpPr>
        <p:grpSpPr>
          <a:xfrm>
            <a:off x="8010427" y="3167503"/>
            <a:ext cx="278795" cy="351615"/>
            <a:chOff x="8010427" y="3348503"/>
            <a:chExt cx="278795" cy="351615"/>
          </a:xfrm>
        </p:grpSpPr>
        <p:sp>
          <p:nvSpPr>
            <p:cNvPr id="10241" name="Google Shape;10241;p10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0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0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0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5" name="Google Shape;10245;p10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6" name="Google Shape;10246;p100"/>
          <p:cNvGrpSpPr/>
          <p:nvPr/>
        </p:nvGrpSpPr>
        <p:grpSpPr>
          <a:xfrm>
            <a:off x="7141900" y="3168204"/>
            <a:ext cx="281057" cy="351010"/>
            <a:chOff x="7141900" y="3349204"/>
            <a:chExt cx="281057" cy="351010"/>
          </a:xfrm>
        </p:grpSpPr>
        <p:sp>
          <p:nvSpPr>
            <p:cNvPr id="10247" name="Google Shape;10247;p10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0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0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100"/>
          <p:cNvGrpSpPr/>
          <p:nvPr/>
        </p:nvGrpSpPr>
        <p:grpSpPr>
          <a:xfrm>
            <a:off x="5314188" y="3169032"/>
            <a:ext cx="363752" cy="353113"/>
            <a:chOff x="5314188" y="3350032"/>
            <a:chExt cx="363752" cy="353113"/>
          </a:xfrm>
        </p:grpSpPr>
        <p:sp>
          <p:nvSpPr>
            <p:cNvPr id="10251" name="Google Shape;10251;p10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0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100"/>
          <p:cNvGrpSpPr/>
          <p:nvPr/>
        </p:nvGrpSpPr>
        <p:grpSpPr>
          <a:xfrm>
            <a:off x="5829984" y="3169032"/>
            <a:ext cx="220755" cy="352348"/>
            <a:chOff x="5829984" y="3350032"/>
            <a:chExt cx="220755" cy="352348"/>
          </a:xfrm>
        </p:grpSpPr>
        <p:sp>
          <p:nvSpPr>
            <p:cNvPr id="10254" name="Google Shape;10254;p10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0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0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0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100"/>
          <p:cNvGrpSpPr/>
          <p:nvPr/>
        </p:nvGrpSpPr>
        <p:grpSpPr>
          <a:xfrm>
            <a:off x="4882170" y="3168841"/>
            <a:ext cx="358464" cy="352316"/>
            <a:chOff x="4882170" y="3349841"/>
            <a:chExt cx="358464" cy="352316"/>
          </a:xfrm>
        </p:grpSpPr>
        <p:sp>
          <p:nvSpPr>
            <p:cNvPr id="10259" name="Google Shape;10259;p10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0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10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0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3" name="Google Shape;10263;p100"/>
          <p:cNvGrpSpPr/>
          <p:nvPr/>
        </p:nvGrpSpPr>
        <p:grpSpPr>
          <a:xfrm>
            <a:off x="3044965" y="2254220"/>
            <a:ext cx="400194" cy="324316"/>
            <a:chOff x="3044965" y="2435220"/>
            <a:chExt cx="400194" cy="324316"/>
          </a:xfrm>
        </p:grpSpPr>
        <p:sp>
          <p:nvSpPr>
            <p:cNvPr id="10264" name="Google Shape;10264;p10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0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0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100"/>
          <p:cNvGrpSpPr/>
          <p:nvPr/>
        </p:nvGrpSpPr>
        <p:grpSpPr>
          <a:xfrm>
            <a:off x="6203579" y="3167981"/>
            <a:ext cx="351615" cy="350373"/>
            <a:chOff x="6203579" y="3348981"/>
            <a:chExt cx="351615" cy="350373"/>
          </a:xfrm>
        </p:grpSpPr>
        <p:sp>
          <p:nvSpPr>
            <p:cNvPr id="10268" name="Google Shape;10268;p10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0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0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0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0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100"/>
          <p:cNvGrpSpPr/>
          <p:nvPr/>
        </p:nvGrpSpPr>
        <p:grpSpPr>
          <a:xfrm>
            <a:off x="4878379" y="2292892"/>
            <a:ext cx="367161" cy="287523"/>
            <a:chOff x="4878379" y="2473892"/>
            <a:chExt cx="367161" cy="287523"/>
          </a:xfrm>
        </p:grpSpPr>
        <p:sp>
          <p:nvSpPr>
            <p:cNvPr id="10274" name="Google Shape;10274;p10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0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0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0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0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100"/>
          <p:cNvGrpSpPr/>
          <p:nvPr/>
        </p:nvGrpSpPr>
        <p:grpSpPr>
          <a:xfrm>
            <a:off x="1325719" y="2706689"/>
            <a:ext cx="290581" cy="372481"/>
            <a:chOff x="1325719" y="2887689"/>
            <a:chExt cx="290581" cy="372481"/>
          </a:xfrm>
        </p:grpSpPr>
        <p:sp>
          <p:nvSpPr>
            <p:cNvPr id="10280" name="Google Shape;10280;p10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0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2" name="Google Shape;10282;p10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3" name="Google Shape;10283;p100"/>
          <p:cNvGrpSpPr/>
          <p:nvPr/>
        </p:nvGrpSpPr>
        <p:grpSpPr>
          <a:xfrm>
            <a:off x="3510335" y="2711499"/>
            <a:ext cx="360726" cy="361204"/>
            <a:chOff x="3510335" y="2892499"/>
            <a:chExt cx="360726" cy="361204"/>
          </a:xfrm>
        </p:grpSpPr>
        <p:sp>
          <p:nvSpPr>
            <p:cNvPr id="10284" name="Google Shape;10284;p10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0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0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0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0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100"/>
          <p:cNvGrpSpPr/>
          <p:nvPr/>
        </p:nvGrpSpPr>
        <p:grpSpPr>
          <a:xfrm>
            <a:off x="3086313" y="2696049"/>
            <a:ext cx="320143" cy="392581"/>
            <a:chOff x="3086313" y="2877049"/>
            <a:chExt cx="320143" cy="392581"/>
          </a:xfrm>
        </p:grpSpPr>
        <p:sp>
          <p:nvSpPr>
            <p:cNvPr id="10290" name="Google Shape;10290;p10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0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0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0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0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0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0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0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0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0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0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0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2" name="Google Shape;10302;p10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100"/>
          <p:cNvGrpSpPr/>
          <p:nvPr/>
        </p:nvGrpSpPr>
        <p:grpSpPr>
          <a:xfrm>
            <a:off x="861113" y="2704746"/>
            <a:ext cx="333809" cy="373277"/>
            <a:chOff x="861113" y="2885746"/>
            <a:chExt cx="333809" cy="373277"/>
          </a:xfrm>
        </p:grpSpPr>
        <p:sp>
          <p:nvSpPr>
            <p:cNvPr id="10304" name="Google Shape;10304;p10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0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0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10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0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9" name="Google Shape;10309;p100"/>
          <p:cNvGrpSpPr/>
          <p:nvPr/>
        </p:nvGrpSpPr>
        <p:grpSpPr>
          <a:xfrm>
            <a:off x="1297654" y="1323481"/>
            <a:ext cx="349354" cy="362223"/>
            <a:chOff x="1297654" y="1504481"/>
            <a:chExt cx="349354" cy="362223"/>
          </a:xfrm>
        </p:grpSpPr>
        <p:sp>
          <p:nvSpPr>
            <p:cNvPr id="10310" name="Google Shape;10310;p10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0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0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3" name="Google Shape;10313;p10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4" name="Google Shape;10314;p100"/>
          <p:cNvGrpSpPr/>
          <p:nvPr/>
        </p:nvGrpSpPr>
        <p:grpSpPr>
          <a:xfrm>
            <a:off x="852385" y="1329916"/>
            <a:ext cx="353145" cy="351998"/>
            <a:chOff x="852385" y="1510916"/>
            <a:chExt cx="353145" cy="351998"/>
          </a:xfrm>
        </p:grpSpPr>
        <p:sp>
          <p:nvSpPr>
            <p:cNvPr id="10315" name="Google Shape;10315;p10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0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0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100"/>
          <p:cNvGrpSpPr/>
          <p:nvPr/>
        </p:nvGrpSpPr>
        <p:grpSpPr>
          <a:xfrm>
            <a:off x="1745217" y="1334471"/>
            <a:ext cx="343269" cy="342505"/>
            <a:chOff x="1745217" y="1515471"/>
            <a:chExt cx="343269" cy="342505"/>
          </a:xfrm>
        </p:grpSpPr>
        <p:sp>
          <p:nvSpPr>
            <p:cNvPr id="10319" name="Google Shape;10319;p10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0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0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0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3" name="Google Shape;10323;p10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4" name="Google Shape;10324;p100"/>
          <p:cNvGrpSpPr/>
          <p:nvPr/>
        </p:nvGrpSpPr>
        <p:grpSpPr>
          <a:xfrm>
            <a:off x="3042703" y="1348137"/>
            <a:ext cx="411535" cy="315587"/>
            <a:chOff x="3042703" y="1529137"/>
            <a:chExt cx="411535" cy="315587"/>
          </a:xfrm>
        </p:grpSpPr>
        <p:sp>
          <p:nvSpPr>
            <p:cNvPr id="10325" name="Google Shape;10325;p10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0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0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0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0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0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0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0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0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0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100"/>
          <p:cNvGrpSpPr/>
          <p:nvPr/>
        </p:nvGrpSpPr>
        <p:grpSpPr>
          <a:xfrm>
            <a:off x="2629289" y="1363682"/>
            <a:ext cx="350501" cy="284497"/>
            <a:chOff x="2629289" y="1544682"/>
            <a:chExt cx="350501" cy="284497"/>
          </a:xfrm>
        </p:grpSpPr>
        <p:sp>
          <p:nvSpPr>
            <p:cNvPr id="10336" name="Google Shape;10336;p10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0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0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0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0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100"/>
          <p:cNvGrpSpPr/>
          <p:nvPr/>
        </p:nvGrpSpPr>
        <p:grpSpPr>
          <a:xfrm>
            <a:off x="5305077" y="1321633"/>
            <a:ext cx="367893" cy="365218"/>
            <a:chOff x="5305077" y="1502633"/>
            <a:chExt cx="367893" cy="365218"/>
          </a:xfrm>
        </p:grpSpPr>
        <p:sp>
          <p:nvSpPr>
            <p:cNvPr id="10342" name="Google Shape;10342;p10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0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100"/>
          <p:cNvGrpSpPr/>
          <p:nvPr/>
        </p:nvGrpSpPr>
        <p:grpSpPr>
          <a:xfrm>
            <a:off x="7100170" y="1319117"/>
            <a:ext cx="368308" cy="367033"/>
            <a:chOff x="7100170" y="1500117"/>
            <a:chExt cx="368308" cy="367033"/>
          </a:xfrm>
        </p:grpSpPr>
        <p:sp>
          <p:nvSpPr>
            <p:cNvPr id="10345" name="Google Shape;10345;p10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0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0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0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0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0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0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0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0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0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0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0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0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8" name="Google Shape;10358;p10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9" name="Google Shape;10359;p100"/>
          <p:cNvGrpSpPr/>
          <p:nvPr/>
        </p:nvGrpSpPr>
        <p:grpSpPr>
          <a:xfrm>
            <a:off x="6649231" y="1319021"/>
            <a:ext cx="390287" cy="367065"/>
            <a:chOff x="6649231" y="1500021"/>
            <a:chExt cx="390287" cy="367065"/>
          </a:xfrm>
        </p:grpSpPr>
        <p:sp>
          <p:nvSpPr>
            <p:cNvPr id="10360" name="Google Shape;10360;p10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0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0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0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0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0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0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0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0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0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0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0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100"/>
          <p:cNvGrpSpPr/>
          <p:nvPr/>
        </p:nvGrpSpPr>
        <p:grpSpPr>
          <a:xfrm>
            <a:off x="5746938" y="1362503"/>
            <a:ext cx="387261" cy="280356"/>
            <a:chOff x="5746938" y="1543503"/>
            <a:chExt cx="387261" cy="280356"/>
          </a:xfrm>
        </p:grpSpPr>
        <p:sp>
          <p:nvSpPr>
            <p:cNvPr id="10373" name="Google Shape;10373;p10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0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100"/>
          <p:cNvGrpSpPr/>
          <p:nvPr/>
        </p:nvGrpSpPr>
        <p:grpSpPr>
          <a:xfrm>
            <a:off x="6196730" y="1344346"/>
            <a:ext cx="369072" cy="317467"/>
            <a:chOff x="6196730" y="1525346"/>
            <a:chExt cx="369072" cy="317467"/>
          </a:xfrm>
        </p:grpSpPr>
        <p:sp>
          <p:nvSpPr>
            <p:cNvPr id="10376" name="Google Shape;10376;p10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0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0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100"/>
          <p:cNvGrpSpPr/>
          <p:nvPr/>
        </p:nvGrpSpPr>
        <p:grpSpPr>
          <a:xfrm>
            <a:off x="4940592" y="1319690"/>
            <a:ext cx="246558" cy="367161"/>
            <a:chOff x="4940592" y="1500690"/>
            <a:chExt cx="246558" cy="367161"/>
          </a:xfrm>
        </p:grpSpPr>
        <p:sp>
          <p:nvSpPr>
            <p:cNvPr id="10380" name="Google Shape;10380;p10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0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0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0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100"/>
          <p:cNvGrpSpPr/>
          <p:nvPr/>
        </p:nvGrpSpPr>
        <p:grpSpPr>
          <a:xfrm>
            <a:off x="7964906" y="1318894"/>
            <a:ext cx="380858" cy="367575"/>
            <a:chOff x="7964906" y="1499894"/>
            <a:chExt cx="380858" cy="367575"/>
          </a:xfrm>
        </p:grpSpPr>
        <p:sp>
          <p:nvSpPr>
            <p:cNvPr id="10385" name="Google Shape;10385;p10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0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0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8" name="Google Shape;10388;p10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9" name="Google Shape;10389;p100"/>
          <p:cNvGrpSpPr/>
          <p:nvPr/>
        </p:nvGrpSpPr>
        <p:grpSpPr>
          <a:xfrm>
            <a:off x="8007400" y="2721278"/>
            <a:ext cx="285230" cy="355597"/>
            <a:chOff x="8007400" y="2902278"/>
            <a:chExt cx="285230" cy="355597"/>
          </a:xfrm>
        </p:grpSpPr>
        <p:sp>
          <p:nvSpPr>
            <p:cNvPr id="10390" name="Google Shape;10390;p10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0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100"/>
          <p:cNvGrpSpPr/>
          <p:nvPr/>
        </p:nvGrpSpPr>
        <p:grpSpPr>
          <a:xfrm>
            <a:off x="6219124" y="2721788"/>
            <a:ext cx="318231" cy="355470"/>
            <a:chOff x="6219124" y="2902788"/>
            <a:chExt cx="318231" cy="355470"/>
          </a:xfrm>
        </p:grpSpPr>
        <p:sp>
          <p:nvSpPr>
            <p:cNvPr id="10393" name="Google Shape;10393;p10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0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0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100"/>
          <p:cNvGrpSpPr/>
          <p:nvPr/>
        </p:nvGrpSpPr>
        <p:grpSpPr>
          <a:xfrm>
            <a:off x="4969421" y="2721852"/>
            <a:ext cx="185109" cy="355406"/>
            <a:chOff x="4969421" y="2902852"/>
            <a:chExt cx="185109" cy="355406"/>
          </a:xfrm>
        </p:grpSpPr>
        <p:sp>
          <p:nvSpPr>
            <p:cNvPr id="10397" name="Google Shape;10397;p10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0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0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0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0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0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3" name="Google Shape;10403;p10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0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5" name="Google Shape;10405;p100"/>
          <p:cNvGrpSpPr/>
          <p:nvPr/>
        </p:nvGrpSpPr>
        <p:grpSpPr>
          <a:xfrm>
            <a:off x="6685259" y="2721852"/>
            <a:ext cx="311414" cy="355406"/>
            <a:chOff x="6685259" y="2902852"/>
            <a:chExt cx="311414" cy="355406"/>
          </a:xfrm>
        </p:grpSpPr>
        <p:sp>
          <p:nvSpPr>
            <p:cNvPr id="10406" name="Google Shape;10406;p10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0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0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100"/>
          <p:cNvGrpSpPr/>
          <p:nvPr/>
        </p:nvGrpSpPr>
        <p:grpSpPr>
          <a:xfrm>
            <a:off x="5309250" y="2722170"/>
            <a:ext cx="359579" cy="355852"/>
            <a:chOff x="5309250" y="2903170"/>
            <a:chExt cx="359579" cy="355852"/>
          </a:xfrm>
        </p:grpSpPr>
        <p:sp>
          <p:nvSpPr>
            <p:cNvPr id="10410" name="Google Shape;10410;p10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0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0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100"/>
          <p:cNvGrpSpPr/>
          <p:nvPr/>
        </p:nvGrpSpPr>
        <p:grpSpPr>
          <a:xfrm>
            <a:off x="2199565" y="2240172"/>
            <a:ext cx="312179" cy="353431"/>
            <a:chOff x="2199565" y="2421172"/>
            <a:chExt cx="312179" cy="353431"/>
          </a:xfrm>
        </p:grpSpPr>
        <p:sp>
          <p:nvSpPr>
            <p:cNvPr id="10414" name="Google Shape;10414;p10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0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100"/>
          <p:cNvGrpSpPr/>
          <p:nvPr/>
        </p:nvGrpSpPr>
        <p:grpSpPr>
          <a:xfrm>
            <a:off x="1750887" y="2244727"/>
            <a:ext cx="320143" cy="343269"/>
            <a:chOff x="1750887" y="2425727"/>
            <a:chExt cx="320143" cy="343269"/>
          </a:xfrm>
        </p:grpSpPr>
        <p:sp>
          <p:nvSpPr>
            <p:cNvPr id="10417" name="Google Shape;10417;p10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0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100"/>
          <p:cNvGrpSpPr/>
          <p:nvPr/>
        </p:nvGrpSpPr>
        <p:grpSpPr>
          <a:xfrm>
            <a:off x="1298037" y="2244727"/>
            <a:ext cx="338364" cy="342887"/>
            <a:chOff x="1298037" y="2425727"/>
            <a:chExt cx="338364" cy="342887"/>
          </a:xfrm>
        </p:grpSpPr>
        <p:sp>
          <p:nvSpPr>
            <p:cNvPr id="10420" name="Google Shape;10420;p10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0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0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0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4" name="Google Shape;10424;p10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5" name="Google Shape;10425;p100"/>
          <p:cNvGrpSpPr/>
          <p:nvPr/>
        </p:nvGrpSpPr>
        <p:grpSpPr>
          <a:xfrm>
            <a:off x="3974207" y="2248009"/>
            <a:ext cx="320143" cy="338491"/>
            <a:chOff x="3974207" y="2429009"/>
            <a:chExt cx="320143" cy="338491"/>
          </a:xfrm>
        </p:grpSpPr>
        <p:sp>
          <p:nvSpPr>
            <p:cNvPr id="10426" name="Google Shape;10426;p10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0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100"/>
          <p:cNvGrpSpPr/>
          <p:nvPr/>
        </p:nvGrpSpPr>
        <p:grpSpPr>
          <a:xfrm>
            <a:off x="2623237" y="2250047"/>
            <a:ext cx="355024" cy="332630"/>
            <a:chOff x="2623237" y="2431047"/>
            <a:chExt cx="355024" cy="332630"/>
          </a:xfrm>
        </p:grpSpPr>
        <p:sp>
          <p:nvSpPr>
            <p:cNvPr id="10429" name="Google Shape;10429;p10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0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0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0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100"/>
          <p:cNvGrpSpPr/>
          <p:nvPr/>
        </p:nvGrpSpPr>
        <p:grpSpPr>
          <a:xfrm>
            <a:off x="6657194" y="2253073"/>
            <a:ext cx="375507" cy="367925"/>
            <a:chOff x="6657194" y="2434073"/>
            <a:chExt cx="375507" cy="367925"/>
          </a:xfrm>
        </p:grpSpPr>
        <p:sp>
          <p:nvSpPr>
            <p:cNvPr id="10434" name="Google Shape;10434;p10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0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0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100"/>
          <p:cNvGrpSpPr/>
          <p:nvPr/>
        </p:nvGrpSpPr>
        <p:grpSpPr>
          <a:xfrm>
            <a:off x="7101317" y="2260655"/>
            <a:ext cx="367925" cy="352380"/>
            <a:chOff x="7101317" y="2441655"/>
            <a:chExt cx="367925" cy="352380"/>
          </a:xfrm>
        </p:grpSpPr>
        <p:sp>
          <p:nvSpPr>
            <p:cNvPr id="10438" name="Google Shape;10438;p10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0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100"/>
          <p:cNvGrpSpPr/>
          <p:nvPr/>
        </p:nvGrpSpPr>
        <p:grpSpPr>
          <a:xfrm>
            <a:off x="5756399" y="2253456"/>
            <a:ext cx="367925" cy="367161"/>
            <a:chOff x="5756399" y="2434456"/>
            <a:chExt cx="367925" cy="367161"/>
          </a:xfrm>
        </p:grpSpPr>
        <p:sp>
          <p:nvSpPr>
            <p:cNvPr id="10441" name="Google Shape;10441;p10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0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0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0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0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0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0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8" name="Google Shape;10448;p10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0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0" name="Google Shape;10450;p100"/>
          <p:cNvGrpSpPr/>
          <p:nvPr/>
        </p:nvGrpSpPr>
        <p:grpSpPr>
          <a:xfrm>
            <a:off x="7964906" y="2253073"/>
            <a:ext cx="373627" cy="367925"/>
            <a:chOff x="7964906" y="2434073"/>
            <a:chExt cx="373627" cy="367925"/>
          </a:xfrm>
        </p:grpSpPr>
        <p:sp>
          <p:nvSpPr>
            <p:cNvPr id="10451" name="Google Shape;10451;p10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0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100"/>
          <p:cNvGrpSpPr/>
          <p:nvPr/>
        </p:nvGrpSpPr>
        <p:grpSpPr>
          <a:xfrm>
            <a:off x="6194086" y="2256737"/>
            <a:ext cx="369837" cy="360471"/>
            <a:chOff x="6194086" y="2437737"/>
            <a:chExt cx="369837" cy="360471"/>
          </a:xfrm>
        </p:grpSpPr>
        <p:sp>
          <p:nvSpPr>
            <p:cNvPr id="10454" name="Google Shape;10454;p10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0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100"/>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457" name="Google Shape;10457;p100"/>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61" name="Shape 10461"/>
        <p:cNvGrpSpPr/>
        <p:nvPr/>
      </p:nvGrpSpPr>
      <p:grpSpPr>
        <a:xfrm>
          <a:off x="0" y="0"/>
          <a:ext cx="0" cy="0"/>
          <a:chOff x="0" y="0"/>
          <a:chExt cx="0" cy="0"/>
        </a:xfrm>
      </p:grpSpPr>
      <p:grpSp>
        <p:nvGrpSpPr>
          <p:cNvPr id="10462" name="Google Shape;10462;p101"/>
          <p:cNvGrpSpPr/>
          <p:nvPr/>
        </p:nvGrpSpPr>
        <p:grpSpPr>
          <a:xfrm>
            <a:off x="3122257" y="1334344"/>
            <a:ext cx="294850" cy="349434"/>
            <a:chOff x="3122257" y="1508594"/>
            <a:chExt cx="294850" cy="349434"/>
          </a:xfrm>
        </p:grpSpPr>
        <p:sp>
          <p:nvSpPr>
            <p:cNvPr id="10463" name="Google Shape;10463;p10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0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0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0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0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101"/>
          <p:cNvGrpSpPr/>
          <p:nvPr/>
        </p:nvGrpSpPr>
        <p:grpSpPr>
          <a:xfrm>
            <a:off x="910723" y="1333962"/>
            <a:ext cx="251660" cy="350166"/>
            <a:chOff x="910723" y="1508212"/>
            <a:chExt cx="251660" cy="350166"/>
          </a:xfrm>
        </p:grpSpPr>
        <p:sp>
          <p:nvSpPr>
            <p:cNvPr id="10469" name="Google Shape;10469;p10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0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0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0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0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0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0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0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0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0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0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0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0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0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0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0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0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101"/>
          <p:cNvGrpSpPr/>
          <p:nvPr/>
        </p:nvGrpSpPr>
        <p:grpSpPr>
          <a:xfrm>
            <a:off x="1308631" y="1333580"/>
            <a:ext cx="350166" cy="350198"/>
            <a:chOff x="1308631" y="1507830"/>
            <a:chExt cx="350166" cy="350198"/>
          </a:xfrm>
        </p:grpSpPr>
        <p:sp>
          <p:nvSpPr>
            <p:cNvPr id="10487" name="Google Shape;10487;p10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0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0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0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101"/>
          <p:cNvGrpSpPr/>
          <p:nvPr/>
        </p:nvGrpSpPr>
        <p:grpSpPr>
          <a:xfrm>
            <a:off x="1756921" y="1335489"/>
            <a:ext cx="345997" cy="345997"/>
            <a:chOff x="1756921" y="1509739"/>
            <a:chExt cx="345997" cy="345997"/>
          </a:xfrm>
        </p:grpSpPr>
        <p:sp>
          <p:nvSpPr>
            <p:cNvPr id="10492" name="Google Shape;10492;p10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0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0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0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0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0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0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0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0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0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0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0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0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0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0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0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0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101"/>
          <p:cNvGrpSpPr/>
          <p:nvPr/>
        </p:nvGrpSpPr>
        <p:grpSpPr>
          <a:xfrm>
            <a:off x="2216956" y="1336253"/>
            <a:ext cx="318721" cy="345615"/>
            <a:chOff x="2216956" y="1510503"/>
            <a:chExt cx="318721" cy="345615"/>
          </a:xfrm>
        </p:grpSpPr>
        <p:sp>
          <p:nvSpPr>
            <p:cNvPr id="10510" name="Google Shape;10510;p10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0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0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0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0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101"/>
          <p:cNvGrpSpPr/>
          <p:nvPr/>
        </p:nvGrpSpPr>
        <p:grpSpPr>
          <a:xfrm>
            <a:off x="3988156" y="1394211"/>
            <a:ext cx="349052" cy="230049"/>
            <a:chOff x="3988156" y="1568461"/>
            <a:chExt cx="349052" cy="230049"/>
          </a:xfrm>
        </p:grpSpPr>
        <p:sp>
          <p:nvSpPr>
            <p:cNvPr id="10516" name="Google Shape;10516;p10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0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0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0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0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0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0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101"/>
          <p:cNvGrpSpPr/>
          <p:nvPr/>
        </p:nvGrpSpPr>
        <p:grpSpPr>
          <a:xfrm>
            <a:off x="2633037" y="1325623"/>
            <a:ext cx="379002" cy="366112"/>
            <a:chOff x="2633037" y="1499873"/>
            <a:chExt cx="379002" cy="366112"/>
          </a:xfrm>
        </p:grpSpPr>
        <p:sp>
          <p:nvSpPr>
            <p:cNvPr id="10524" name="Google Shape;10524;p10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0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0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0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0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0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101"/>
          <p:cNvGrpSpPr/>
          <p:nvPr/>
        </p:nvGrpSpPr>
        <p:grpSpPr>
          <a:xfrm>
            <a:off x="6675256" y="1341919"/>
            <a:ext cx="327823" cy="357009"/>
            <a:chOff x="6675256" y="1516169"/>
            <a:chExt cx="327823" cy="357009"/>
          </a:xfrm>
        </p:grpSpPr>
        <p:sp>
          <p:nvSpPr>
            <p:cNvPr id="10531" name="Google Shape;10531;p10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0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0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0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0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0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0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0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0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101"/>
          <p:cNvGrpSpPr/>
          <p:nvPr/>
        </p:nvGrpSpPr>
        <p:grpSpPr>
          <a:xfrm>
            <a:off x="8020159" y="1342301"/>
            <a:ext cx="300897" cy="356627"/>
            <a:chOff x="8020159" y="1516551"/>
            <a:chExt cx="300897" cy="356627"/>
          </a:xfrm>
        </p:grpSpPr>
        <p:sp>
          <p:nvSpPr>
            <p:cNvPr id="10541" name="Google Shape;10541;p10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0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0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0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0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101"/>
          <p:cNvGrpSpPr/>
          <p:nvPr/>
        </p:nvGrpSpPr>
        <p:grpSpPr>
          <a:xfrm>
            <a:off x="5377363" y="1341919"/>
            <a:ext cx="257357" cy="356627"/>
            <a:chOff x="5377363" y="1516169"/>
            <a:chExt cx="257357" cy="356627"/>
          </a:xfrm>
        </p:grpSpPr>
        <p:sp>
          <p:nvSpPr>
            <p:cNvPr id="10547" name="Google Shape;10547;p10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0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0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0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0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0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0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0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0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0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0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0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0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0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0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0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0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101"/>
          <p:cNvGrpSpPr/>
          <p:nvPr/>
        </p:nvGrpSpPr>
        <p:grpSpPr>
          <a:xfrm>
            <a:off x="4880567" y="1361620"/>
            <a:ext cx="356245" cy="317607"/>
            <a:chOff x="4880567" y="1535870"/>
            <a:chExt cx="356245" cy="317607"/>
          </a:xfrm>
        </p:grpSpPr>
        <p:sp>
          <p:nvSpPr>
            <p:cNvPr id="10565" name="Google Shape;10565;p10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0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0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0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0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101"/>
          <p:cNvGrpSpPr/>
          <p:nvPr/>
        </p:nvGrpSpPr>
        <p:grpSpPr>
          <a:xfrm>
            <a:off x="5771483" y="1341537"/>
            <a:ext cx="357359" cy="357391"/>
            <a:chOff x="5771483" y="1515787"/>
            <a:chExt cx="357359" cy="357391"/>
          </a:xfrm>
        </p:grpSpPr>
        <p:sp>
          <p:nvSpPr>
            <p:cNvPr id="10571" name="Google Shape;10571;p10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0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0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0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01"/>
          <p:cNvGrpSpPr/>
          <p:nvPr/>
        </p:nvGrpSpPr>
        <p:grpSpPr>
          <a:xfrm>
            <a:off x="7121669" y="1359360"/>
            <a:ext cx="321362" cy="321362"/>
            <a:chOff x="7121669" y="1533610"/>
            <a:chExt cx="321362" cy="321362"/>
          </a:xfrm>
        </p:grpSpPr>
        <p:sp>
          <p:nvSpPr>
            <p:cNvPr id="10576" name="Google Shape;10576;p10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0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0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0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101"/>
          <p:cNvGrpSpPr/>
          <p:nvPr/>
        </p:nvGrpSpPr>
        <p:grpSpPr>
          <a:xfrm>
            <a:off x="7562766" y="1340614"/>
            <a:ext cx="327059" cy="360192"/>
            <a:chOff x="7562766" y="1514864"/>
            <a:chExt cx="327059" cy="360192"/>
          </a:xfrm>
        </p:grpSpPr>
        <p:sp>
          <p:nvSpPr>
            <p:cNvPr id="10581" name="Google Shape;10581;p10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0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0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0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101"/>
          <p:cNvGrpSpPr/>
          <p:nvPr/>
        </p:nvGrpSpPr>
        <p:grpSpPr>
          <a:xfrm>
            <a:off x="6221229" y="1324423"/>
            <a:ext cx="361636" cy="362183"/>
            <a:chOff x="6259175" y="1559008"/>
            <a:chExt cx="271743" cy="272093"/>
          </a:xfrm>
        </p:grpSpPr>
        <p:sp>
          <p:nvSpPr>
            <p:cNvPr id="10586" name="Google Shape;10586;p10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0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0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0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0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0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0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0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0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0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0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0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0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0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0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0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0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101"/>
          <p:cNvGrpSpPr/>
          <p:nvPr/>
        </p:nvGrpSpPr>
        <p:grpSpPr>
          <a:xfrm>
            <a:off x="6671087" y="1835054"/>
            <a:ext cx="332757" cy="281833"/>
            <a:chOff x="6671087" y="2009304"/>
            <a:chExt cx="332757" cy="281833"/>
          </a:xfrm>
        </p:grpSpPr>
        <p:sp>
          <p:nvSpPr>
            <p:cNvPr id="10604" name="Google Shape;10604;p10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0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6" name="Google Shape;10606;p10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7" name="Google Shape;10607;p101"/>
          <p:cNvGrpSpPr/>
          <p:nvPr/>
        </p:nvGrpSpPr>
        <p:grpSpPr>
          <a:xfrm>
            <a:off x="2201806" y="1802335"/>
            <a:ext cx="349784" cy="349434"/>
            <a:chOff x="2201806" y="1976585"/>
            <a:chExt cx="349784" cy="349434"/>
          </a:xfrm>
        </p:grpSpPr>
        <p:sp>
          <p:nvSpPr>
            <p:cNvPr id="10608" name="Google Shape;10608;p10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0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0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0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101"/>
          <p:cNvGrpSpPr/>
          <p:nvPr/>
        </p:nvGrpSpPr>
        <p:grpSpPr>
          <a:xfrm>
            <a:off x="3094217" y="1802335"/>
            <a:ext cx="350198" cy="350548"/>
            <a:chOff x="3094217" y="1976585"/>
            <a:chExt cx="350198" cy="350548"/>
          </a:xfrm>
        </p:grpSpPr>
        <p:sp>
          <p:nvSpPr>
            <p:cNvPr id="10613" name="Google Shape;10613;p10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0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0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0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0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0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0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0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0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0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0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0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0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6" name="Google Shape;10626;p10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7" name="Google Shape;10627;p101"/>
          <p:cNvGrpSpPr/>
          <p:nvPr/>
        </p:nvGrpSpPr>
        <p:grpSpPr>
          <a:xfrm>
            <a:off x="3979435" y="1802335"/>
            <a:ext cx="345265" cy="349848"/>
            <a:chOff x="3979435" y="1976585"/>
            <a:chExt cx="345265" cy="349848"/>
          </a:xfrm>
        </p:grpSpPr>
        <p:sp>
          <p:nvSpPr>
            <p:cNvPr id="10628" name="Google Shape;10628;p10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0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0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0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0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0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0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0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0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0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0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0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0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0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0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0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0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101"/>
          <p:cNvGrpSpPr/>
          <p:nvPr/>
        </p:nvGrpSpPr>
        <p:grpSpPr>
          <a:xfrm>
            <a:off x="3541011" y="1334344"/>
            <a:ext cx="350166" cy="349434"/>
            <a:chOff x="3541011" y="1508594"/>
            <a:chExt cx="350166" cy="349434"/>
          </a:xfrm>
        </p:grpSpPr>
        <p:sp>
          <p:nvSpPr>
            <p:cNvPr id="10646" name="Google Shape;10646;p10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0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0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0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0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0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0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0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0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0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0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0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0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101"/>
          <p:cNvGrpSpPr/>
          <p:nvPr/>
        </p:nvGrpSpPr>
        <p:grpSpPr>
          <a:xfrm>
            <a:off x="3576626" y="1801571"/>
            <a:ext cx="284251" cy="351694"/>
            <a:chOff x="3576626" y="1975821"/>
            <a:chExt cx="284251" cy="351694"/>
          </a:xfrm>
        </p:grpSpPr>
        <p:sp>
          <p:nvSpPr>
            <p:cNvPr id="10660" name="Google Shape;10660;p10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0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0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101"/>
          <p:cNvGrpSpPr/>
          <p:nvPr/>
        </p:nvGrpSpPr>
        <p:grpSpPr>
          <a:xfrm>
            <a:off x="2722090" y="2715912"/>
            <a:ext cx="238770" cy="371841"/>
            <a:chOff x="2722090" y="2890162"/>
            <a:chExt cx="238770" cy="371841"/>
          </a:xfrm>
        </p:grpSpPr>
        <p:sp>
          <p:nvSpPr>
            <p:cNvPr id="10664" name="Google Shape;10664;p10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0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0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7" name="Google Shape;10667;p10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8" name="Google Shape;10668;p101"/>
          <p:cNvGrpSpPr/>
          <p:nvPr/>
        </p:nvGrpSpPr>
        <p:grpSpPr>
          <a:xfrm>
            <a:off x="6216367" y="1795906"/>
            <a:ext cx="361147" cy="361147"/>
            <a:chOff x="6216367" y="1970156"/>
            <a:chExt cx="361147" cy="361147"/>
          </a:xfrm>
        </p:grpSpPr>
        <p:sp>
          <p:nvSpPr>
            <p:cNvPr id="10669" name="Google Shape;10669;p10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0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0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0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101"/>
          <p:cNvGrpSpPr/>
          <p:nvPr/>
        </p:nvGrpSpPr>
        <p:grpSpPr>
          <a:xfrm>
            <a:off x="1289311" y="2751972"/>
            <a:ext cx="408156" cy="299783"/>
            <a:chOff x="1289311" y="2926222"/>
            <a:chExt cx="408156" cy="299783"/>
          </a:xfrm>
        </p:grpSpPr>
        <p:sp>
          <p:nvSpPr>
            <p:cNvPr id="10674" name="Google Shape;10674;p10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0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101"/>
          <p:cNvGrpSpPr/>
          <p:nvPr/>
        </p:nvGrpSpPr>
        <p:grpSpPr>
          <a:xfrm>
            <a:off x="7978465" y="1795142"/>
            <a:ext cx="361147" cy="360797"/>
            <a:chOff x="7978465" y="1969392"/>
            <a:chExt cx="361147" cy="360797"/>
          </a:xfrm>
        </p:grpSpPr>
        <p:sp>
          <p:nvSpPr>
            <p:cNvPr id="10677" name="Google Shape;10677;p10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0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0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0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0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0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0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0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0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6" name="Google Shape;10686;p10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7" name="Google Shape;10687;p101"/>
          <p:cNvGrpSpPr/>
          <p:nvPr/>
        </p:nvGrpSpPr>
        <p:grpSpPr>
          <a:xfrm>
            <a:off x="854261" y="2734563"/>
            <a:ext cx="377474" cy="335748"/>
            <a:chOff x="854261" y="2908813"/>
            <a:chExt cx="377474" cy="335748"/>
          </a:xfrm>
        </p:grpSpPr>
        <p:sp>
          <p:nvSpPr>
            <p:cNvPr id="10688" name="Google Shape;10688;p10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0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0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0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0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101"/>
          <p:cNvGrpSpPr/>
          <p:nvPr/>
        </p:nvGrpSpPr>
        <p:grpSpPr>
          <a:xfrm>
            <a:off x="1749728" y="2720527"/>
            <a:ext cx="386927" cy="363438"/>
            <a:chOff x="1749728" y="2894777"/>
            <a:chExt cx="386927" cy="363438"/>
          </a:xfrm>
        </p:grpSpPr>
        <p:sp>
          <p:nvSpPr>
            <p:cNvPr id="10694" name="Google Shape;10694;p10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0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0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0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0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0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0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101"/>
          <p:cNvGrpSpPr/>
          <p:nvPr/>
        </p:nvGrpSpPr>
        <p:grpSpPr>
          <a:xfrm>
            <a:off x="7098912" y="1795142"/>
            <a:ext cx="359651" cy="361560"/>
            <a:chOff x="7098912" y="1969392"/>
            <a:chExt cx="359651" cy="361560"/>
          </a:xfrm>
        </p:grpSpPr>
        <p:sp>
          <p:nvSpPr>
            <p:cNvPr id="10702" name="Google Shape;10702;p10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0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0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0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0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0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0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0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0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0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0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0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0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5" name="Google Shape;10715;p10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6" name="Google Shape;10716;p101"/>
          <p:cNvGrpSpPr/>
          <p:nvPr/>
        </p:nvGrpSpPr>
        <p:grpSpPr>
          <a:xfrm>
            <a:off x="5352728" y="1815989"/>
            <a:ext cx="327091" cy="322508"/>
            <a:chOff x="5352728" y="1990239"/>
            <a:chExt cx="327091" cy="322508"/>
          </a:xfrm>
        </p:grpSpPr>
        <p:sp>
          <p:nvSpPr>
            <p:cNvPr id="10717" name="Google Shape;10717;p10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0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0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101"/>
          <p:cNvGrpSpPr/>
          <p:nvPr/>
        </p:nvGrpSpPr>
        <p:grpSpPr>
          <a:xfrm>
            <a:off x="7538896" y="1795906"/>
            <a:ext cx="361147" cy="361529"/>
            <a:chOff x="7538896" y="1970156"/>
            <a:chExt cx="361147" cy="361529"/>
          </a:xfrm>
        </p:grpSpPr>
        <p:sp>
          <p:nvSpPr>
            <p:cNvPr id="10721" name="Google Shape;10721;p10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0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0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0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0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0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101"/>
          <p:cNvGrpSpPr/>
          <p:nvPr/>
        </p:nvGrpSpPr>
        <p:grpSpPr>
          <a:xfrm>
            <a:off x="4896099" y="1796670"/>
            <a:ext cx="358155" cy="358123"/>
            <a:chOff x="4896099" y="1970920"/>
            <a:chExt cx="358155" cy="358123"/>
          </a:xfrm>
        </p:grpSpPr>
        <p:sp>
          <p:nvSpPr>
            <p:cNvPr id="10728" name="Google Shape;10728;p10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0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0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101"/>
          <p:cNvGrpSpPr/>
          <p:nvPr/>
        </p:nvGrpSpPr>
        <p:grpSpPr>
          <a:xfrm>
            <a:off x="4048787" y="2802769"/>
            <a:ext cx="283488" cy="198604"/>
            <a:chOff x="4048787" y="2977019"/>
            <a:chExt cx="283488" cy="198604"/>
          </a:xfrm>
        </p:grpSpPr>
        <p:sp>
          <p:nvSpPr>
            <p:cNvPr id="10732" name="Google Shape;10732;p10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0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0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0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0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0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101"/>
          <p:cNvGrpSpPr/>
          <p:nvPr/>
        </p:nvGrpSpPr>
        <p:grpSpPr>
          <a:xfrm>
            <a:off x="4054103" y="2255941"/>
            <a:ext cx="218687" cy="349052"/>
            <a:chOff x="4054103" y="2430191"/>
            <a:chExt cx="218687" cy="349052"/>
          </a:xfrm>
        </p:grpSpPr>
        <p:sp>
          <p:nvSpPr>
            <p:cNvPr id="10739" name="Google Shape;10739;p10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0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101"/>
          <p:cNvGrpSpPr/>
          <p:nvPr/>
        </p:nvGrpSpPr>
        <p:grpSpPr>
          <a:xfrm>
            <a:off x="2185128" y="2253299"/>
            <a:ext cx="382758" cy="356595"/>
            <a:chOff x="2185128" y="2427549"/>
            <a:chExt cx="382758" cy="356595"/>
          </a:xfrm>
        </p:grpSpPr>
        <p:sp>
          <p:nvSpPr>
            <p:cNvPr id="10742" name="Google Shape;10742;p10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0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0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0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101"/>
          <p:cNvGrpSpPr/>
          <p:nvPr/>
        </p:nvGrpSpPr>
        <p:grpSpPr>
          <a:xfrm>
            <a:off x="2656907" y="2265043"/>
            <a:ext cx="332757" cy="332343"/>
            <a:chOff x="2656907" y="2439293"/>
            <a:chExt cx="332757" cy="332343"/>
          </a:xfrm>
        </p:grpSpPr>
        <p:sp>
          <p:nvSpPr>
            <p:cNvPr id="10747" name="Google Shape;10747;p10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0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0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0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0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0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0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101"/>
          <p:cNvGrpSpPr/>
          <p:nvPr/>
        </p:nvGrpSpPr>
        <p:grpSpPr>
          <a:xfrm>
            <a:off x="1731523" y="2248366"/>
            <a:ext cx="399435" cy="365698"/>
            <a:chOff x="1731523" y="2422616"/>
            <a:chExt cx="399435" cy="365698"/>
          </a:xfrm>
        </p:grpSpPr>
        <p:sp>
          <p:nvSpPr>
            <p:cNvPr id="10755" name="Google Shape;10755;p10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0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0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101"/>
          <p:cNvGrpSpPr/>
          <p:nvPr/>
        </p:nvGrpSpPr>
        <p:grpSpPr>
          <a:xfrm>
            <a:off x="3097241" y="2259314"/>
            <a:ext cx="344883" cy="343387"/>
            <a:chOff x="3097241" y="2433564"/>
            <a:chExt cx="344883" cy="343387"/>
          </a:xfrm>
        </p:grpSpPr>
        <p:sp>
          <p:nvSpPr>
            <p:cNvPr id="10759" name="Google Shape;10759;p10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0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0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0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0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0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0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0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0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101"/>
          <p:cNvGrpSpPr/>
          <p:nvPr/>
        </p:nvGrpSpPr>
        <p:grpSpPr>
          <a:xfrm>
            <a:off x="1278299" y="2265043"/>
            <a:ext cx="410829" cy="332343"/>
            <a:chOff x="1278299" y="2439293"/>
            <a:chExt cx="410829" cy="332343"/>
          </a:xfrm>
        </p:grpSpPr>
        <p:sp>
          <p:nvSpPr>
            <p:cNvPr id="10769" name="Google Shape;10769;p10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0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0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0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0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0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0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0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101"/>
          <p:cNvGrpSpPr/>
          <p:nvPr/>
        </p:nvGrpSpPr>
        <p:grpSpPr>
          <a:xfrm>
            <a:off x="2661459" y="1840751"/>
            <a:ext cx="322508" cy="273494"/>
            <a:chOff x="2661459" y="2015001"/>
            <a:chExt cx="322508" cy="273494"/>
          </a:xfrm>
        </p:grpSpPr>
        <p:sp>
          <p:nvSpPr>
            <p:cNvPr id="10778" name="Google Shape;10778;p10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0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101"/>
          <p:cNvGrpSpPr/>
          <p:nvPr/>
        </p:nvGrpSpPr>
        <p:grpSpPr>
          <a:xfrm>
            <a:off x="870939" y="2265043"/>
            <a:ext cx="331993" cy="331993"/>
            <a:chOff x="870939" y="2439293"/>
            <a:chExt cx="331993" cy="331993"/>
          </a:xfrm>
        </p:grpSpPr>
        <p:sp>
          <p:nvSpPr>
            <p:cNvPr id="10781" name="Google Shape;10781;p10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0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0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0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0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0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0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0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0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0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0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0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0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0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0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0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101"/>
          <p:cNvGrpSpPr/>
          <p:nvPr/>
        </p:nvGrpSpPr>
        <p:grpSpPr>
          <a:xfrm>
            <a:off x="6644957" y="2282103"/>
            <a:ext cx="371395" cy="278904"/>
            <a:chOff x="6644957" y="2456353"/>
            <a:chExt cx="371395" cy="278904"/>
          </a:xfrm>
        </p:grpSpPr>
        <p:sp>
          <p:nvSpPr>
            <p:cNvPr id="10798" name="Google Shape;10798;p10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0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0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0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0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101"/>
          <p:cNvGrpSpPr/>
          <p:nvPr/>
        </p:nvGrpSpPr>
        <p:grpSpPr>
          <a:xfrm>
            <a:off x="5388757" y="2240409"/>
            <a:ext cx="260349" cy="362292"/>
            <a:chOff x="5388757" y="2414659"/>
            <a:chExt cx="260349" cy="362292"/>
          </a:xfrm>
        </p:grpSpPr>
        <p:sp>
          <p:nvSpPr>
            <p:cNvPr id="10804" name="Google Shape;10804;p10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0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0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0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0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0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0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0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0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0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0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0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0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0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0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0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0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0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0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0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101"/>
          <p:cNvGrpSpPr/>
          <p:nvPr/>
        </p:nvGrpSpPr>
        <p:grpSpPr>
          <a:xfrm>
            <a:off x="3567142" y="2731507"/>
            <a:ext cx="348288" cy="340331"/>
            <a:chOff x="3567142" y="2905757"/>
            <a:chExt cx="348288" cy="340331"/>
          </a:xfrm>
        </p:grpSpPr>
        <p:sp>
          <p:nvSpPr>
            <p:cNvPr id="10825" name="Google Shape;10825;p10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0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0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0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0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101"/>
          <p:cNvGrpSpPr/>
          <p:nvPr/>
        </p:nvGrpSpPr>
        <p:grpSpPr>
          <a:xfrm>
            <a:off x="870939" y="1801571"/>
            <a:ext cx="332375" cy="350071"/>
            <a:chOff x="870939" y="1975821"/>
            <a:chExt cx="332375" cy="350071"/>
          </a:xfrm>
        </p:grpSpPr>
        <p:sp>
          <p:nvSpPr>
            <p:cNvPr id="10831" name="Google Shape;10831;p10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0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0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0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101"/>
          <p:cNvGrpSpPr/>
          <p:nvPr/>
        </p:nvGrpSpPr>
        <p:grpSpPr>
          <a:xfrm>
            <a:off x="7967103" y="2240791"/>
            <a:ext cx="355863" cy="361911"/>
            <a:chOff x="7967103" y="2415041"/>
            <a:chExt cx="355863" cy="361911"/>
          </a:xfrm>
        </p:grpSpPr>
        <p:sp>
          <p:nvSpPr>
            <p:cNvPr id="10836" name="Google Shape;10836;p10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0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0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0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0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0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0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0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0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0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0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101"/>
          <p:cNvGrpSpPr/>
          <p:nvPr/>
        </p:nvGrpSpPr>
        <p:grpSpPr>
          <a:xfrm>
            <a:off x="7529411" y="2240409"/>
            <a:ext cx="355863" cy="362292"/>
            <a:chOff x="7529411" y="2414659"/>
            <a:chExt cx="355863" cy="362292"/>
          </a:xfrm>
        </p:grpSpPr>
        <p:sp>
          <p:nvSpPr>
            <p:cNvPr id="10848" name="Google Shape;10848;p10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0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0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0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0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0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0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0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0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0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0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0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101"/>
          <p:cNvGrpSpPr/>
          <p:nvPr/>
        </p:nvGrpSpPr>
        <p:grpSpPr>
          <a:xfrm>
            <a:off x="5733194" y="2257468"/>
            <a:ext cx="446826" cy="327059"/>
            <a:chOff x="5733194" y="2431718"/>
            <a:chExt cx="446826" cy="327059"/>
          </a:xfrm>
        </p:grpSpPr>
        <p:sp>
          <p:nvSpPr>
            <p:cNvPr id="10861" name="Google Shape;10861;p10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0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0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101"/>
          <p:cNvGrpSpPr/>
          <p:nvPr/>
        </p:nvGrpSpPr>
        <p:grpSpPr>
          <a:xfrm>
            <a:off x="4876780" y="2243814"/>
            <a:ext cx="407774" cy="356627"/>
            <a:chOff x="4876780" y="2418064"/>
            <a:chExt cx="407774" cy="356627"/>
          </a:xfrm>
        </p:grpSpPr>
        <p:sp>
          <p:nvSpPr>
            <p:cNvPr id="10865" name="Google Shape;10865;p10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0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0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0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0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0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0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0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101"/>
          <p:cNvGrpSpPr/>
          <p:nvPr/>
        </p:nvGrpSpPr>
        <p:grpSpPr>
          <a:xfrm>
            <a:off x="7070872" y="2236621"/>
            <a:ext cx="398321" cy="371013"/>
            <a:chOff x="7070872" y="2410871"/>
            <a:chExt cx="398321" cy="371013"/>
          </a:xfrm>
        </p:grpSpPr>
        <p:sp>
          <p:nvSpPr>
            <p:cNvPr id="10874" name="Google Shape;10874;p10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0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0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0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8" name="Google Shape;10878;p10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9" name="Google Shape;10879;p101"/>
          <p:cNvGrpSpPr/>
          <p:nvPr/>
        </p:nvGrpSpPr>
        <p:grpSpPr>
          <a:xfrm>
            <a:off x="5318259" y="2807861"/>
            <a:ext cx="371013" cy="220787"/>
            <a:chOff x="5318259" y="2982111"/>
            <a:chExt cx="371013" cy="220787"/>
          </a:xfrm>
        </p:grpSpPr>
        <p:sp>
          <p:nvSpPr>
            <p:cNvPr id="10880" name="Google Shape;10880;p10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0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0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0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0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0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0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0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101"/>
          <p:cNvGrpSpPr/>
          <p:nvPr/>
        </p:nvGrpSpPr>
        <p:grpSpPr>
          <a:xfrm>
            <a:off x="7073928" y="2731507"/>
            <a:ext cx="371395" cy="371809"/>
            <a:chOff x="7073928" y="2905757"/>
            <a:chExt cx="371395" cy="371809"/>
          </a:xfrm>
        </p:grpSpPr>
        <p:sp>
          <p:nvSpPr>
            <p:cNvPr id="10889" name="Google Shape;10889;p10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0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0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101"/>
          <p:cNvGrpSpPr/>
          <p:nvPr/>
        </p:nvGrpSpPr>
        <p:grpSpPr>
          <a:xfrm>
            <a:off x="6188327" y="2781158"/>
            <a:ext cx="371395" cy="272857"/>
            <a:chOff x="6188327" y="2955408"/>
            <a:chExt cx="371395" cy="272857"/>
          </a:xfrm>
        </p:grpSpPr>
        <p:sp>
          <p:nvSpPr>
            <p:cNvPr id="10893" name="Google Shape;10893;p10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0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101"/>
          <p:cNvGrpSpPr/>
          <p:nvPr/>
        </p:nvGrpSpPr>
        <p:grpSpPr>
          <a:xfrm>
            <a:off x="7521454" y="2731889"/>
            <a:ext cx="359651" cy="371013"/>
            <a:chOff x="7521454" y="2906139"/>
            <a:chExt cx="359651" cy="371013"/>
          </a:xfrm>
        </p:grpSpPr>
        <p:sp>
          <p:nvSpPr>
            <p:cNvPr id="10896" name="Google Shape;10896;p10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0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0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0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0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101"/>
          <p:cNvGrpSpPr/>
          <p:nvPr/>
        </p:nvGrpSpPr>
        <p:grpSpPr>
          <a:xfrm>
            <a:off x="5782845" y="2732271"/>
            <a:ext cx="301661" cy="371013"/>
            <a:chOff x="5782845" y="2906521"/>
            <a:chExt cx="301661" cy="371013"/>
          </a:xfrm>
        </p:grpSpPr>
        <p:sp>
          <p:nvSpPr>
            <p:cNvPr id="10902" name="Google Shape;10902;p10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0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0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101"/>
          <p:cNvGrpSpPr/>
          <p:nvPr/>
        </p:nvGrpSpPr>
        <p:grpSpPr>
          <a:xfrm>
            <a:off x="3539102" y="2253299"/>
            <a:ext cx="355099" cy="355481"/>
            <a:chOff x="3539102" y="2427549"/>
            <a:chExt cx="355099" cy="355481"/>
          </a:xfrm>
        </p:grpSpPr>
        <p:sp>
          <p:nvSpPr>
            <p:cNvPr id="10906" name="Google Shape;10906;p10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0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101"/>
          <p:cNvGrpSpPr/>
          <p:nvPr/>
        </p:nvGrpSpPr>
        <p:grpSpPr>
          <a:xfrm>
            <a:off x="6630539" y="2743252"/>
            <a:ext cx="371777" cy="349434"/>
            <a:chOff x="6630539" y="2917502"/>
            <a:chExt cx="371777" cy="349434"/>
          </a:xfrm>
        </p:grpSpPr>
        <p:sp>
          <p:nvSpPr>
            <p:cNvPr id="10909" name="Google Shape;10909;p10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0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0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0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0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0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0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101"/>
          <p:cNvGrpSpPr/>
          <p:nvPr/>
        </p:nvGrpSpPr>
        <p:grpSpPr>
          <a:xfrm>
            <a:off x="2171474" y="3194979"/>
            <a:ext cx="408156" cy="343737"/>
            <a:chOff x="2171474" y="3369229"/>
            <a:chExt cx="408156" cy="343737"/>
          </a:xfrm>
        </p:grpSpPr>
        <p:sp>
          <p:nvSpPr>
            <p:cNvPr id="10917" name="Google Shape;10917;p10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0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0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0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101"/>
          <p:cNvGrpSpPr/>
          <p:nvPr/>
        </p:nvGrpSpPr>
        <p:grpSpPr>
          <a:xfrm>
            <a:off x="4891198" y="2750858"/>
            <a:ext cx="334634" cy="334634"/>
            <a:chOff x="4891198" y="2925108"/>
            <a:chExt cx="334634" cy="334634"/>
          </a:xfrm>
        </p:grpSpPr>
        <p:sp>
          <p:nvSpPr>
            <p:cNvPr id="10922" name="Google Shape;10922;p10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0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0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0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0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0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0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0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101"/>
          <p:cNvGrpSpPr/>
          <p:nvPr/>
        </p:nvGrpSpPr>
        <p:grpSpPr>
          <a:xfrm>
            <a:off x="7976174" y="2750858"/>
            <a:ext cx="334666" cy="334634"/>
            <a:chOff x="7976174" y="2925108"/>
            <a:chExt cx="334666" cy="334634"/>
          </a:xfrm>
        </p:grpSpPr>
        <p:sp>
          <p:nvSpPr>
            <p:cNvPr id="10931" name="Google Shape;10931;p10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0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0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0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0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0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0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0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0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101"/>
          <p:cNvGrpSpPr/>
          <p:nvPr/>
        </p:nvGrpSpPr>
        <p:grpSpPr>
          <a:xfrm>
            <a:off x="3091957" y="3199881"/>
            <a:ext cx="354717" cy="332757"/>
            <a:chOff x="3091957" y="3374131"/>
            <a:chExt cx="354717" cy="332757"/>
          </a:xfrm>
        </p:grpSpPr>
        <p:sp>
          <p:nvSpPr>
            <p:cNvPr id="10941" name="Google Shape;10941;p10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0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0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0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0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0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101"/>
          <p:cNvGrpSpPr/>
          <p:nvPr/>
        </p:nvGrpSpPr>
        <p:grpSpPr>
          <a:xfrm>
            <a:off x="3988156" y="3205960"/>
            <a:ext cx="353954" cy="318880"/>
            <a:chOff x="3988156" y="3380210"/>
            <a:chExt cx="353954" cy="318880"/>
          </a:xfrm>
        </p:grpSpPr>
        <p:sp>
          <p:nvSpPr>
            <p:cNvPr id="10948" name="Google Shape;10948;p10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0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0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0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0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101"/>
          <p:cNvGrpSpPr/>
          <p:nvPr/>
        </p:nvGrpSpPr>
        <p:grpSpPr>
          <a:xfrm>
            <a:off x="3541011" y="3193070"/>
            <a:ext cx="348257" cy="346188"/>
            <a:chOff x="3541011" y="3367320"/>
            <a:chExt cx="348257" cy="346188"/>
          </a:xfrm>
        </p:grpSpPr>
        <p:sp>
          <p:nvSpPr>
            <p:cNvPr id="10954" name="Google Shape;10954;p10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0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0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0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101"/>
          <p:cNvGrpSpPr/>
          <p:nvPr/>
        </p:nvGrpSpPr>
        <p:grpSpPr>
          <a:xfrm>
            <a:off x="1314678" y="3183967"/>
            <a:ext cx="334666" cy="365348"/>
            <a:chOff x="1314678" y="3358217"/>
            <a:chExt cx="334666" cy="365348"/>
          </a:xfrm>
        </p:grpSpPr>
        <p:sp>
          <p:nvSpPr>
            <p:cNvPr id="10959" name="Google Shape;10959;p10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0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0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0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0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101"/>
          <p:cNvGrpSpPr/>
          <p:nvPr/>
        </p:nvGrpSpPr>
        <p:grpSpPr>
          <a:xfrm>
            <a:off x="1748582" y="3198385"/>
            <a:ext cx="359269" cy="335780"/>
            <a:chOff x="1748582" y="3372635"/>
            <a:chExt cx="359269" cy="335780"/>
          </a:xfrm>
        </p:grpSpPr>
        <p:sp>
          <p:nvSpPr>
            <p:cNvPr id="10965" name="Google Shape;10965;p10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6" name="Google Shape;10966;p101"/>
            <p:cNvGrpSpPr/>
            <p:nvPr/>
          </p:nvGrpSpPr>
          <p:grpSpPr>
            <a:xfrm>
              <a:off x="1748582" y="3372635"/>
              <a:ext cx="333520" cy="335780"/>
              <a:chOff x="1748582" y="3372635"/>
              <a:chExt cx="333520" cy="335780"/>
            </a:xfrm>
          </p:grpSpPr>
          <p:sp>
            <p:nvSpPr>
              <p:cNvPr id="10967" name="Google Shape;10967;p10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0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0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70" name="Google Shape;10970;p101"/>
          <p:cNvGrpSpPr/>
          <p:nvPr/>
        </p:nvGrpSpPr>
        <p:grpSpPr>
          <a:xfrm>
            <a:off x="2640993" y="3183585"/>
            <a:ext cx="365348" cy="364966"/>
            <a:chOff x="2640993" y="3357835"/>
            <a:chExt cx="365348" cy="364966"/>
          </a:xfrm>
        </p:grpSpPr>
        <p:sp>
          <p:nvSpPr>
            <p:cNvPr id="10971" name="Google Shape;10971;p10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0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0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0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0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0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0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0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0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0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101"/>
          <p:cNvGrpSpPr/>
          <p:nvPr/>
        </p:nvGrpSpPr>
        <p:grpSpPr>
          <a:xfrm>
            <a:off x="4886264" y="3191924"/>
            <a:ext cx="350548" cy="350198"/>
            <a:chOff x="4886264" y="3366174"/>
            <a:chExt cx="350548" cy="350198"/>
          </a:xfrm>
        </p:grpSpPr>
        <p:sp>
          <p:nvSpPr>
            <p:cNvPr id="10982" name="Google Shape;10982;p10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0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0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0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0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0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0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0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0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0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0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0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0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101"/>
          <p:cNvGrpSpPr/>
          <p:nvPr/>
        </p:nvGrpSpPr>
        <p:grpSpPr>
          <a:xfrm>
            <a:off x="5331913" y="3239697"/>
            <a:ext cx="347143" cy="254684"/>
            <a:chOff x="5331913" y="3413947"/>
            <a:chExt cx="347143" cy="254684"/>
          </a:xfrm>
        </p:grpSpPr>
        <p:sp>
          <p:nvSpPr>
            <p:cNvPr id="10996" name="Google Shape;10996;p10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0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0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0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0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0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101"/>
          <p:cNvGrpSpPr/>
          <p:nvPr/>
        </p:nvGrpSpPr>
        <p:grpSpPr>
          <a:xfrm>
            <a:off x="5776798" y="3235528"/>
            <a:ext cx="346379" cy="264518"/>
            <a:chOff x="5776798" y="3409778"/>
            <a:chExt cx="346379" cy="264518"/>
          </a:xfrm>
        </p:grpSpPr>
        <p:sp>
          <p:nvSpPr>
            <p:cNvPr id="11003" name="Google Shape;11003;p10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0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0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0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0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0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101"/>
          <p:cNvGrpSpPr/>
          <p:nvPr/>
        </p:nvGrpSpPr>
        <p:grpSpPr>
          <a:xfrm>
            <a:off x="7108015" y="3222255"/>
            <a:ext cx="344883" cy="290299"/>
            <a:chOff x="7108015" y="3396505"/>
            <a:chExt cx="344883" cy="290299"/>
          </a:xfrm>
        </p:grpSpPr>
        <p:sp>
          <p:nvSpPr>
            <p:cNvPr id="11010" name="Google Shape;11010;p10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0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0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0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101"/>
          <p:cNvGrpSpPr/>
          <p:nvPr/>
        </p:nvGrpSpPr>
        <p:grpSpPr>
          <a:xfrm>
            <a:off x="7551754" y="3216558"/>
            <a:ext cx="344883" cy="301311"/>
            <a:chOff x="7551754" y="3390808"/>
            <a:chExt cx="344883" cy="301311"/>
          </a:xfrm>
        </p:grpSpPr>
        <p:sp>
          <p:nvSpPr>
            <p:cNvPr id="11015" name="Google Shape;11015;p10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0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0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0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0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0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0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0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0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0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0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101"/>
          <p:cNvGrpSpPr/>
          <p:nvPr/>
        </p:nvGrpSpPr>
        <p:grpSpPr>
          <a:xfrm>
            <a:off x="6707084" y="3213153"/>
            <a:ext cx="261145" cy="308504"/>
            <a:chOff x="6707084" y="3387403"/>
            <a:chExt cx="261145" cy="308504"/>
          </a:xfrm>
        </p:grpSpPr>
        <p:sp>
          <p:nvSpPr>
            <p:cNvPr id="11027" name="Google Shape;11027;p10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0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0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0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101"/>
          <p:cNvGrpSpPr/>
          <p:nvPr/>
        </p:nvGrpSpPr>
        <p:grpSpPr>
          <a:xfrm>
            <a:off x="848978" y="4123387"/>
            <a:ext cx="377824" cy="324418"/>
            <a:chOff x="848978" y="4297637"/>
            <a:chExt cx="377824" cy="324418"/>
          </a:xfrm>
        </p:grpSpPr>
        <p:sp>
          <p:nvSpPr>
            <p:cNvPr id="11032" name="Google Shape;11032;p10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0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101"/>
          <p:cNvGrpSpPr/>
          <p:nvPr/>
        </p:nvGrpSpPr>
        <p:grpSpPr>
          <a:xfrm>
            <a:off x="1754279" y="4112343"/>
            <a:ext cx="351439" cy="345965"/>
            <a:chOff x="1754279" y="4286593"/>
            <a:chExt cx="351439" cy="345965"/>
          </a:xfrm>
        </p:grpSpPr>
        <p:sp>
          <p:nvSpPr>
            <p:cNvPr id="11035" name="Google Shape;11035;p10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0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0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0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0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01"/>
          <p:cNvGrpSpPr/>
          <p:nvPr/>
        </p:nvGrpSpPr>
        <p:grpSpPr>
          <a:xfrm>
            <a:off x="3996113" y="4116926"/>
            <a:ext cx="336512" cy="335048"/>
            <a:chOff x="3996113" y="4291176"/>
            <a:chExt cx="336512" cy="335048"/>
          </a:xfrm>
        </p:grpSpPr>
        <p:sp>
          <p:nvSpPr>
            <p:cNvPr id="11041" name="Google Shape;11041;p10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0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0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4" name="Google Shape;11044;p10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5" name="Google Shape;11045;p101"/>
          <p:cNvGrpSpPr/>
          <p:nvPr/>
        </p:nvGrpSpPr>
        <p:grpSpPr>
          <a:xfrm>
            <a:off x="2179081" y="4111261"/>
            <a:ext cx="397525" cy="348670"/>
            <a:chOff x="2179081" y="4285511"/>
            <a:chExt cx="397525" cy="348670"/>
          </a:xfrm>
        </p:grpSpPr>
        <p:sp>
          <p:nvSpPr>
            <p:cNvPr id="11046" name="Google Shape;11046;p10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0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101"/>
          <p:cNvGrpSpPr/>
          <p:nvPr/>
        </p:nvGrpSpPr>
        <p:grpSpPr>
          <a:xfrm>
            <a:off x="3584201" y="4120746"/>
            <a:ext cx="267574" cy="329415"/>
            <a:chOff x="3584201" y="4294996"/>
            <a:chExt cx="267574" cy="329415"/>
          </a:xfrm>
        </p:grpSpPr>
        <p:sp>
          <p:nvSpPr>
            <p:cNvPr id="11049" name="Google Shape;11049;p10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0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0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0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101"/>
          <p:cNvGrpSpPr/>
          <p:nvPr/>
        </p:nvGrpSpPr>
        <p:grpSpPr>
          <a:xfrm>
            <a:off x="3082855" y="4121478"/>
            <a:ext cx="375946" cy="327823"/>
            <a:chOff x="3082855" y="4295728"/>
            <a:chExt cx="375946" cy="327823"/>
          </a:xfrm>
        </p:grpSpPr>
        <p:sp>
          <p:nvSpPr>
            <p:cNvPr id="11054" name="Google Shape;11054;p10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0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0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0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0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0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0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0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0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0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0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101"/>
          <p:cNvGrpSpPr/>
          <p:nvPr/>
        </p:nvGrpSpPr>
        <p:grpSpPr>
          <a:xfrm>
            <a:off x="2749016" y="4116926"/>
            <a:ext cx="150831" cy="336926"/>
            <a:chOff x="2749016" y="4291176"/>
            <a:chExt cx="150831" cy="336926"/>
          </a:xfrm>
        </p:grpSpPr>
        <p:sp>
          <p:nvSpPr>
            <p:cNvPr id="11066" name="Google Shape;11066;p10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0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0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0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101"/>
          <p:cNvGrpSpPr/>
          <p:nvPr/>
        </p:nvGrpSpPr>
        <p:grpSpPr>
          <a:xfrm>
            <a:off x="7127716" y="4105182"/>
            <a:ext cx="248254" cy="361942"/>
            <a:chOff x="7127716" y="4279432"/>
            <a:chExt cx="248254" cy="361942"/>
          </a:xfrm>
        </p:grpSpPr>
        <p:sp>
          <p:nvSpPr>
            <p:cNvPr id="11071" name="Google Shape;11071;p10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0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0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0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0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0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0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0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0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101"/>
          <p:cNvGrpSpPr/>
          <p:nvPr/>
        </p:nvGrpSpPr>
        <p:grpSpPr>
          <a:xfrm>
            <a:off x="7565408" y="4105182"/>
            <a:ext cx="248255" cy="361942"/>
            <a:chOff x="7565408" y="4279432"/>
            <a:chExt cx="248255" cy="361942"/>
          </a:xfrm>
        </p:grpSpPr>
        <p:sp>
          <p:nvSpPr>
            <p:cNvPr id="11081" name="Google Shape;11081;p10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0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0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0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0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0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0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0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101"/>
          <p:cNvGrpSpPr/>
          <p:nvPr/>
        </p:nvGrpSpPr>
        <p:grpSpPr>
          <a:xfrm>
            <a:off x="6264109" y="4105182"/>
            <a:ext cx="225498" cy="361560"/>
            <a:chOff x="6264109" y="4279432"/>
            <a:chExt cx="225498" cy="361560"/>
          </a:xfrm>
        </p:grpSpPr>
        <p:sp>
          <p:nvSpPr>
            <p:cNvPr id="11090" name="Google Shape;11090;p10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0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101"/>
          <p:cNvGrpSpPr/>
          <p:nvPr/>
        </p:nvGrpSpPr>
        <p:grpSpPr>
          <a:xfrm>
            <a:off x="7929578" y="4110115"/>
            <a:ext cx="395266" cy="351312"/>
            <a:chOff x="7929578" y="4284365"/>
            <a:chExt cx="395266" cy="351312"/>
          </a:xfrm>
        </p:grpSpPr>
        <p:sp>
          <p:nvSpPr>
            <p:cNvPr id="11093" name="Google Shape;11093;p10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0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0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0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101"/>
          <p:cNvGrpSpPr/>
          <p:nvPr/>
        </p:nvGrpSpPr>
        <p:grpSpPr>
          <a:xfrm>
            <a:off x="6595502" y="4149527"/>
            <a:ext cx="426315" cy="332826"/>
            <a:chOff x="6639652" y="4323777"/>
            <a:chExt cx="426315" cy="332826"/>
          </a:xfrm>
        </p:grpSpPr>
        <p:sp>
          <p:nvSpPr>
            <p:cNvPr id="11098" name="Google Shape;11098;p10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0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0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0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0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0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0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0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0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0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101"/>
          <p:cNvGrpSpPr/>
          <p:nvPr/>
        </p:nvGrpSpPr>
        <p:grpSpPr>
          <a:xfrm>
            <a:off x="5357662" y="4123387"/>
            <a:ext cx="287275" cy="326296"/>
            <a:chOff x="5357662" y="4297637"/>
            <a:chExt cx="287275" cy="326296"/>
          </a:xfrm>
        </p:grpSpPr>
        <p:sp>
          <p:nvSpPr>
            <p:cNvPr id="11109" name="Google Shape;11109;p10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0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0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0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0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101"/>
          <p:cNvGrpSpPr/>
          <p:nvPr/>
        </p:nvGrpSpPr>
        <p:grpSpPr>
          <a:xfrm>
            <a:off x="5774124" y="4120300"/>
            <a:ext cx="331611" cy="331674"/>
            <a:chOff x="5774124" y="4294550"/>
            <a:chExt cx="331611" cy="331674"/>
          </a:xfrm>
        </p:grpSpPr>
        <p:sp>
          <p:nvSpPr>
            <p:cNvPr id="11115" name="Google Shape;11115;p10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0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101"/>
          <p:cNvGrpSpPr/>
          <p:nvPr/>
        </p:nvGrpSpPr>
        <p:grpSpPr>
          <a:xfrm>
            <a:off x="4890434" y="4113139"/>
            <a:ext cx="345997" cy="346029"/>
            <a:chOff x="4890434" y="4287389"/>
            <a:chExt cx="345997" cy="346029"/>
          </a:xfrm>
        </p:grpSpPr>
        <p:sp>
          <p:nvSpPr>
            <p:cNvPr id="11118" name="Google Shape;11118;p10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0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0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0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0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0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0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101"/>
          <p:cNvGrpSpPr/>
          <p:nvPr/>
        </p:nvGrpSpPr>
        <p:grpSpPr>
          <a:xfrm>
            <a:off x="2165809" y="3636809"/>
            <a:ext cx="422542" cy="342973"/>
            <a:chOff x="2165809" y="3811059"/>
            <a:chExt cx="422542" cy="342973"/>
          </a:xfrm>
        </p:grpSpPr>
        <p:sp>
          <p:nvSpPr>
            <p:cNvPr id="11126" name="Google Shape;11126;p10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0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0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0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0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0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0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0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0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0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0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0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0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0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0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0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0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0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4" name="Google Shape;11144;p10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5" name="Google Shape;11145;p101"/>
          <p:cNvGrpSpPr/>
          <p:nvPr/>
        </p:nvGrpSpPr>
        <p:grpSpPr>
          <a:xfrm>
            <a:off x="903530" y="3631875"/>
            <a:ext cx="264550" cy="353222"/>
            <a:chOff x="903530" y="3806125"/>
            <a:chExt cx="264550" cy="353222"/>
          </a:xfrm>
        </p:grpSpPr>
        <p:sp>
          <p:nvSpPr>
            <p:cNvPr id="11146" name="Google Shape;11146;p10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0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0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0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101"/>
          <p:cNvGrpSpPr/>
          <p:nvPr/>
        </p:nvGrpSpPr>
        <p:grpSpPr>
          <a:xfrm>
            <a:off x="850092" y="3178684"/>
            <a:ext cx="369517" cy="375660"/>
            <a:chOff x="850092" y="3352934"/>
            <a:chExt cx="369517" cy="375660"/>
          </a:xfrm>
        </p:grpSpPr>
        <p:sp>
          <p:nvSpPr>
            <p:cNvPr id="11151" name="Google Shape;11151;p10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0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0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0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0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101"/>
          <p:cNvGrpSpPr/>
          <p:nvPr/>
        </p:nvGrpSpPr>
        <p:grpSpPr>
          <a:xfrm>
            <a:off x="2611458" y="3642124"/>
            <a:ext cx="426329" cy="332375"/>
            <a:chOff x="2611458" y="3816374"/>
            <a:chExt cx="426329" cy="332375"/>
          </a:xfrm>
        </p:grpSpPr>
        <p:sp>
          <p:nvSpPr>
            <p:cNvPr id="11157" name="Google Shape;11157;p10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0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0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0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0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0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0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0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0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0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7" name="Google Shape;11167;p10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8" name="Google Shape;11168;p101"/>
          <p:cNvGrpSpPr/>
          <p:nvPr/>
        </p:nvGrpSpPr>
        <p:grpSpPr>
          <a:xfrm>
            <a:off x="4019984" y="3631143"/>
            <a:ext cx="293704" cy="353954"/>
            <a:chOff x="4019984" y="3805393"/>
            <a:chExt cx="293704" cy="353954"/>
          </a:xfrm>
        </p:grpSpPr>
        <p:sp>
          <p:nvSpPr>
            <p:cNvPr id="11169" name="Google Shape;11169;p10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0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101"/>
          <p:cNvGrpSpPr/>
          <p:nvPr/>
        </p:nvGrpSpPr>
        <p:grpSpPr>
          <a:xfrm>
            <a:off x="8006505" y="3215794"/>
            <a:ext cx="323654" cy="303189"/>
            <a:chOff x="8006505" y="3390044"/>
            <a:chExt cx="323654" cy="303189"/>
          </a:xfrm>
        </p:grpSpPr>
        <p:sp>
          <p:nvSpPr>
            <p:cNvPr id="11172" name="Google Shape;11172;p10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0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0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0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0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0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101"/>
          <p:cNvGrpSpPr/>
          <p:nvPr/>
        </p:nvGrpSpPr>
        <p:grpSpPr>
          <a:xfrm>
            <a:off x="1299146" y="3632257"/>
            <a:ext cx="367990" cy="351312"/>
            <a:chOff x="1299146" y="3806507"/>
            <a:chExt cx="367990" cy="351312"/>
          </a:xfrm>
        </p:grpSpPr>
        <p:sp>
          <p:nvSpPr>
            <p:cNvPr id="11179" name="Google Shape;11179;p10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0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1" name="Google Shape;11181;p10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2" name="Google Shape;11182;p101"/>
          <p:cNvGrpSpPr/>
          <p:nvPr/>
        </p:nvGrpSpPr>
        <p:grpSpPr>
          <a:xfrm>
            <a:off x="7550258" y="3658420"/>
            <a:ext cx="371395" cy="301279"/>
            <a:chOff x="7550258" y="3832670"/>
            <a:chExt cx="371395" cy="301279"/>
          </a:xfrm>
        </p:grpSpPr>
        <p:sp>
          <p:nvSpPr>
            <p:cNvPr id="11183" name="Google Shape;11183;p10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0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0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0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0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0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0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0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0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0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0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0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0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0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0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0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0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0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1" name="Google Shape;11201;p10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2" name="Google Shape;11202;p101"/>
          <p:cNvGrpSpPr/>
          <p:nvPr/>
        </p:nvGrpSpPr>
        <p:grpSpPr>
          <a:xfrm>
            <a:off x="6659725" y="3633785"/>
            <a:ext cx="367608" cy="350548"/>
            <a:chOff x="6659725" y="3808035"/>
            <a:chExt cx="367608" cy="350548"/>
          </a:xfrm>
        </p:grpSpPr>
        <p:sp>
          <p:nvSpPr>
            <p:cNvPr id="11203" name="Google Shape;11203;p10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0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101"/>
          <p:cNvGrpSpPr/>
          <p:nvPr/>
        </p:nvGrpSpPr>
        <p:grpSpPr>
          <a:xfrm>
            <a:off x="6219391" y="3642506"/>
            <a:ext cx="356627" cy="334252"/>
            <a:chOff x="6219391" y="3816756"/>
            <a:chExt cx="356627" cy="334252"/>
          </a:xfrm>
        </p:grpSpPr>
        <p:sp>
          <p:nvSpPr>
            <p:cNvPr id="11206" name="Google Shape;11206;p10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0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0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0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101"/>
          <p:cNvGrpSpPr/>
          <p:nvPr/>
        </p:nvGrpSpPr>
        <p:grpSpPr>
          <a:xfrm>
            <a:off x="5778676" y="3652722"/>
            <a:ext cx="349052" cy="313055"/>
            <a:chOff x="5778676" y="3826972"/>
            <a:chExt cx="349052" cy="313055"/>
          </a:xfrm>
        </p:grpSpPr>
        <p:sp>
          <p:nvSpPr>
            <p:cNvPr id="11211" name="Google Shape;11211;p10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0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0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0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0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101"/>
          <p:cNvGrpSpPr/>
          <p:nvPr/>
        </p:nvGrpSpPr>
        <p:grpSpPr>
          <a:xfrm>
            <a:off x="5355784" y="3660297"/>
            <a:ext cx="299019" cy="297905"/>
            <a:chOff x="5355784" y="3834547"/>
            <a:chExt cx="299019" cy="297905"/>
          </a:xfrm>
        </p:grpSpPr>
        <p:sp>
          <p:nvSpPr>
            <p:cNvPr id="11217" name="Google Shape;11217;p10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0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0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0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101"/>
          <p:cNvGrpSpPr/>
          <p:nvPr/>
        </p:nvGrpSpPr>
        <p:grpSpPr>
          <a:xfrm>
            <a:off x="8036455" y="3633021"/>
            <a:ext cx="292176" cy="353985"/>
            <a:chOff x="8036455" y="3807271"/>
            <a:chExt cx="292176" cy="353985"/>
          </a:xfrm>
        </p:grpSpPr>
        <p:sp>
          <p:nvSpPr>
            <p:cNvPr id="11222" name="Google Shape;11222;p10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0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4" name="Google Shape;11224;p101"/>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1225" name="Google Shape;11225;p101"/>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1226" name="Google Shape;11226;p101"/>
          <p:cNvGrpSpPr/>
          <p:nvPr/>
        </p:nvGrpSpPr>
        <p:grpSpPr>
          <a:xfrm>
            <a:off x="4874902" y="3634549"/>
            <a:ext cx="345615" cy="350835"/>
            <a:chOff x="4874902" y="3808799"/>
            <a:chExt cx="345615" cy="350835"/>
          </a:xfrm>
        </p:grpSpPr>
        <p:sp>
          <p:nvSpPr>
            <p:cNvPr id="11227" name="Google Shape;11227;p10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0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0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0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0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0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0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0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0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0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0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0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0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0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0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0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0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101"/>
          <p:cNvGrpSpPr/>
          <p:nvPr/>
        </p:nvGrpSpPr>
        <p:grpSpPr>
          <a:xfrm>
            <a:off x="3095745" y="3631143"/>
            <a:ext cx="352840" cy="354717"/>
            <a:chOff x="3095745" y="3805393"/>
            <a:chExt cx="352840" cy="354717"/>
          </a:xfrm>
        </p:grpSpPr>
        <p:sp>
          <p:nvSpPr>
            <p:cNvPr id="11245" name="Google Shape;11245;p10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0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0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0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0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0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54" name="Shape 11254"/>
        <p:cNvGrpSpPr/>
        <p:nvPr/>
      </p:nvGrpSpPr>
      <p:grpSpPr>
        <a:xfrm>
          <a:off x="0" y="0"/>
          <a:ext cx="0" cy="0"/>
          <a:chOff x="0" y="0"/>
          <a:chExt cx="0" cy="0"/>
        </a:xfrm>
      </p:grpSpPr>
      <p:grpSp>
        <p:nvGrpSpPr>
          <p:cNvPr id="11255" name="Google Shape;11255;p102"/>
          <p:cNvGrpSpPr/>
          <p:nvPr/>
        </p:nvGrpSpPr>
        <p:grpSpPr>
          <a:xfrm>
            <a:off x="2704005" y="4083381"/>
            <a:ext cx="342144" cy="362704"/>
            <a:chOff x="2704005" y="4258781"/>
            <a:chExt cx="342144" cy="362704"/>
          </a:xfrm>
        </p:grpSpPr>
        <p:sp>
          <p:nvSpPr>
            <p:cNvPr id="11256" name="Google Shape;11256;p10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0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0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0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0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0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0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102"/>
          <p:cNvGrpSpPr/>
          <p:nvPr/>
        </p:nvGrpSpPr>
        <p:grpSpPr>
          <a:xfrm>
            <a:off x="2157462" y="4083096"/>
            <a:ext cx="347435" cy="363370"/>
            <a:chOff x="2157462" y="4258496"/>
            <a:chExt cx="347435" cy="363370"/>
          </a:xfrm>
        </p:grpSpPr>
        <p:sp>
          <p:nvSpPr>
            <p:cNvPr id="11264" name="Google Shape;11264;p10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0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0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102"/>
          <p:cNvGrpSpPr/>
          <p:nvPr/>
        </p:nvGrpSpPr>
        <p:grpSpPr>
          <a:xfrm>
            <a:off x="4010963" y="3588381"/>
            <a:ext cx="343665" cy="363211"/>
            <a:chOff x="4010963" y="3763781"/>
            <a:chExt cx="343665" cy="363211"/>
          </a:xfrm>
        </p:grpSpPr>
        <p:sp>
          <p:nvSpPr>
            <p:cNvPr id="11268" name="Google Shape;11268;p10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0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0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0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0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102"/>
          <p:cNvGrpSpPr/>
          <p:nvPr/>
        </p:nvGrpSpPr>
        <p:grpSpPr>
          <a:xfrm>
            <a:off x="2214042" y="3635109"/>
            <a:ext cx="368153" cy="311193"/>
            <a:chOff x="2214042" y="3810509"/>
            <a:chExt cx="368153" cy="311193"/>
          </a:xfrm>
        </p:grpSpPr>
        <p:sp>
          <p:nvSpPr>
            <p:cNvPr id="11274" name="Google Shape;11274;p10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0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102"/>
          <p:cNvGrpSpPr/>
          <p:nvPr/>
        </p:nvGrpSpPr>
        <p:grpSpPr>
          <a:xfrm>
            <a:off x="1768938" y="3606819"/>
            <a:ext cx="367805" cy="367773"/>
            <a:chOff x="1768938" y="3782219"/>
            <a:chExt cx="367805" cy="367773"/>
          </a:xfrm>
        </p:grpSpPr>
        <p:sp>
          <p:nvSpPr>
            <p:cNvPr id="11277" name="Google Shape;11277;p10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0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0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0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0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102"/>
          <p:cNvGrpSpPr/>
          <p:nvPr/>
        </p:nvGrpSpPr>
        <p:grpSpPr>
          <a:xfrm>
            <a:off x="2681385" y="3623039"/>
            <a:ext cx="325544" cy="327413"/>
            <a:chOff x="2681385" y="3798439"/>
            <a:chExt cx="325544" cy="327413"/>
          </a:xfrm>
        </p:grpSpPr>
        <p:sp>
          <p:nvSpPr>
            <p:cNvPr id="11283" name="Google Shape;11283;p10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0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0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0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0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0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0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102"/>
          <p:cNvGrpSpPr/>
          <p:nvPr/>
        </p:nvGrpSpPr>
        <p:grpSpPr>
          <a:xfrm>
            <a:off x="6243928" y="4088102"/>
            <a:ext cx="274254" cy="350824"/>
            <a:chOff x="6243928" y="4263502"/>
            <a:chExt cx="274254" cy="350824"/>
          </a:xfrm>
        </p:grpSpPr>
        <p:sp>
          <p:nvSpPr>
            <p:cNvPr id="11291" name="Google Shape;11291;p10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0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0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0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0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0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0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0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102"/>
          <p:cNvGrpSpPr/>
          <p:nvPr/>
        </p:nvGrpSpPr>
        <p:grpSpPr>
          <a:xfrm>
            <a:off x="3560600" y="3587938"/>
            <a:ext cx="352345" cy="363655"/>
            <a:chOff x="3560600" y="3763338"/>
            <a:chExt cx="352345" cy="363655"/>
          </a:xfrm>
        </p:grpSpPr>
        <p:sp>
          <p:nvSpPr>
            <p:cNvPr id="11300" name="Google Shape;11300;p10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0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0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102"/>
          <p:cNvGrpSpPr/>
          <p:nvPr/>
        </p:nvGrpSpPr>
        <p:grpSpPr>
          <a:xfrm>
            <a:off x="5790556" y="4085852"/>
            <a:ext cx="279513" cy="356083"/>
            <a:chOff x="5790556" y="4261252"/>
            <a:chExt cx="279513" cy="356083"/>
          </a:xfrm>
        </p:grpSpPr>
        <p:sp>
          <p:nvSpPr>
            <p:cNvPr id="11304" name="Google Shape;11304;p10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0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0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0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0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0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0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102"/>
          <p:cNvGrpSpPr/>
          <p:nvPr/>
        </p:nvGrpSpPr>
        <p:grpSpPr>
          <a:xfrm>
            <a:off x="5341333" y="4085852"/>
            <a:ext cx="278752" cy="356463"/>
            <a:chOff x="5341333" y="4261252"/>
            <a:chExt cx="278752" cy="356463"/>
          </a:xfrm>
        </p:grpSpPr>
        <p:sp>
          <p:nvSpPr>
            <p:cNvPr id="11312" name="Google Shape;11312;p10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0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0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0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0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0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0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9" name="Google Shape;11319;p10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0" name="Google Shape;11320;p102"/>
          <p:cNvGrpSpPr/>
          <p:nvPr/>
        </p:nvGrpSpPr>
        <p:grpSpPr>
          <a:xfrm>
            <a:off x="3103646" y="3590676"/>
            <a:ext cx="360233" cy="362451"/>
            <a:chOff x="3107608" y="3763401"/>
            <a:chExt cx="360233" cy="362451"/>
          </a:xfrm>
        </p:grpSpPr>
        <p:sp>
          <p:nvSpPr>
            <p:cNvPr id="11321" name="Google Shape;11321;p10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0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0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102"/>
          <p:cNvGrpSpPr/>
          <p:nvPr/>
        </p:nvGrpSpPr>
        <p:grpSpPr>
          <a:xfrm>
            <a:off x="889343" y="3625827"/>
            <a:ext cx="351585" cy="339705"/>
            <a:chOff x="889343" y="3801227"/>
            <a:chExt cx="351585" cy="339705"/>
          </a:xfrm>
        </p:grpSpPr>
        <p:sp>
          <p:nvSpPr>
            <p:cNvPr id="11325" name="Google Shape;11325;p10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0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0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0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0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102"/>
          <p:cNvGrpSpPr/>
          <p:nvPr/>
        </p:nvGrpSpPr>
        <p:grpSpPr>
          <a:xfrm>
            <a:off x="4896609" y="4085472"/>
            <a:ext cx="278784" cy="355323"/>
            <a:chOff x="4896609" y="4260872"/>
            <a:chExt cx="278784" cy="355323"/>
          </a:xfrm>
        </p:grpSpPr>
        <p:sp>
          <p:nvSpPr>
            <p:cNvPr id="11331" name="Google Shape;11331;p10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0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0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0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0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0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02"/>
          <p:cNvGrpSpPr/>
          <p:nvPr/>
        </p:nvGrpSpPr>
        <p:grpSpPr>
          <a:xfrm>
            <a:off x="7598438" y="4090731"/>
            <a:ext cx="260283" cy="345914"/>
            <a:chOff x="7598438" y="4266131"/>
            <a:chExt cx="260283" cy="345914"/>
          </a:xfrm>
        </p:grpSpPr>
        <p:sp>
          <p:nvSpPr>
            <p:cNvPr id="11338" name="Google Shape;11338;p10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0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0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0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0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0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0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102"/>
          <p:cNvGrpSpPr/>
          <p:nvPr/>
        </p:nvGrpSpPr>
        <p:grpSpPr>
          <a:xfrm>
            <a:off x="1767069" y="3184746"/>
            <a:ext cx="286324" cy="348163"/>
            <a:chOff x="1767069" y="3360146"/>
            <a:chExt cx="286324" cy="348163"/>
          </a:xfrm>
        </p:grpSpPr>
        <p:sp>
          <p:nvSpPr>
            <p:cNvPr id="11346" name="Google Shape;11346;p10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0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0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0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0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0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0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102"/>
          <p:cNvGrpSpPr/>
          <p:nvPr/>
        </p:nvGrpSpPr>
        <p:grpSpPr>
          <a:xfrm>
            <a:off x="7149944" y="4090731"/>
            <a:ext cx="260283" cy="345914"/>
            <a:chOff x="7149944" y="4266131"/>
            <a:chExt cx="260283" cy="345914"/>
          </a:xfrm>
        </p:grpSpPr>
        <p:sp>
          <p:nvSpPr>
            <p:cNvPr id="11354" name="Google Shape;11354;p10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0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0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0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0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0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102"/>
          <p:cNvGrpSpPr/>
          <p:nvPr/>
        </p:nvGrpSpPr>
        <p:grpSpPr>
          <a:xfrm>
            <a:off x="6695051" y="4083951"/>
            <a:ext cx="270104" cy="360233"/>
            <a:chOff x="6695051" y="4259351"/>
            <a:chExt cx="270104" cy="360233"/>
          </a:xfrm>
        </p:grpSpPr>
        <p:sp>
          <p:nvSpPr>
            <p:cNvPr id="11361" name="Google Shape;11361;p10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0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0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0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102"/>
          <p:cNvGrpSpPr/>
          <p:nvPr/>
        </p:nvGrpSpPr>
        <p:grpSpPr>
          <a:xfrm>
            <a:off x="8047661" y="4082051"/>
            <a:ext cx="277263" cy="362514"/>
            <a:chOff x="8047661" y="4257451"/>
            <a:chExt cx="277263" cy="362514"/>
          </a:xfrm>
        </p:grpSpPr>
        <p:sp>
          <p:nvSpPr>
            <p:cNvPr id="11366" name="Google Shape;11366;p10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0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0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0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102"/>
          <p:cNvGrpSpPr/>
          <p:nvPr/>
        </p:nvGrpSpPr>
        <p:grpSpPr>
          <a:xfrm>
            <a:off x="6248078" y="3609068"/>
            <a:ext cx="277263" cy="356115"/>
            <a:chOff x="6248078" y="3784468"/>
            <a:chExt cx="277263" cy="356115"/>
          </a:xfrm>
        </p:grpSpPr>
        <p:sp>
          <p:nvSpPr>
            <p:cNvPr id="11371" name="Google Shape;11371;p10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0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0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0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0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102"/>
          <p:cNvGrpSpPr/>
          <p:nvPr/>
        </p:nvGrpSpPr>
        <p:grpSpPr>
          <a:xfrm>
            <a:off x="5800725" y="3610589"/>
            <a:ext cx="277644" cy="354594"/>
            <a:chOff x="5800725" y="3785989"/>
            <a:chExt cx="277644" cy="354594"/>
          </a:xfrm>
        </p:grpSpPr>
        <p:sp>
          <p:nvSpPr>
            <p:cNvPr id="11377" name="Google Shape;11377;p10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0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0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0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0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0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0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102"/>
          <p:cNvGrpSpPr/>
          <p:nvPr/>
        </p:nvGrpSpPr>
        <p:grpSpPr>
          <a:xfrm>
            <a:off x="2206122" y="3185348"/>
            <a:ext cx="308183" cy="347561"/>
            <a:chOff x="2206122" y="3360748"/>
            <a:chExt cx="308183" cy="347561"/>
          </a:xfrm>
        </p:grpSpPr>
        <p:sp>
          <p:nvSpPr>
            <p:cNvPr id="11385" name="Google Shape;11385;p10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0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0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0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0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102"/>
          <p:cNvGrpSpPr/>
          <p:nvPr/>
        </p:nvGrpSpPr>
        <p:grpSpPr>
          <a:xfrm>
            <a:off x="5353403" y="3610209"/>
            <a:ext cx="277992" cy="354974"/>
            <a:chOff x="5353403" y="3785609"/>
            <a:chExt cx="277992" cy="354974"/>
          </a:xfrm>
        </p:grpSpPr>
        <p:sp>
          <p:nvSpPr>
            <p:cNvPr id="11391" name="Google Shape;11391;p10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0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0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0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0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0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102"/>
          <p:cNvGrpSpPr/>
          <p:nvPr/>
        </p:nvGrpSpPr>
        <p:grpSpPr>
          <a:xfrm>
            <a:off x="4896229" y="3610589"/>
            <a:ext cx="278784" cy="354594"/>
            <a:chOff x="4896229" y="3785989"/>
            <a:chExt cx="278784" cy="354594"/>
          </a:xfrm>
        </p:grpSpPr>
        <p:sp>
          <p:nvSpPr>
            <p:cNvPr id="11398" name="Google Shape;11398;p10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0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0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0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0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0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102"/>
          <p:cNvGrpSpPr/>
          <p:nvPr/>
        </p:nvGrpSpPr>
        <p:grpSpPr>
          <a:xfrm>
            <a:off x="7592387" y="3612458"/>
            <a:ext cx="273874" cy="351204"/>
            <a:chOff x="7592387" y="3787858"/>
            <a:chExt cx="273874" cy="351204"/>
          </a:xfrm>
        </p:grpSpPr>
        <p:sp>
          <p:nvSpPr>
            <p:cNvPr id="11405" name="Google Shape;11405;p10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0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0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0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102"/>
          <p:cNvGrpSpPr/>
          <p:nvPr/>
        </p:nvGrpSpPr>
        <p:grpSpPr>
          <a:xfrm>
            <a:off x="7145794" y="3612458"/>
            <a:ext cx="274254" cy="350444"/>
            <a:chOff x="7145794" y="3787858"/>
            <a:chExt cx="274254" cy="350444"/>
          </a:xfrm>
        </p:grpSpPr>
        <p:sp>
          <p:nvSpPr>
            <p:cNvPr id="11410" name="Google Shape;11410;p10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0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0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0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0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0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102"/>
          <p:cNvGrpSpPr/>
          <p:nvPr/>
        </p:nvGrpSpPr>
        <p:grpSpPr>
          <a:xfrm>
            <a:off x="8054060" y="3611698"/>
            <a:ext cx="266334" cy="353834"/>
            <a:chOff x="8054060" y="3787098"/>
            <a:chExt cx="266334" cy="353834"/>
          </a:xfrm>
        </p:grpSpPr>
        <p:sp>
          <p:nvSpPr>
            <p:cNvPr id="11417" name="Google Shape;11417;p10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0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0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0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102"/>
          <p:cNvGrpSpPr/>
          <p:nvPr/>
        </p:nvGrpSpPr>
        <p:grpSpPr>
          <a:xfrm>
            <a:off x="6702211" y="3607199"/>
            <a:ext cx="270104" cy="361754"/>
            <a:chOff x="6702211" y="3782599"/>
            <a:chExt cx="270104" cy="361754"/>
          </a:xfrm>
        </p:grpSpPr>
        <p:sp>
          <p:nvSpPr>
            <p:cNvPr id="11422" name="Google Shape;11422;p10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0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0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0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0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102"/>
          <p:cNvGrpSpPr/>
          <p:nvPr/>
        </p:nvGrpSpPr>
        <p:grpSpPr>
          <a:xfrm>
            <a:off x="3516886" y="3263327"/>
            <a:ext cx="391854" cy="269922"/>
            <a:chOff x="3516850" y="3406526"/>
            <a:chExt cx="369674" cy="254644"/>
          </a:xfrm>
        </p:grpSpPr>
        <p:sp>
          <p:nvSpPr>
            <p:cNvPr id="11428" name="Google Shape;11428;p10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0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0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0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102"/>
          <p:cNvGrpSpPr/>
          <p:nvPr/>
        </p:nvGrpSpPr>
        <p:grpSpPr>
          <a:xfrm>
            <a:off x="1310655" y="3185127"/>
            <a:ext cx="306314" cy="347403"/>
            <a:chOff x="1310655" y="3360527"/>
            <a:chExt cx="306314" cy="347403"/>
          </a:xfrm>
        </p:grpSpPr>
        <p:sp>
          <p:nvSpPr>
            <p:cNvPr id="11433" name="Google Shape;11433;p10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0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0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0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0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102"/>
          <p:cNvGrpSpPr/>
          <p:nvPr/>
        </p:nvGrpSpPr>
        <p:grpSpPr>
          <a:xfrm>
            <a:off x="3119678" y="3184746"/>
            <a:ext cx="269343" cy="348543"/>
            <a:chOff x="3119678" y="3360146"/>
            <a:chExt cx="269343" cy="348543"/>
          </a:xfrm>
        </p:grpSpPr>
        <p:sp>
          <p:nvSpPr>
            <p:cNvPr id="11439" name="Google Shape;11439;p10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0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0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0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0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0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0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102"/>
          <p:cNvGrpSpPr/>
          <p:nvPr/>
        </p:nvGrpSpPr>
        <p:grpSpPr>
          <a:xfrm>
            <a:off x="3967213" y="3181547"/>
            <a:ext cx="368185" cy="354753"/>
            <a:chOff x="3967213" y="3356947"/>
            <a:chExt cx="368185" cy="354753"/>
          </a:xfrm>
        </p:grpSpPr>
        <p:sp>
          <p:nvSpPr>
            <p:cNvPr id="11447" name="Google Shape;11447;p10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0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0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0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0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102"/>
          <p:cNvGrpSpPr/>
          <p:nvPr/>
        </p:nvGrpSpPr>
        <p:grpSpPr>
          <a:xfrm>
            <a:off x="871254" y="3184746"/>
            <a:ext cx="285183" cy="347023"/>
            <a:chOff x="871254" y="3360146"/>
            <a:chExt cx="285183" cy="347023"/>
          </a:xfrm>
        </p:grpSpPr>
        <p:sp>
          <p:nvSpPr>
            <p:cNvPr id="11453" name="Google Shape;11453;p10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0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0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0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102"/>
          <p:cNvGrpSpPr/>
          <p:nvPr/>
        </p:nvGrpSpPr>
        <p:grpSpPr>
          <a:xfrm>
            <a:off x="2665165" y="3184746"/>
            <a:ext cx="281794" cy="349684"/>
            <a:chOff x="2665165" y="3360146"/>
            <a:chExt cx="281794" cy="349684"/>
          </a:xfrm>
        </p:grpSpPr>
        <p:sp>
          <p:nvSpPr>
            <p:cNvPr id="11458" name="Google Shape;11458;p10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0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0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0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0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102"/>
          <p:cNvGrpSpPr/>
          <p:nvPr/>
        </p:nvGrpSpPr>
        <p:grpSpPr>
          <a:xfrm>
            <a:off x="7156344" y="3172296"/>
            <a:ext cx="264465" cy="353074"/>
            <a:chOff x="7156344" y="3347696"/>
            <a:chExt cx="264465" cy="353074"/>
          </a:xfrm>
        </p:grpSpPr>
        <p:sp>
          <p:nvSpPr>
            <p:cNvPr id="11464" name="Google Shape;11464;p10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0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0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0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0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102"/>
          <p:cNvGrpSpPr/>
          <p:nvPr/>
        </p:nvGrpSpPr>
        <p:grpSpPr>
          <a:xfrm>
            <a:off x="6703732" y="3171536"/>
            <a:ext cx="264813" cy="352693"/>
            <a:chOff x="6703732" y="3346936"/>
            <a:chExt cx="264813" cy="352693"/>
          </a:xfrm>
        </p:grpSpPr>
        <p:sp>
          <p:nvSpPr>
            <p:cNvPr id="11470" name="Google Shape;11470;p10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0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0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0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0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102"/>
          <p:cNvGrpSpPr/>
          <p:nvPr/>
        </p:nvGrpSpPr>
        <p:grpSpPr>
          <a:xfrm>
            <a:off x="6252228" y="3171536"/>
            <a:ext cx="265193" cy="352693"/>
            <a:chOff x="6252228" y="3346936"/>
            <a:chExt cx="265193" cy="352693"/>
          </a:xfrm>
        </p:grpSpPr>
        <p:sp>
          <p:nvSpPr>
            <p:cNvPr id="11476" name="Google Shape;11476;p10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0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0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102"/>
          <p:cNvGrpSpPr/>
          <p:nvPr/>
        </p:nvGrpSpPr>
        <p:grpSpPr>
          <a:xfrm>
            <a:off x="5801105" y="3172296"/>
            <a:ext cx="264813" cy="351933"/>
            <a:chOff x="5801105" y="3347696"/>
            <a:chExt cx="264813" cy="351933"/>
          </a:xfrm>
        </p:grpSpPr>
        <p:sp>
          <p:nvSpPr>
            <p:cNvPr id="11480" name="Google Shape;11480;p10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0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0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0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102"/>
          <p:cNvGrpSpPr/>
          <p:nvPr/>
        </p:nvGrpSpPr>
        <p:grpSpPr>
          <a:xfrm>
            <a:off x="5349253" y="3171536"/>
            <a:ext cx="265922" cy="352693"/>
            <a:chOff x="5349253" y="3346936"/>
            <a:chExt cx="265922" cy="352693"/>
          </a:xfrm>
        </p:grpSpPr>
        <p:sp>
          <p:nvSpPr>
            <p:cNvPr id="11485" name="Google Shape;11485;p10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0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0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0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0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0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102"/>
          <p:cNvGrpSpPr/>
          <p:nvPr/>
        </p:nvGrpSpPr>
        <p:grpSpPr>
          <a:xfrm>
            <a:off x="4907159" y="3171536"/>
            <a:ext cx="264845" cy="354214"/>
            <a:chOff x="4907159" y="3346936"/>
            <a:chExt cx="264845" cy="354214"/>
          </a:xfrm>
        </p:grpSpPr>
        <p:sp>
          <p:nvSpPr>
            <p:cNvPr id="11492" name="Google Shape;11492;p10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0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102"/>
          <p:cNvGrpSpPr/>
          <p:nvPr/>
        </p:nvGrpSpPr>
        <p:grpSpPr>
          <a:xfrm>
            <a:off x="8048421" y="3159086"/>
            <a:ext cx="276503" cy="369674"/>
            <a:chOff x="8048421" y="3334486"/>
            <a:chExt cx="276503" cy="369674"/>
          </a:xfrm>
        </p:grpSpPr>
        <p:sp>
          <p:nvSpPr>
            <p:cNvPr id="11495" name="Google Shape;11495;p10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0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0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0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0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0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102"/>
          <p:cNvGrpSpPr/>
          <p:nvPr/>
        </p:nvGrpSpPr>
        <p:grpSpPr>
          <a:xfrm>
            <a:off x="7575787" y="3154555"/>
            <a:ext cx="295384" cy="376834"/>
            <a:chOff x="7575787" y="3329955"/>
            <a:chExt cx="295384" cy="376834"/>
          </a:xfrm>
        </p:grpSpPr>
        <p:sp>
          <p:nvSpPr>
            <p:cNvPr id="11502" name="Google Shape;11502;p10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0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0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0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0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0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102"/>
          <p:cNvGrpSpPr/>
          <p:nvPr/>
        </p:nvGrpSpPr>
        <p:grpSpPr>
          <a:xfrm>
            <a:off x="864062" y="2709103"/>
            <a:ext cx="264084" cy="347783"/>
            <a:chOff x="864062" y="2884503"/>
            <a:chExt cx="264084" cy="347783"/>
          </a:xfrm>
        </p:grpSpPr>
        <p:sp>
          <p:nvSpPr>
            <p:cNvPr id="11509" name="Google Shape;11509;p10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0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0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0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0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0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0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0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0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0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102"/>
          <p:cNvGrpSpPr/>
          <p:nvPr/>
        </p:nvGrpSpPr>
        <p:grpSpPr>
          <a:xfrm>
            <a:off x="3978523" y="2709261"/>
            <a:ext cx="348955" cy="346516"/>
            <a:chOff x="3978523" y="2884661"/>
            <a:chExt cx="348955" cy="346516"/>
          </a:xfrm>
        </p:grpSpPr>
        <p:sp>
          <p:nvSpPr>
            <p:cNvPr id="11520" name="Google Shape;11520;p10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0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0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0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0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0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0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0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102"/>
          <p:cNvGrpSpPr/>
          <p:nvPr/>
        </p:nvGrpSpPr>
        <p:grpSpPr>
          <a:xfrm>
            <a:off x="3527780" y="2709863"/>
            <a:ext cx="347435" cy="345534"/>
            <a:chOff x="3527780" y="2885263"/>
            <a:chExt cx="347435" cy="345534"/>
          </a:xfrm>
        </p:grpSpPr>
        <p:sp>
          <p:nvSpPr>
            <p:cNvPr id="11529" name="Google Shape;11529;p10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0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0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0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0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0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0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0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0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0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0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0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0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0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0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0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0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0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0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0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0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0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0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102"/>
          <p:cNvGrpSpPr/>
          <p:nvPr/>
        </p:nvGrpSpPr>
        <p:grpSpPr>
          <a:xfrm>
            <a:off x="2239671" y="2709103"/>
            <a:ext cx="218053" cy="348543"/>
            <a:chOff x="2239671" y="2884503"/>
            <a:chExt cx="218053" cy="348543"/>
          </a:xfrm>
        </p:grpSpPr>
        <p:sp>
          <p:nvSpPr>
            <p:cNvPr id="11553" name="Google Shape;11553;p10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0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0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0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0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102"/>
          <p:cNvGrpSpPr/>
          <p:nvPr/>
        </p:nvGrpSpPr>
        <p:grpSpPr>
          <a:xfrm>
            <a:off x="2691555" y="2709103"/>
            <a:ext cx="215044" cy="348924"/>
            <a:chOff x="2691555" y="2884503"/>
            <a:chExt cx="215044" cy="348924"/>
          </a:xfrm>
        </p:grpSpPr>
        <p:sp>
          <p:nvSpPr>
            <p:cNvPr id="11559" name="Google Shape;11559;p10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0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0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102"/>
          <p:cNvGrpSpPr/>
          <p:nvPr/>
        </p:nvGrpSpPr>
        <p:grpSpPr>
          <a:xfrm>
            <a:off x="1770459" y="2709103"/>
            <a:ext cx="254644" cy="348828"/>
            <a:chOff x="1770459" y="2884503"/>
            <a:chExt cx="254644" cy="348828"/>
          </a:xfrm>
        </p:grpSpPr>
        <p:sp>
          <p:nvSpPr>
            <p:cNvPr id="11563" name="Google Shape;11563;p10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0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0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0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0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0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0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0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102"/>
          <p:cNvGrpSpPr/>
          <p:nvPr/>
        </p:nvGrpSpPr>
        <p:grpSpPr>
          <a:xfrm>
            <a:off x="1317466" y="2709483"/>
            <a:ext cx="258382" cy="348543"/>
            <a:chOff x="1317466" y="2884883"/>
            <a:chExt cx="258382" cy="348543"/>
          </a:xfrm>
        </p:grpSpPr>
        <p:sp>
          <p:nvSpPr>
            <p:cNvPr id="11572" name="Google Shape;11572;p10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0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0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0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0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0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0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0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102"/>
          <p:cNvGrpSpPr/>
          <p:nvPr/>
        </p:nvGrpSpPr>
        <p:grpSpPr>
          <a:xfrm>
            <a:off x="3121167" y="2709483"/>
            <a:ext cx="258414" cy="348543"/>
            <a:chOff x="3121167" y="2884883"/>
            <a:chExt cx="258414" cy="348543"/>
          </a:xfrm>
        </p:grpSpPr>
        <p:sp>
          <p:nvSpPr>
            <p:cNvPr id="11581" name="Google Shape;11581;p10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0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0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0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0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0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0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0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102"/>
          <p:cNvGrpSpPr/>
          <p:nvPr/>
        </p:nvGrpSpPr>
        <p:grpSpPr>
          <a:xfrm>
            <a:off x="4899999" y="2706695"/>
            <a:ext cx="271244" cy="346801"/>
            <a:chOff x="4899999" y="2882095"/>
            <a:chExt cx="271244" cy="346801"/>
          </a:xfrm>
        </p:grpSpPr>
        <p:sp>
          <p:nvSpPr>
            <p:cNvPr id="11590" name="Google Shape;11590;p10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0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0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0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0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0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0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0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0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0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102"/>
          <p:cNvGrpSpPr/>
          <p:nvPr/>
        </p:nvGrpSpPr>
        <p:grpSpPr>
          <a:xfrm>
            <a:off x="7162775" y="2705713"/>
            <a:ext cx="259523" cy="346294"/>
            <a:chOff x="7162775" y="2881113"/>
            <a:chExt cx="259523" cy="346294"/>
          </a:xfrm>
        </p:grpSpPr>
        <p:sp>
          <p:nvSpPr>
            <p:cNvPr id="11601" name="Google Shape;11601;p10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0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0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0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0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0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102"/>
          <p:cNvGrpSpPr/>
          <p:nvPr/>
        </p:nvGrpSpPr>
        <p:grpSpPr>
          <a:xfrm>
            <a:off x="6709751" y="2706442"/>
            <a:ext cx="261075" cy="347815"/>
            <a:chOff x="6709751" y="2881842"/>
            <a:chExt cx="261075" cy="347815"/>
          </a:xfrm>
        </p:grpSpPr>
        <p:sp>
          <p:nvSpPr>
            <p:cNvPr id="11608" name="Google Shape;11608;p10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0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0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0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0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0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102"/>
          <p:cNvGrpSpPr/>
          <p:nvPr/>
        </p:nvGrpSpPr>
        <p:grpSpPr>
          <a:xfrm>
            <a:off x="5807156" y="2705713"/>
            <a:ext cx="261043" cy="348163"/>
            <a:chOff x="5807156" y="2881113"/>
            <a:chExt cx="261043" cy="348163"/>
          </a:xfrm>
        </p:grpSpPr>
        <p:sp>
          <p:nvSpPr>
            <p:cNvPr id="11615" name="Google Shape;11615;p10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0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0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0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0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102"/>
          <p:cNvGrpSpPr/>
          <p:nvPr/>
        </p:nvGrpSpPr>
        <p:grpSpPr>
          <a:xfrm>
            <a:off x="5355653" y="2706093"/>
            <a:ext cx="262184" cy="346643"/>
            <a:chOff x="5355653" y="2881493"/>
            <a:chExt cx="262184" cy="346643"/>
          </a:xfrm>
        </p:grpSpPr>
        <p:sp>
          <p:nvSpPr>
            <p:cNvPr id="11621" name="Google Shape;11621;p10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0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0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0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0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102"/>
          <p:cNvGrpSpPr/>
          <p:nvPr/>
        </p:nvGrpSpPr>
        <p:grpSpPr>
          <a:xfrm>
            <a:off x="8055961" y="2706442"/>
            <a:ext cx="260283" cy="345914"/>
            <a:chOff x="8055961" y="2881842"/>
            <a:chExt cx="260283" cy="345914"/>
          </a:xfrm>
        </p:grpSpPr>
        <p:sp>
          <p:nvSpPr>
            <p:cNvPr id="11627" name="Google Shape;11627;p10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0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0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0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102"/>
          <p:cNvGrpSpPr/>
          <p:nvPr/>
        </p:nvGrpSpPr>
        <p:grpSpPr>
          <a:xfrm>
            <a:off x="7609368" y="2718512"/>
            <a:ext cx="264813" cy="353105"/>
            <a:chOff x="7609368" y="2893912"/>
            <a:chExt cx="264813" cy="353105"/>
          </a:xfrm>
        </p:grpSpPr>
        <p:sp>
          <p:nvSpPr>
            <p:cNvPr id="11632" name="Google Shape;11632;p10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0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0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0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0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0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102"/>
          <p:cNvGrpSpPr/>
          <p:nvPr/>
        </p:nvGrpSpPr>
        <p:grpSpPr>
          <a:xfrm>
            <a:off x="6248458" y="2694372"/>
            <a:ext cx="270864" cy="360645"/>
            <a:chOff x="6248458" y="2869772"/>
            <a:chExt cx="270864" cy="360645"/>
          </a:xfrm>
        </p:grpSpPr>
        <p:sp>
          <p:nvSpPr>
            <p:cNvPr id="11639" name="Google Shape;11639;p10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0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0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0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0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102"/>
          <p:cNvGrpSpPr/>
          <p:nvPr/>
        </p:nvGrpSpPr>
        <p:grpSpPr>
          <a:xfrm>
            <a:off x="3075928" y="2270398"/>
            <a:ext cx="363243" cy="300675"/>
            <a:chOff x="3075928" y="2445798"/>
            <a:chExt cx="363243" cy="300675"/>
          </a:xfrm>
        </p:grpSpPr>
        <p:sp>
          <p:nvSpPr>
            <p:cNvPr id="11645" name="Google Shape;11645;p10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0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0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0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0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0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0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0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0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0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0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102"/>
          <p:cNvGrpSpPr/>
          <p:nvPr/>
        </p:nvGrpSpPr>
        <p:grpSpPr>
          <a:xfrm>
            <a:off x="2633105" y="2256459"/>
            <a:ext cx="363243" cy="328585"/>
            <a:chOff x="2633105" y="2431859"/>
            <a:chExt cx="363243" cy="328585"/>
          </a:xfrm>
        </p:grpSpPr>
        <p:sp>
          <p:nvSpPr>
            <p:cNvPr id="11657" name="Google Shape;11657;p10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0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0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0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0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0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0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0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102"/>
          <p:cNvGrpSpPr/>
          <p:nvPr/>
        </p:nvGrpSpPr>
        <p:grpSpPr>
          <a:xfrm>
            <a:off x="2189142" y="2245910"/>
            <a:ext cx="365904" cy="350064"/>
            <a:chOff x="2189142" y="2421310"/>
            <a:chExt cx="365904" cy="350064"/>
          </a:xfrm>
        </p:grpSpPr>
        <p:sp>
          <p:nvSpPr>
            <p:cNvPr id="11666" name="Google Shape;11666;p10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0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0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0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0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0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0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0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0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5" name="Google Shape;11675;p10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6" name="Google Shape;11676;p102"/>
          <p:cNvGrpSpPr/>
          <p:nvPr/>
        </p:nvGrpSpPr>
        <p:grpSpPr>
          <a:xfrm>
            <a:off x="3961923" y="2310917"/>
            <a:ext cx="364415" cy="220936"/>
            <a:chOff x="3961923" y="2486317"/>
            <a:chExt cx="364415" cy="220936"/>
          </a:xfrm>
        </p:grpSpPr>
        <p:sp>
          <p:nvSpPr>
            <p:cNvPr id="11677" name="Google Shape;11677;p10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0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0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0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10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102"/>
          <p:cNvGrpSpPr/>
          <p:nvPr/>
        </p:nvGrpSpPr>
        <p:grpSpPr>
          <a:xfrm>
            <a:off x="1303876" y="2243977"/>
            <a:ext cx="363275" cy="354626"/>
            <a:chOff x="1303876" y="2419377"/>
            <a:chExt cx="363275" cy="354626"/>
          </a:xfrm>
        </p:grpSpPr>
        <p:sp>
          <p:nvSpPr>
            <p:cNvPr id="11683" name="Google Shape;11683;p10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0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0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0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0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0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0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0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102"/>
          <p:cNvGrpSpPr/>
          <p:nvPr/>
        </p:nvGrpSpPr>
        <p:grpSpPr>
          <a:xfrm>
            <a:off x="861053" y="2239510"/>
            <a:ext cx="362134" cy="363623"/>
            <a:chOff x="861053" y="2414910"/>
            <a:chExt cx="362134" cy="363623"/>
          </a:xfrm>
        </p:grpSpPr>
        <p:sp>
          <p:nvSpPr>
            <p:cNvPr id="11692" name="Google Shape;11692;p10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0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0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0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0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102"/>
          <p:cNvGrpSpPr/>
          <p:nvPr/>
        </p:nvGrpSpPr>
        <p:grpSpPr>
          <a:xfrm>
            <a:off x="7594288" y="2239859"/>
            <a:ext cx="279513" cy="355735"/>
            <a:chOff x="7594288" y="2415259"/>
            <a:chExt cx="279513" cy="355735"/>
          </a:xfrm>
        </p:grpSpPr>
        <p:sp>
          <p:nvSpPr>
            <p:cNvPr id="11698" name="Google Shape;11698;p10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0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0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0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0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0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102"/>
          <p:cNvGrpSpPr/>
          <p:nvPr/>
        </p:nvGrpSpPr>
        <p:grpSpPr>
          <a:xfrm>
            <a:off x="7145794" y="2240239"/>
            <a:ext cx="278784" cy="355735"/>
            <a:chOff x="7145794" y="2415639"/>
            <a:chExt cx="278784" cy="355735"/>
          </a:xfrm>
        </p:grpSpPr>
        <p:sp>
          <p:nvSpPr>
            <p:cNvPr id="11705" name="Google Shape;11705;p10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0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0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0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0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0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0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0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0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0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102"/>
          <p:cNvGrpSpPr/>
          <p:nvPr/>
        </p:nvGrpSpPr>
        <p:grpSpPr>
          <a:xfrm>
            <a:off x="6698441" y="2239130"/>
            <a:ext cx="277644" cy="357984"/>
            <a:chOff x="6698441" y="2414530"/>
            <a:chExt cx="277644" cy="357984"/>
          </a:xfrm>
        </p:grpSpPr>
        <p:sp>
          <p:nvSpPr>
            <p:cNvPr id="11716" name="Google Shape;11716;p10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0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0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0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0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0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102"/>
          <p:cNvGrpSpPr/>
          <p:nvPr/>
        </p:nvGrpSpPr>
        <p:grpSpPr>
          <a:xfrm>
            <a:off x="4897750" y="2240239"/>
            <a:ext cx="279513" cy="357255"/>
            <a:chOff x="4897750" y="2415639"/>
            <a:chExt cx="279513" cy="357255"/>
          </a:xfrm>
        </p:grpSpPr>
        <p:sp>
          <p:nvSpPr>
            <p:cNvPr id="11723" name="Google Shape;11723;p10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0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0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0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0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0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0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0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102"/>
          <p:cNvGrpSpPr/>
          <p:nvPr/>
        </p:nvGrpSpPr>
        <p:grpSpPr>
          <a:xfrm>
            <a:off x="5812066" y="2240619"/>
            <a:ext cx="264813" cy="353454"/>
            <a:chOff x="5812066" y="2416019"/>
            <a:chExt cx="264813" cy="353454"/>
          </a:xfrm>
        </p:grpSpPr>
        <p:sp>
          <p:nvSpPr>
            <p:cNvPr id="11732" name="Google Shape;11732;p10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0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0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0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0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0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0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102"/>
          <p:cNvGrpSpPr/>
          <p:nvPr/>
        </p:nvGrpSpPr>
        <p:grpSpPr>
          <a:xfrm>
            <a:off x="8054820" y="2240999"/>
            <a:ext cx="264433" cy="353454"/>
            <a:chOff x="8054820" y="2416399"/>
            <a:chExt cx="264433" cy="353454"/>
          </a:xfrm>
        </p:grpSpPr>
        <p:sp>
          <p:nvSpPr>
            <p:cNvPr id="11740" name="Google Shape;11740;p10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0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0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0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0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0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102"/>
          <p:cNvGrpSpPr/>
          <p:nvPr/>
        </p:nvGrpSpPr>
        <p:grpSpPr>
          <a:xfrm>
            <a:off x="5356413" y="2237990"/>
            <a:ext cx="271212" cy="361374"/>
            <a:chOff x="5356413" y="2413390"/>
            <a:chExt cx="271212" cy="361374"/>
          </a:xfrm>
        </p:grpSpPr>
        <p:sp>
          <p:nvSpPr>
            <p:cNvPr id="11747" name="Google Shape;11747;p10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0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0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0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0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102"/>
          <p:cNvGrpSpPr/>
          <p:nvPr/>
        </p:nvGrpSpPr>
        <p:grpSpPr>
          <a:xfrm>
            <a:off x="6255238" y="2236849"/>
            <a:ext cx="271244" cy="360994"/>
            <a:chOff x="6255238" y="2412249"/>
            <a:chExt cx="271244" cy="360994"/>
          </a:xfrm>
        </p:grpSpPr>
        <p:sp>
          <p:nvSpPr>
            <p:cNvPr id="11753" name="Google Shape;11753;p10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0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0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0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0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0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102"/>
          <p:cNvGrpSpPr/>
          <p:nvPr/>
        </p:nvGrpSpPr>
        <p:grpSpPr>
          <a:xfrm>
            <a:off x="2185372" y="1782399"/>
            <a:ext cx="366664" cy="366981"/>
            <a:chOff x="2185372" y="1957799"/>
            <a:chExt cx="366664" cy="366981"/>
          </a:xfrm>
        </p:grpSpPr>
        <p:sp>
          <p:nvSpPr>
            <p:cNvPr id="11760" name="Google Shape;11760;p10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0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0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0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0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0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0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0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102"/>
          <p:cNvGrpSpPr/>
          <p:nvPr/>
        </p:nvGrpSpPr>
        <p:grpSpPr>
          <a:xfrm>
            <a:off x="1737258" y="1812971"/>
            <a:ext cx="370814" cy="307359"/>
            <a:chOff x="1737258" y="1988371"/>
            <a:chExt cx="370814" cy="307359"/>
          </a:xfrm>
        </p:grpSpPr>
        <p:sp>
          <p:nvSpPr>
            <p:cNvPr id="11769" name="Google Shape;11769;p10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0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0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0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102"/>
          <p:cNvGrpSpPr/>
          <p:nvPr/>
        </p:nvGrpSpPr>
        <p:grpSpPr>
          <a:xfrm>
            <a:off x="848983" y="1814111"/>
            <a:ext cx="369294" cy="304350"/>
            <a:chOff x="848983" y="1989511"/>
            <a:chExt cx="369294" cy="304350"/>
          </a:xfrm>
        </p:grpSpPr>
        <p:sp>
          <p:nvSpPr>
            <p:cNvPr id="11774" name="Google Shape;11774;p10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0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0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0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0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102"/>
          <p:cNvGrpSpPr/>
          <p:nvPr/>
        </p:nvGrpSpPr>
        <p:grpSpPr>
          <a:xfrm>
            <a:off x="3074027" y="1808377"/>
            <a:ext cx="380604" cy="313854"/>
            <a:chOff x="3074027" y="1983777"/>
            <a:chExt cx="380604" cy="313854"/>
          </a:xfrm>
        </p:grpSpPr>
        <p:sp>
          <p:nvSpPr>
            <p:cNvPr id="11780" name="Google Shape;11780;p10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0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0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0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0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102"/>
          <p:cNvGrpSpPr/>
          <p:nvPr/>
        </p:nvGrpSpPr>
        <p:grpSpPr>
          <a:xfrm>
            <a:off x="3522521" y="1800457"/>
            <a:ext cx="367013" cy="331278"/>
            <a:chOff x="3522521" y="1975857"/>
            <a:chExt cx="367013" cy="331278"/>
          </a:xfrm>
        </p:grpSpPr>
        <p:sp>
          <p:nvSpPr>
            <p:cNvPr id="11786" name="Google Shape;11786;p10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0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0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0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0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0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0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102"/>
          <p:cNvGrpSpPr/>
          <p:nvPr/>
        </p:nvGrpSpPr>
        <p:grpSpPr>
          <a:xfrm>
            <a:off x="2630824" y="1801566"/>
            <a:ext cx="368185" cy="330454"/>
            <a:chOff x="2630824" y="1976966"/>
            <a:chExt cx="368185" cy="330454"/>
          </a:xfrm>
        </p:grpSpPr>
        <p:sp>
          <p:nvSpPr>
            <p:cNvPr id="11794" name="Google Shape;11794;p10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0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0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0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0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0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0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0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102"/>
          <p:cNvGrpSpPr/>
          <p:nvPr/>
        </p:nvGrpSpPr>
        <p:grpSpPr>
          <a:xfrm>
            <a:off x="1293706" y="1791016"/>
            <a:ext cx="369294" cy="350444"/>
            <a:chOff x="1293706" y="1966416"/>
            <a:chExt cx="369294" cy="350444"/>
          </a:xfrm>
        </p:grpSpPr>
        <p:sp>
          <p:nvSpPr>
            <p:cNvPr id="11803" name="Google Shape;11803;p10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0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0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0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0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0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0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0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102"/>
          <p:cNvGrpSpPr/>
          <p:nvPr/>
        </p:nvGrpSpPr>
        <p:grpSpPr>
          <a:xfrm>
            <a:off x="3967213" y="1800077"/>
            <a:ext cx="368185" cy="331816"/>
            <a:chOff x="3967213" y="1975477"/>
            <a:chExt cx="368185" cy="331816"/>
          </a:xfrm>
        </p:grpSpPr>
        <p:sp>
          <p:nvSpPr>
            <p:cNvPr id="11812" name="Google Shape;11812;p10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0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0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102"/>
          <p:cNvGrpSpPr/>
          <p:nvPr/>
        </p:nvGrpSpPr>
        <p:grpSpPr>
          <a:xfrm>
            <a:off x="8047661" y="1793646"/>
            <a:ext cx="279132" cy="356875"/>
            <a:chOff x="8047661" y="1969046"/>
            <a:chExt cx="279132" cy="356875"/>
          </a:xfrm>
        </p:grpSpPr>
        <p:sp>
          <p:nvSpPr>
            <p:cNvPr id="11816" name="Google Shape;11816;p10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0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0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0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102"/>
          <p:cNvGrpSpPr/>
          <p:nvPr/>
        </p:nvGrpSpPr>
        <p:grpSpPr>
          <a:xfrm>
            <a:off x="7596157" y="1792759"/>
            <a:ext cx="279544" cy="358142"/>
            <a:chOff x="7596157" y="1968159"/>
            <a:chExt cx="279544" cy="358142"/>
          </a:xfrm>
        </p:grpSpPr>
        <p:sp>
          <p:nvSpPr>
            <p:cNvPr id="11821" name="Google Shape;11821;p10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0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0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0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0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0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102"/>
          <p:cNvGrpSpPr/>
          <p:nvPr/>
        </p:nvGrpSpPr>
        <p:grpSpPr>
          <a:xfrm>
            <a:off x="7147315" y="1793646"/>
            <a:ext cx="279513" cy="357636"/>
            <a:chOff x="7147315" y="1969046"/>
            <a:chExt cx="279513" cy="357636"/>
          </a:xfrm>
        </p:grpSpPr>
        <p:sp>
          <p:nvSpPr>
            <p:cNvPr id="11828" name="Google Shape;11828;p10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0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0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0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0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0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0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102"/>
          <p:cNvGrpSpPr/>
          <p:nvPr/>
        </p:nvGrpSpPr>
        <p:grpSpPr>
          <a:xfrm>
            <a:off x="6697681" y="1792917"/>
            <a:ext cx="280305" cy="359093"/>
            <a:chOff x="6697681" y="1968317"/>
            <a:chExt cx="280305" cy="359093"/>
          </a:xfrm>
        </p:grpSpPr>
        <p:sp>
          <p:nvSpPr>
            <p:cNvPr id="11836" name="Google Shape;11836;p10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0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0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0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0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0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0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102"/>
          <p:cNvGrpSpPr/>
          <p:nvPr/>
        </p:nvGrpSpPr>
        <p:grpSpPr>
          <a:xfrm>
            <a:off x="6248839" y="1792537"/>
            <a:ext cx="280273" cy="358744"/>
            <a:chOff x="6248839" y="1967937"/>
            <a:chExt cx="280273" cy="358744"/>
          </a:xfrm>
        </p:grpSpPr>
        <p:sp>
          <p:nvSpPr>
            <p:cNvPr id="11844" name="Google Shape;11844;p10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0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0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0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0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0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102"/>
          <p:cNvGrpSpPr/>
          <p:nvPr/>
        </p:nvGrpSpPr>
        <p:grpSpPr>
          <a:xfrm>
            <a:off x="5801485" y="1793646"/>
            <a:ext cx="279164" cy="357794"/>
            <a:chOff x="5801485" y="1969046"/>
            <a:chExt cx="279164" cy="357794"/>
          </a:xfrm>
        </p:grpSpPr>
        <p:sp>
          <p:nvSpPr>
            <p:cNvPr id="11851" name="Google Shape;11851;p10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0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0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0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0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0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0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0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0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0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0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0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0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102"/>
          <p:cNvGrpSpPr/>
          <p:nvPr/>
        </p:nvGrpSpPr>
        <p:grpSpPr>
          <a:xfrm>
            <a:off x="5352643" y="1793646"/>
            <a:ext cx="278404" cy="358364"/>
            <a:chOff x="5352643" y="1969046"/>
            <a:chExt cx="278404" cy="358364"/>
          </a:xfrm>
        </p:grpSpPr>
        <p:sp>
          <p:nvSpPr>
            <p:cNvPr id="11865" name="Google Shape;11865;p10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0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0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0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102"/>
          <p:cNvGrpSpPr/>
          <p:nvPr/>
        </p:nvGrpSpPr>
        <p:grpSpPr>
          <a:xfrm>
            <a:off x="4897750" y="1792917"/>
            <a:ext cx="279132" cy="358364"/>
            <a:chOff x="4897750" y="1968317"/>
            <a:chExt cx="279132" cy="358364"/>
          </a:xfrm>
        </p:grpSpPr>
        <p:sp>
          <p:nvSpPr>
            <p:cNvPr id="11870" name="Google Shape;11870;p10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0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0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0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0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0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0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0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0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0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0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0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0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3" name="Google Shape;11883;p10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4" name="Google Shape;11884;p102"/>
          <p:cNvGrpSpPr/>
          <p:nvPr/>
        </p:nvGrpSpPr>
        <p:grpSpPr>
          <a:xfrm>
            <a:off x="1767449" y="1337644"/>
            <a:ext cx="324403" cy="347783"/>
            <a:chOff x="1767449" y="1513044"/>
            <a:chExt cx="324403" cy="347783"/>
          </a:xfrm>
        </p:grpSpPr>
        <p:sp>
          <p:nvSpPr>
            <p:cNvPr id="11885" name="Google Shape;11885;p10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0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0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0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0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0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0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0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0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102"/>
          <p:cNvGrpSpPr/>
          <p:nvPr/>
        </p:nvGrpSpPr>
        <p:grpSpPr>
          <a:xfrm>
            <a:off x="4007193" y="1337327"/>
            <a:ext cx="320633" cy="348100"/>
            <a:chOff x="4007193" y="1512727"/>
            <a:chExt cx="320633" cy="348100"/>
          </a:xfrm>
        </p:grpSpPr>
        <p:sp>
          <p:nvSpPr>
            <p:cNvPr id="11895" name="Google Shape;11895;p10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0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0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0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0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102"/>
          <p:cNvGrpSpPr/>
          <p:nvPr/>
        </p:nvGrpSpPr>
        <p:grpSpPr>
          <a:xfrm>
            <a:off x="3530425" y="1333347"/>
            <a:ext cx="368175" cy="344594"/>
            <a:chOff x="3530425" y="1508747"/>
            <a:chExt cx="368175" cy="344594"/>
          </a:xfrm>
        </p:grpSpPr>
        <p:sp>
          <p:nvSpPr>
            <p:cNvPr id="11901" name="Google Shape;11901;p10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0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0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0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102"/>
          <p:cNvGrpSpPr/>
          <p:nvPr/>
        </p:nvGrpSpPr>
        <p:grpSpPr>
          <a:xfrm>
            <a:off x="3127598" y="1337834"/>
            <a:ext cx="289714" cy="347593"/>
            <a:chOff x="3127598" y="1513234"/>
            <a:chExt cx="289714" cy="347593"/>
          </a:xfrm>
        </p:grpSpPr>
        <p:sp>
          <p:nvSpPr>
            <p:cNvPr id="11906" name="Google Shape;11906;p10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0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0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0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0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102"/>
          <p:cNvGrpSpPr/>
          <p:nvPr/>
        </p:nvGrpSpPr>
        <p:grpSpPr>
          <a:xfrm>
            <a:off x="2662884" y="1337644"/>
            <a:ext cx="322914" cy="348543"/>
            <a:chOff x="2662884" y="1513044"/>
            <a:chExt cx="322914" cy="348543"/>
          </a:xfrm>
        </p:grpSpPr>
        <p:sp>
          <p:nvSpPr>
            <p:cNvPr id="11912" name="Google Shape;11912;p10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0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0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0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0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0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0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0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0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0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102"/>
          <p:cNvGrpSpPr/>
          <p:nvPr/>
        </p:nvGrpSpPr>
        <p:grpSpPr>
          <a:xfrm>
            <a:off x="2232511" y="1337359"/>
            <a:ext cx="299534" cy="348068"/>
            <a:chOff x="2232511" y="1512759"/>
            <a:chExt cx="299534" cy="348068"/>
          </a:xfrm>
        </p:grpSpPr>
        <p:sp>
          <p:nvSpPr>
            <p:cNvPr id="11923" name="Google Shape;11923;p10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0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0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0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0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0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0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0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0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0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0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102"/>
          <p:cNvGrpSpPr/>
          <p:nvPr/>
        </p:nvGrpSpPr>
        <p:grpSpPr>
          <a:xfrm>
            <a:off x="1331406" y="1337961"/>
            <a:ext cx="301784" cy="348607"/>
            <a:chOff x="1331406" y="1513361"/>
            <a:chExt cx="301784" cy="348607"/>
          </a:xfrm>
        </p:grpSpPr>
        <p:sp>
          <p:nvSpPr>
            <p:cNvPr id="11935" name="Google Shape;11935;p10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0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0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0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102"/>
          <p:cNvGrpSpPr/>
          <p:nvPr/>
        </p:nvGrpSpPr>
        <p:grpSpPr>
          <a:xfrm>
            <a:off x="7144274" y="1324814"/>
            <a:ext cx="282174" cy="355735"/>
            <a:chOff x="7144274" y="1500214"/>
            <a:chExt cx="282174" cy="355735"/>
          </a:xfrm>
        </p:grpSpPr>
        <p:sp>
          <p:nvSpPr>
            <p:cNvPr id="11940" name="Google Shape;11940;p10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0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0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0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0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0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102"/>
          <p:cNvGrpSpPr/>
          <p:nvPr/>
        </p:nvGrpSpPr>
        <p:grpSpPr>
          <a:xfrm>
            <a:off x="6685262" y="1324814"/>
            <a:ext cx="289682" cy="354594"/>
            <a:chOff x="6685262" y="1500214"/>
            <a:chExt cx="289682" cy="354594"/>
          </a:xfrm>
        </p:grpSpPr>
        <p:sp>
          <p:nvSpPr>
            <p:cNvPr id="11947" name="Google Shape;11947;p10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0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0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0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102"/>
          <p:cNvGrpSpPr/>
          <p:nvPr/>
        </p:nvGrpSpPr>
        <p:grpSpPr>
          <a:xfrm>
            <a:off x="6200938" y="1325194"/>
            <a:ext cx="322154" cy="355355"/>
            <a:chOff x="6200938" y="1500594"/>
            <a:chExt cx="322154" cy="355355"/>
          </a:xfrm>
        </p:grpSpPr>
        <p:sp>
          <p:nvSpPr>
            <p:cNvPr id="11952" name="Google Shape;11952;p10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0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0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0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102"/>
          <p:cNvGrpSpPr/>
          <p:nvPr/>
        </p:nvGrpSpPr>
        <p:grpSpPr>
          <a:xfrm>
            <a:off x="5289631" y="1324814"/>
            <a:ext cx="332355" cy="354974"/>
            <a:chOff x="5289631" y="1500214"/>
            <a:chExt cx="332355" cy="354974"/>
          </a:xfrm>
        </p:grpSpPr>
        <p:sp>
          <p:nvSpPr>
            <p:cNvPr id="11958" name="Google Shape;11958;p10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0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0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0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0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102"/>
          <p:cNvGrpSpPr/>
          <p:nvPr/>
        </p:nvGrpSpPr>
        <p:grpSpPr>
          <a:xfrm>
            <a:off x="5748295" y="1324433"/>
            <a:ext cx="323294" cy="356115"/>
            <a:chOff x="5748295" y="1499833"/>
            <a:chExt cx="323294" cy="356115"/>
          </a:xfrm>
        </p:grpSpPr>
        <p:sp>
          <p:nvSpPr>
            <p:cNvPr id="11965" name="Google Shape;11965;p10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0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0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0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0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0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0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102"/>
          <p:cNvGrpSpPr/>
          <p:nvPr/>
        </p:nvGrpSpPr>
        <p:grpSpPr>
          <a:xfrm>
            <a:off x="8047661" y="1325637"/>
            <a:ext cx="278404" cy="355260"/>
            <a:chOff x="8047661" y="1501037"/>
            <a:chExt cx="278404" cy="355260"/>
          </a:xfrm>
        </p:grpSpPr>
        <p:sp>
          <p:nvSpPr>
            <p:cNvPr id="11973" name="Google Shape;11973;p10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0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0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0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102"/>
          <p:cNvGrpSpPr/>
          <p:nvPr/>
        </p:nvGrpSpPr>
        <p:grpSpPr>
          <a:xfrm>
            <a:off x="4903389" y="1324814"/>
            <a:ext cx="267854" cy="355735"/>
            <a:chOff x="4903389" y="1500214"/>
            <a:chExt cx="267854" cy="355735"/>
          </a:xfrm>
        </p:grpSpPr>
        <p:sp>
          <p:nvSpPr>
            <p:cNvPr id="11978" name="Google Shape;11978;p10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0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0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0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0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102"/>
          <p:cNvGrpSpPr/>
          <p:nvPr/>
        </p:nvGrpSpPr>
        <p:grpSpPr>
          <a:xfrm>
            <a:off x="7613518" y="1325954"/>
            <a:ext cx="264433" cy="353074"/>
            <a:chOff x="7613518" y="1501354"/>
            <a:chExt cx="264433" cy="353074"/>
          </a:xfrm>
        </p:grpSpPr>
        <p:sp>
          <p:nvSpPr>
            <p:cNvPr id="11984" name="Google Shape;11984;p10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0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0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0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0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0" name="Google Shape;11990;p102"/>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991" name="Google Shape;11991;p102"/>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95" name="Shape 11995"/>
        <p:cNvGrpSpPr/>
        <p:nvPr/>
      </p:nvGrpSpPr>
      <p:grpSpPr>
        <a:xfrm>
          <a:off x="0" y="0"/>
          <a:ext cx="0" cy="0"/>
          <a:chOff x="0" y="0"/>
          <a:chExt cx="0" cy="0"/>
        </a:xfrm>
      </p:grpSpPr>
      <p:grpSp>
        <p:nvGrpSpPr>
          <p:cNvPr id="11996" name="Google Shape;11996;p103"/>
          <p:cNvGrpSpPr/>
          <p:nvPr/>
        </p:nvGrpSpPr>
        <p:grpSpPr>
          <a:xfrm>
            <a:off x="1757085" y="1325225"/>
            <a:ext cx="371069" cy="359396"/>
            <a:chOff x="1757085" y="1500675"/>
            <a:chExt cx="371069" cy="359396"/>
          </a:xfrm>
        </p:grpSpPr>
        <p:sp>
          <p:nvSpPr>
            <p:cNvPr id="11997" name="Google Shape;11997;p10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0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0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0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0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0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0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0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0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0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0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0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0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0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0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0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0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0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0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0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0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0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0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0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0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0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0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103"/>
          <p:cNvGrpSpPr/>
          <p:nvPr/>
        </p:nvGrpSpPr>
        <p:grpSpPr>
          <a:xfrm>
            <a:off x="2774209" y="1779241"/>
            <a:ext cx="116693" cy="374186"/>
            <a:chOff x="2774209" y="1954691"/>
            <a:chExt cx="116693" cy="374186"/>
          </a:xfrm>
        </p:grpSpPr>
        <p:sp>
          <p:nvSpPr>
            <p:cNvPr id="12027" name="Google Shape;12027;p10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0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103"/>
          <p:cNvGrpSpPr/>
          <p:nvPr/>
        </p:nvGrpSpPr>
        <p:grpSpPr>
          <a:xfrm>
            <a:off x="4017435" y="1324462"/>
            <a:ext cx="315092" cy="359397"/>
            <a:chOff x="4017435" y="1499912"/>
            <a:chExt cx="315092" cy="359397"/>
          </a:xfrm>
        </p:grpSpPr>
        <p:sp>
          <p:nvSpPr>
            <p:cNvPr id="12030" name="Google Shape;12030;p10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0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103"/>
          <p:cNvGrpSpPr/>
          <p:nvPr/>
        </p:nvGrpSpPr>
        <p:grpSpPr>
          <a:xfrm>
            <a:off x="3963652" y="1824309"/>
            <a:ext cx="374154" cy="284050"/>
            <a:chOff x="3963652" y="1999759"/>
            <a:chExt cx="374154" cy="284050"/>
          </a:xfrm>
        </p:grpSpPr>
        <p:sp>
          <p:nvSpPr>
            <p:cNvPr id="12033" name="Google Shape;12033;p10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0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0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103"/>
          <p:cNvGrpSpPr/>
          <p:nvPr/>
        </p:nvGrpSpPr>
        <p:grpSpPr>
          <a:xfrm>
            <a:off x="1777536" y="1839416"/>
            <a:ext cx="376444" cy="253772"/>
            <a:chOff x="1777536" y="2014866"/>
            <a:chExt cx="376444" cy="253772"/>
          </a:xfrm>
        </p:grpSpPr>
        <p:sp>
          <p:nvSpPr>
            <p:cNvPr id="12037" name="Google Shape;12037;p10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0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0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0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0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103"/>
          <p:cNvGrpSpPr/>
          <p:nvPr/>
        </p:nvGrpSpPr>
        <p:grpSpPr>
          <a:xfrm>
            <a:off x="1309875" y="1881876"/>
            <a:ext cx="374154" cy="169680"/>
            <a:chOff x="1309875" y="2057326"/>
            <a:chExt cx="374154" cy="169680"/>
          </a:xfrm>
        </p:grpSpPr>
        <p:sp>
          <p:nvSpPr>
            <p:cNvPr id="12043" name="Google Shape;12043;p10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0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0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0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0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0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0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0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0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0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0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4" name="Google Shape;12054;p10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5" name="Google Shape;12055;p103"/>
          <p:cNvGrpSpPr/>
          <p:nvPr/>
        </p:nvGrpSpPr>
        <p:grpSpPr>
          <a:xfrm>
            <a:off x="2347450" y="1779114"/>
            <a:ext cx="113639" cy="373168"/>
            <a:chOff x="2347450" y="1954564"/>
            <a:chExt cx="113639" cy="373168"/>
          </a:xfrm>
        </p:grpSpPr>
        <p:sp>
          <p:nvSpPr>
            <p:cNvPr id="12056" name="Google Shape;12056;p10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0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8" name="Google Shape;12058;p10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9" name="Google Shape;12059;p103"/>
          <p:cNvGrpSpPr/>
          <p:nvPr/>
        </p:nvGrpSpPr>
        <p:grpSpPr>
          <a:xfrm>
            <a:off x="3110102" y="1324430"/>
            <a:ext cx="330613" cy="358379"/>
            <a:chOff x="3110102" y="1499880"/>
            <a:chExt cx="330613" cy="358379"/>
          </a:xfrm>
        </p:grpSpPr>
        <p:sp>
          <p:nvSpPr>
            <p:cNvPr id="12060" name="Google Shape;12060;p10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0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0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0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0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0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0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7" name="Google Shape;12067;p10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8" name="Google Shape;12068;p103"/>
          <p:cNvGrpSpPr/>
          <p:nvPr/>
        </p:nvGrpSpPr>
        <p:grpSpPr>
          <a:xfrm>
            <a:off x="3485575" y="1824309"/>
            <a:ext cx="373772" cy="284050"/>
            <a:chOff x="3531200" y="1999759"/>
            <a:chExt cx="373772" cy="284050"/>
          </a:xfrm>
        </p:grpSpPr>
        <p:sp>
          <p:nvSpPr>
            <p:cNvPr id="12069" name="Google Shape;12069;p10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0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0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0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103"/>
          <p:cNvGrpSpPr/>
          <p:nvPr/>
        </p:nvGrpSpPr>
        <p:grpSpPr>
          <a:xfrm>
            <a:off x="2667058" y="1324843"/>
            <a:ext cx="330231" cy="359015"/>
            <a:chOff x="2667058" y="1500293"/>
            <a:chExt cx="330231" cy="359015"/>
          </a:xfrm>
        </p:grpSpPr>
        <p:sp>
          <p:nvSpPr>
            <p:cNvPr id="12074" name="Google Shape;12074;p10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0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0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0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0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0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0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0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0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0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0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0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0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0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0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0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0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103"/>
          <p:cNvGrpSpPr/>
          <p:nvPr/>
        </p:nvGrpSpPr>
        <p:grpSpPr>
          <a:xfrm>
            <a:off x="3567553" y="1324462"/>
            <a:ext cx="320022" cy="359778"/>
            <a:chOff x="3567553" y="1499912"/>
            <a:chExt cx="320022" cy="359778"/>
          </a:xfrm>
        </p:grpSpPr>
        <p:sp>
          <p:nvSpPr>
            <p:cNvPr id="12093" name="Google Shape;12093;p10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0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0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0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0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103"/>
          <p:cNvGrpSpPr/>
          <p:nvPr/>
        </p:nvGrpSpPr>
        <p:grpSpPr>
          <a:xfrm>
            <a:off x="1309875" y="1324462"/>
            <a:ext cx="359015" cy="358633"/>
            <a:chOff x="1309875" y="1499912"/>
            <a:chExt cx="359015" cy="358633"/>
          </a:xfrm>
        </p:grpSpPr>
        <p:sp>
          <p:nvSpPr>
            <p:cNvPr id="12100" name="Google Shape;12100;p10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0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0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0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0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103"/>
          <p:cNvGrpSpPr/>
          <p:nvPr/>
        </p:nvGrpSpPr>
        <p:grpSpPr>
          <a:xfrm>
            <a:off x="2219466" y="1324843"/>
            <a:ext cx="330613" cy="359015"/>
            <a:chOff x="2219466" y="1500293"/>
            <a:chExt cx="330613" cy="359015"/>
          </a:xfrm>
        </p:grpSpPr>
        <p:sp>
          <p:nvSpPr>
            <p:cNvPr id="12110" name="Google Shape;12110;p10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03"/>
          <p:cNvGrpSpPr/>
          <p:nvPr/>
        </p:nvGrpSpPr>
        <p:grpSpPr>
          <a:xfrm>
            <a:off x="5343544" y="1333908"/>
            <a:ext cx="244676" cy="351095"/>
            <a:chOff x="5343544" y="1509358"/>
            <a:chExt cx="244676" cy="351095"/>
          </a:xfrm>
        </p:grpSpPr>
        <p:sp>
          <p:nvSpPr>
            <p:cNvPr id="12113" name="Google Shape;12113;p10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0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103"/>
          <p:cNvGrpSpPr/>
          <p:nvPr/>
        </p:nvGrpSpPr>
        <p:grpSpPr>
          <a:xfrm>
            <a:off x="4882340" y="1333908"/>
            <a:ext cx="246171" cy="351095"/>
            <a:chOff x="4882340" y="1509358"/>
            <a:chExt cx="246171" cy="351095"/>
          </a:xfrm>
        </p:grpSpPr>
        <p:sp>
          <p:nvSpPr>
            <p:cNvPr id="12117" name="Google Shape;12117;p10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0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0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103"/>
          <p:cNvGrpSpPr/>
          <p:nvPr/>
        </p:nvGrpSpPr>
        <p:grpSpPr>
          <a:xfrm>
            <a:off x="6273204" y="1333558"/>
            <a:ext cx="236343" cy="351445"/>
            <a:chOff x="6273204" y="1509008"/>
            <a:chExt cx="236343" cy="351445"/>
          </a:xfrm>
        </p:grpSpPr>
        <p:sp>
          <p:nvSpPr>
            <p:cNvPr id="12123" name="Google Shape;12123;p10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0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5" name="Google Shape;12125;p10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6" name="Google Shape;12126;p103"/>
          <p:cNvGrpSpPr/>
          <p:nvPr/>
        </p:nvGrpSpPr>
        <p:grpSpPr>
          <a:xfrm>
            <a:off x="7219530" y="1332794"/>
            <a:ext cx="191625" cy="352209"/>
            <a:chOff x="7219530" y="1508244"/>
            <a:chExt cx="191625" cy="352209"/>
          </a:xfrm>
        </p:grpSpPr>
        <p:sp>
          <p:nvSpPr>
            <p:cNvPr id="12127" name="Google Shape;12127;p10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0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103"/>
          <p:cNvGrpSpPr/>
          <p:nvPr/>
        </p:nvGrpSpPr>
        <p:grpSpPr>
          <a:xfrm>
            <a:off x="7699309" y="1333176"/>
            <a:ext cx="154922" cy="351827"/>
            <a:chOff x="7699309" y="1508626"/>
            <a:chExt cx="154922" cy="351827"/>
          </a:xfrm>
        </p:grpSpPr>
        <p:sp>
          <p:nvSpPr>
            <p:cNvPr id="12130" name="Google Shape;12130;p10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0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0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0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0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0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0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103"/>
          <p:cNvGrpSpPr/>
          <p:nvPr/>
        </p:nvGrpSpPr>
        <p:grpSpPr>
          <a:xfrm>
            <a:off x="8161690" y="1333558"/>
            <a:ext cx="153396" cy="351064"/>
            <a:chOff x="8161690" y="1509008"/>
            <a:chExt cx="153396" cy="351064"/>
          </a:xfrm>
        </p:grpSpPr>
        <p:sp>
          <p:nvSpPr>
            <p:cNvPr id="12138" name="Google Shape;12138;p10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0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0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103"/>
          <p:cNvGrpSpPr/>
          <p:nvPr/>
        </p:nvGrpSpPr>
        <p:grpSpPr>
          <a:xfrm>
            <a:off x="6746940" y="1333431"/>
            <a:ext cx="213221" cy="352304"/>
            <a:chOff x="6746940" y="1508881"/>
            <a:chExt cx="213221" cy="352304"/>
          </a:xfrm>
        </p:grpSpPr>
        <p:sp>
          <p:nvSpPr>
            <p:cNvPr id="12143" name="Google Shape;12143;p10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0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0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103"/>
          <p:cNvGrpSpPr/>
          <p:nvPr/>
        </p:nvGrpSpPr>
        <p:grpSpPr>
          <a:xfrm>
            <a:off x="5770336" y="1832165"/>
            <a:ext cx="350682" cy="292097"/>
            <a:chOff x="5770336" y="2007615"/>
            <a:chExt cx="350682" cy="292097"/>
          </a:xfrm>
        </p:grpSpPr>
        <p:sp>
          <p:nvSpPr>
            <p:cNvPr id="12148" name="Google Shape;12148;p10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0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0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0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103"/>
          <p:cNvGrpSpPr/>
          <p:nvPr/>
        </p:nvGrpSpPr>
        <p:grpSpPr>
          <a:xfrm>
            <a:off x="5326878" y="1804908"/>
            <a:ext cx="350332" cy="346229"/>
            <a:chOff x="5326878" y="1980358"/>
            <a:chExt cx="350332" cy="346229"/>
          </a:xfrm>
        </p:grpSpPr>
        <p:sp>
          <p:nvSpPr>
            <p:cNvPr id="12153" name="Google Shape;12153;p10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0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0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7" name="Google Shape;12157;p10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8" name="Google Shape;12158;p103"/>
          <p:cNvGrpSpPr/>
          <p:nvPr/>
        </p:nvGrpSpPr>
        <p:grpSpPr>
          <a:xfrm>
            <a:off x="4883835" y="1817121"/>
            <a:ext cx="350300" cy="323043"/>
            <a:chOff x="4883835" y="1992571"/>
            <a:chExt cx="350300" cy="323043"/>
          </a:xfrm>
        </p:grpSpPr>
        <p:sp>
          <p:nvSpPr>
            <p:cNvPr id="12159" name="Google Shape;12159;p10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0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0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0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0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0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103"/>
          <p:cNvGrpSpPr/>
          <p:nvPr/>
        </p:nvGrpSpPr>
        <p:grpSpPr>
          <a:xfrm>
            <a:off x="7548967" y="1803477"/>
            <a:ext cx="333285" cy="349950"/>
            <a:chOff x="7548967" y="1978927"/>
            <a:chExt cx="333285" cy="349950"/>
          </a:xfrm>
        </p:grpSpPr>
        <p:sp>
          <p:nvSpPr>
            <p:cNvPr id="12166" name="Google Shape;12166;p10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0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0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0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0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0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0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103"/>
          <p:cNvGrpSpPr/>
          <p:nvPr/>
        </p:nvGrpSpPr>
        <p:grpSpPr>
          <a:xfrm>
            <a:off x="6214142" y="1803477"/>
            <a:ext cx="346515" cy="350300"/>
            <a:chOff x="6214142" y="1978927"/>
            <a:chExt cx="346515" cy="350300"/>
          </a:xfrm>
        </p:grpSpPr>
        <p:sp>
          <p:nvSpPr>
            <p:cNvPr id="12174" name="Google Shape;12174;p10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0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103"/>
          <p:cNvGrpSpPr/>
          <p:nvPr/>
        </p:nvGrpSpPr>
        <p:grpSpPr>
          <a:xfrm>
            <a:off x="7105923" y="1803095"/>
            <a:ext cx="333285" cy="350682"/>
            <a:chOff x="7105923" y="1978545"/>
            <a:chExt cx="333285" cy="350682"/>
          </a:xfrm>
        </p:grpSpPr>
        <p:sp>
          <p:nvSpPr>
            <p:cNvPr id="12177" name="Google Shape;12177;p10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0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0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0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0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0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0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4" name="Google Shape;12184;p10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0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6" name="Google Shape;12186;p103"/>
          <p:cNvGrpSpPr/>
          <p:nvPr/>
        </p:nvGrpSpPr>
        <p:grpSpPr>
          <a:xfrm>
            <a:off x="3616406" y="2246902"/>
            <a:ext cx="203393" cy="351827"/>
            <a:chOff x="3616406" y="2422352"/>
            <a:chExt cx="203393" cy="351827"/>
          </a:xfrm>
        </p:grpSpPr>
        <p:sp>
          <p:nvSpPr>
            <p:cNvPr id="12187" name="Google Shape;12187;p10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0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103"/>
          <p:cNvGrpSpPr/>
          <p:nvPr/>
        </p:nvGrpSpPr>
        <p:grpSpPr>
          <a:xfrm>
            <a:off x="878187" y="2246520"/>
            <a:ext cx="272696" cy="351827"/>
            <a:chOff x="913012" y="2421970"/>
            <a:chExt cx="272696" cy="351827"/>
          </a:xfrm>
        </p:grpSpPr>
        <p:sp>
          <p:nvSpPr>
            <p:cNvPr id="12190" name="Google Shape;12190;p10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0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0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0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103"/>
          <p:cNvGrpSpPr/>
          <p:nvPr/>
        </p:nvGrpSpPr>
        <p:grpSpPr>
          <a:xfrm>
            <a:off x="2274743" y="2246902"/>
            <a:ext cx="255649" cy="351445"/>
            <a:chOff x="2274743" y="2422352"/>
            <a:chExt cx="255649" cy="351445"/>
          </a:xfrm>
        </p:grpSpPr>
        <p:sp>
          <p:nvSpPr>
            <p:cNvPr id="12195" name="Google Shape;12195;p10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0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103"/>
          <p:cNvGrpSpPr/>
          <p:nvPr/>
        </p:nvGrpSpPr>
        <p:grpSpPr>
          <a:xfrm>
            <a:off x="2708723" y="2245789"/>
            <a:ext cx="246552" cy="352558"/>
            <a:chOff x="2708723" y="2421239"/>
            <a:chExt cx="246552" cy="352558"/>
          </a:xfrm>
        </p:grpSpPr>
        <p:sp>
          <p:nvSpPr>
            <p:cNvPr id="12199" name="Google Shape;12199;p10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0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103"/>
          <p:cNvGrpSpPr/>
          <p:nvPr/>
        </p:nvGrpSpPr>
        <p:grpSpPr>
          <a:xfrm>
            <a:off x="1835485" y="2246902"/>
            <a:ext cx="259433" cy="350714"/>
            <a:chOff x="1835485" y="2422352"/>
            <a:chExt cx="259433" cy="350714"/>
          </a:xfrm>
        </p:grpSpPr>
        <p:sp>
          <p:nvSpPr>
            <p:cNvPr id="12202" name="Google Shape;12202;p10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0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0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0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0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0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103"/>
          <p:cNvGrpSpPr/>
          <p:nvPr/>
        </p:nvGrpSpPr>
        <p:grpSpPr>
          <a:xfrm>
            <a:off x="3150240" y="2246902"/>
            <a:ext cx="212489" cy="351445"/>
            <a:chOff x="3150240" y="2422352"/>
            <a:chExt cx="212489" cy="351445"/>
          </a:xfrm>
        </p:grpSpPr>
        <p:sp>
          <p:nvSpPr>
            <p:cNvPr id="12210" name="Google Shape;12210;p10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0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103"/>
          <p:cNvGrpSpPr/>
          <p:nvPr/>
        </p:nvGrpSpPr>
        <p:grpSpPr>
          <a:xfrm>
            <a:off x="1367060" y="2246679"/>
            <a:ext cx="269261" cy="352050"/>
            <a:chOff x="1367060" y="2422129"/>
            <a:chExt cx="269261" cy="352050"/>
          </a:xfrm>
        </p:grpSpPr>
        <p:sp>
          <p:nvSpPr>
            <p:cNvPr id="12213" name="Google Shape;12213;p10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0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0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0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0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0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0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0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0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0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0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7" name="Google Shape;12227;p10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8" name="Google Shape;12228;p103"/>
          <p:cNvGrpSpPr/>
          <p:nvPr/>
        </p:nvGrpSpPr>
        <p:grpSpPr>
          <a:xfrm>
            <a:off x="4882690" y="2249955"/>
            <a:ext cx="274573" cy="350682"/>
            <a:chOff x="4882690" y="2425405"/>
            <a:chExt cx="274573" cy="350682"/>
          </a:xfrm>
        </p:grpSpPr>
        <p:sp>
          <p:nvSpPr>
            <p:cNvPr id="12229" name="Google Shape;12229;p10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0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103"/>
          <p:cNvGrpSpPr/>
          <p:nvPr/>
        </p:nvGrpSpPr>
        <p:grpSpPr>
          <a:xfrm>
            <a:off x="6627639" y="2268434"/>
            <a:ext cx="355993" cy="313247"/>
            <a:chOff x="6627639" y="2443884"/>
            <a:chExt cx="355993" cy="313247"/>
          </a:xfrm>
        </p:grpSpPr>
        <p:sp>
          <p:nvSpPr>
            <p:cNvPr id="12232" name="Google Shape;12232;p10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0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0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103"/>
          <p:cNvGrpSpPr/>
          <p:nvPr/>
        </p:nvGrpSpPr>
        <p:grpSpPr>
          <a:xfrm>
            <a:off x="6183451" y="2286690"/>
            <a:ext cx="351445" cy="277976"/>
            <a:chOff x="6183451" y="2462140"/>
            <a:chExt cx="351445" cy="277976"/>
          </a:xfrm>
        </p:grpSpPr>
        <p:sp>
          <p:nvSpPr>
            <p:cNvPr id="12236" name="Google Shape;12236;p10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0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0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0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0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0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103"/>
          <p:cNvGrpSpPr/>
          <p:nvPr/>
        </p:nvGrpSpPr>
        <p:grpSpPr>
          <a:xfrm>
            <a:off x="5735477" y="2254408"/>
            <a:ext cx="353354" cy="341299"/>
            <a:chOff x="5735477" y="2429858"/>
            <a:chExt cx="353354" cy="341299"/>
          </a:xfrm>
        </p:grpSpPr>
        <p:sp>
          <p:nvSpPr>
            <p:cNvPr id="12244" name="Google Shape;12244;p10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0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0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0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0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103"/>
          <p:cNvGrpSpPr/>
          <p:nvPr/>
        </p:nvGrpSpPr>
        <p:grpSpPr>
          <a:xfrm>
            <a:off x="5243735" y="2271523"/>
            <a:ext cx="405255" cy="275499"/>
            <a:chOff x="5283337" y="2478774"/>
            <a:chExt cx="358633" cy="243913"/>
          </a:xfrm>
        </p:grpSpPr>
        <p:sp>
          <p:nvSpPr>
            <p:cNvPr id="12251" name="Google Shape;12251;p10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0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0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0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0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0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0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0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0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0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0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0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0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103"/>
          <p:cNvGrpSpPr/>
          <p:nvPr/>
        </p:nvGrpSpPr>
        <p:grpSpPr>
          <a:xfrm>
            <a:off x="7964753" y="2295373"/>
            <a:ext cx="362068" cy="258670"/>
            <a:chOff x="7964753" y="2470823"/>
            <a:chExt cx="362068" cy="258670"/>
          </a:xfrm>
        </p:grpSpPr>
        <p:sp>
          <p:nvSpPr>
            <p:cNvPr id="12269" name="Google Shape;12269;p10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0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0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0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0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0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0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0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0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103"/>
          <p:cNvGrpSpPr/>
          <p:nvPr/>
        </p:nvGrpSpPr>
        <p:grpSpPr>
          <a:xfrm>
            <a:off x="7524349" y="2280997"/>
            <a:ext cx="350332" cy="288948"/>
            <a:chOff x="7524349" y="2456447"/>
            <a:chExt cx="350332" cy="288948"/>
          </a:xfrm>
        </p:grpSpPr>
        <p:sp>
          <p:nvSpPr>
            <p:cNvPr id="12279" name="Google Shape;12279;p10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0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0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103"/>
          <p:cNvGrpSpPr/>
          <p:nvPr/>
        </p:nvGrpSpPr>
        <p:grpSpPr>
          <a:xfrm>
            <a:off x="3972749" y="2718761"/>
            <a:ext cx="355230" cy="356725"/>
            <a:chOff x="3972749" y="2894211"/>
            <a:chExt cx="355230" cy="356725"/>
          </a:xfrm>
        </p:grpSpPr>
        <p:sp>
          <p:nvSpPr>
            <p:cNvPr id="12285" name="Google Shape;12285;p10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0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0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0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0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103"/>
          <p:cNvGrpSpPr/>
          <p:nvPr/>
        </p:nvGrpSpPr>
        <p:grpSpPr>
          <a:xfrm>
            <a:off x="3527797" y="2743346"/>
            <a:ext cx="355993" cy="307904"/>
            <a:chOff x="3527797" y="2918796"/>
            <a:chExt cx="355993" cy="307904"/>
          </a:xfrm>
        </p:grpSpPr>
        <p:sp>
          <p:nvSpPr>
            <p:cNvPr id="12291" name="Google Shape;12291;p10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0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0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0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0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0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0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0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103"/>
          <p:cNvGrpSpPr/>
          <p:nvPr/>
        </p:nvGrpSpPr>
        <p:grpSpPr>
          <a:xfrm>
            <a:off x="3082845" y="2745509"/>
            <a:ext cx="356375" cy="302338"/>
            <a:chOff x="3082845" y="2920959"/>
            <a:chExt cx="356375" cy="302338"/>
          </a:xfrm>
        </p:grpSpPr>
        <p:sp>
          <p:nvSpPr>
            <p:cNvPr id="12302" name="Google Shape;12302;p10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0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103"/>
          <p:cNvGrpSpPr/>
          <p:nvPr/>
        </p:nvGrpSpPr>
        <p:grpSpPr>
          <a:xfrm>
            <a:off x="2639038" y="2719492"/>
            <a:ext cx="355612" cy="355612"/>
            <a:chOff x="2639038" y="2894942"/>
            <a:chExt cx="355612" cy="355612"/>
          </a:xfrm>
        </p:grpSpPr>
        <p:sp>
          <p:nvSpPr>
            <p:cNvPr id="12305" name="Google Shape;12305;p10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0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103"/>
          <p:cNvGrpSpPr/>
          <p:nvPr/>
        </p:nvGrpSpPr>
        <p:grpSpPr>
          <a:xfrm>
            <a:off x="2194468" y="2763415"/>
            <a:ext cx="355993" cy="267766"/>
            <a:chOff x="2194468" y="2938865"/>
            <a:chExt cx="355993" cy="267766"/>
          </a:xfrm>
        </p:grpSpPr>
        <p:sp>
          <p:nvSpPr>
            <p:cNvPr id="12308" name="Google Shape;12308;p10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0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0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0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0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0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0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0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0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0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0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0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0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0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0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0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0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103"/>
          <p:cNvGrpSpPr/>
          <p:nvPr/>
        </p:nvGrpSpPr>
        <p:grpSpPr>
          <a:xfrm>
            <a:off x="1749897" y="2719111"/>
            <a:ext cx="355993" cy="355612"/>
            <a:chOff x="1749897" y="2894561"/>
            <a:chExt cx="355993" cy="355612"/>
          </a:xfrm>
        </p:grpSpPr>
        <p:sp>
          <p:nvSpPr>
            <p:cNvPr id="12329" name="Google Shape;12329;p10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0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0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0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0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0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0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0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0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103"/>
          <p:cNvGrpSpPr/>
          <p:nvPr/>
        </p:nvGrpSpPr>
        <p:grpSpPr>
          <a:xfrm>
            <a:off x="1305327" y="2718761"/>
            <a:ext cx="357520" cy="357488"/>
            <a:chOff x="1305327" y="2894211"/>
            <a:chExt cx="357520" cy="357488"/>
          </a:xfrm>
        </p:grpSpPr>
        <p:sp>
          <p:nvSpPr>
            <p:cNvPr id="12341" name="Google Shape;12341;p10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0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0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0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0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103"/>
          <p:cNvGrpSpPr/>
          <p:nvPr/>
        </p:nvGrpSpPr>
        <p:grpSpPr>
          <a:xfrm>
            <a:off x="853950" y="2719270"/>
            <a:ext cx="364104" cy="353290"/>
            <a:chOff x="853950" y="2894720"/>
            <a:chExt cx="364104" cy="353290"/>
          </a:xfrm>
        </p:grpSpPr>
        <p:sp>
          <p:nvSpPr>
            <p:cNvPr id="12347" name="Google Shape;12347;p10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0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0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0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0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0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0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103"/>
          <p:cNvGrpSpPr/>
          <p:nvPr/>
        </p:nvGrpSpPr>
        <p:grpSpPr>
          <a:xfrm>
            <a:off x="7066548" y="2737144"/>
            <a:ext cx="352209" cy="334938"/>
            <a:chOff x="7066548" y="2912594"/>
            <a:chExt cx="352209" cy="334938"/>
          </a:xfrm>
        </p:grpSpPr>
        <p:sp>
          <p:nvSpPr>
            <p:cNvPr id="12355" name="Google Shape;12355;p10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0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0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0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1" name="Google Shape;12361;p10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0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3" name="Google Shape;12363;p103"/>
          <p:cNvGrpSpPr/>
          <p:nvPr/>
        </p:nvGrpSpPr>
        <p:grpSpPr>
          <a:xfrm>
            <a:off x="7541397" y="2729352"/>
            <a:ext cx="318495" cy="352209"/>
            <a:chOff x="7541397" y="2904802"/>
            <a:chExt cx="318495" cy="352209"/>
          </a:xfrm>
        </p:grpSpPr>
        <p:sp>
          <p:nvSpPr>
            <p:cNvPr id="12364" name="Google Shape;12364;p10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103"/>
          <p:cNvGrpSpPr/>
          <p:nvPr/>
        </p:nvGrpSpPr>
        <p:grpSpPr>
          <a:xfrm>
            <a:off x="8003015" y="2728589"/>
            <a:ext cx="306759" cy="351445"/>
            <a:chOff x="8003015" y="2904039"/>
            <a:chExt cx="306759" cy="351445"/>
          </a:xfrm>
        </p:grpSpPr>
        <p:sp>
          <p:nvSpPr>
            <p:cNvPr id="12367" name="Google Shape;12367;p10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0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0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0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0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103"/>
          <p:cNvGrpSpPr/>
          <p:nvPr/>
        </p:nvGrpSpPr>
        <p:grpSpPr>
          <a:xfrm>
            <a:off x="5687770" y="2710046"/>
            <a:ext cx="369638" cy="369606"/>
            <a:chOff x="5687770" y="2885496"/>
            <a:chExt cx="369638" cy="369606"/>
          </a:xfrm>
        </p:grpSpPr>
        <p:sp>
          <p:nvSpPr>
            <p:cNvPr id="12374" name="Google Shape;12374;p10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0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0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0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0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0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0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0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0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103"/>
          <p:cNvGrpSpPr/>
          <p:nvPr/>
        </p:nvGrpSpPr>
        <p:grpSpPr>
          <a:xfrm>
            <a:off x="4881958" y="2729352"/>
            <a:ext cx="156417" cy="349537"/>
            <a:chOff x="4881958" y="2904802"/>
            <a:chExt cx="156417" cy="349537"/>
          </a:xfrm>
        </p:grpSpPr>
        <p:sp>
          <p:nvSpPr>
            <p:cNvPr id="12385" name="Google Shape;12385;p10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0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0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0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0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0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0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103"/>
          <p:cNvGrpSpPr/>
          <p:nvPr/>
        </p:nvGrpSpPr>
        <p:grpSpPr>
          <a:xfrm>
            <a:off x="5230318" y="2711064"/>
            <a:ext cx="371133" cy="367443"/>
            <a:chOff x="5230318" y="2886514"/>
            <a:chExt cx="371133" cy="367443"/>
          </a:xfrm>
        </p:grpSpPr>
        <p:sp>
          <p:nvSpPr>
            <p:cNvPr id="12393" name="Google Shape;12393;p10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0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0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0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0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0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103"/>
          <p:cNvGrpSpPr/>
          <p:nvPr/>
        </p:nvGrpSpPr>
        <p:grpSpPr>
          <a:xfrm>
            <a:off x="5748358" y="3259128"/>
            <a:ext cx="352590" cy="182561"/>
            <a:chOff x="5748358" y="3434578"/>
            <a:chExt cx="352590" cy="182561"/>
          </a:xfrm>
        </p:grpSpPr>
        <p:sp>
          <p:nvSpPr>
            <p:cNvPr id="12403" name="Google Shape;12403;p10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0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0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0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0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103"/>
          <p:cNvGrpSpPr/>
          <p:nvPr/>
        </p:nvGrpSpPr>
        <p:grpSpPr>
          <a:xfrm>
            <a:off x="862283" y="4099321"/>
            <a:ext cx="341204" cy="359301"/>
            <a:chOff x="862283" y="4274771"/>
            <a:chExt cx="341204" cy="359301"/>
          </a:xfrm>
        </p:grpSpPr>
        <p:sp>
          <p:nvSpPr>
            <p:cNvPr id="12410" name="Google Shape;12410;p10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0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103"/>
          <p:cNvGrpSpPr/>
          <p:nvPr/>
        </p:nvGrpSpPr>
        <p:grpSpPr>
          <a:xfrm>
            <a:off x="1396957" y="4111915"/>
            <a:ext cx="301861" cy="332871"/>
            <a:chOff x="1396957" y="4287365"/>
            <a:chExt cx="301861" cy="332871"/>
          </a:xfrm>
        </p:grpSpPr>
        <p:sp>
          <p:nvSpPr>
            <p:cNvPr id="12414" name="Google Shape;12414;p10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0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0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0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0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0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0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0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0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0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0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103"/>
          <p:cNvGrpSpPr/>
          <p:nvPr/>
        </p:nvGrpSpPr>
        <p:grpSpPr>
          <a:xfrm>
            <a:off x="1865381" y="4102056"/>
            <a:ext cx="396131" cy="355612"/>
            <a:chOff x="1865381" y="4277506"/>
            <a:chExt cx="396131" cy="355612"/>
          </a:xfrm>
        </p:grpSpPr>
        <p:sp>
          <p:nvSpPr>
            <p:cNvPr id="12430" name="Google Shape;12430;p10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0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0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0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0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0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103"/>
          <p:cNvGrpSpPr/>
          <p:nvPr/>
        </p:nvGrpSpPr>
        <p:grpSpPr>
          <a:xfrm>
            <a:off x="2411823" y="4128549"/>
            <a:ext cx="334398" cy="299953"/>
            <a:chOff x="2411823" y="4303999"/>
            <a:chExt cx="334398" cy="299953"/>
          </a:xfrm>
        </p:grpSpPr>
        <p:sp>
          <p:nvSpPr>
            <p:cNvPr id="12437" name="Google Shape;12437;p10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0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0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0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103"/>
          <p:cNvGrpSpPr/>
          <p:nvPr/>
        </p:nvGrpSpPr>
        <p:grpSpPr>
          <a:xfrm>
            <a:off x="2903337" y="4103582"/>
            <a:ext cx="382519" cy="350682"/>
            <a:chOff x="2903337" y="4279032"/>
            <a:chExt cx="382519" cy="350682"/>
          </a:xfrm>
        </p:grpSpPr>
        <p:sp>
          <p:nvSpPr>
            <p:cNvPr id="12445" name="Google Shape;12445;p10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0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0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0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0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0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0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0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0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0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0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103"/>
          <p:cNvGrpSpPr/>
          <p:nvPr/>
        </p:nvGrpSpPr>
        <p:grpSpPr>
          <a:xfrm>
            <a:off x="3933342" y="4140317"/>
            <a:ext cx="383632" cy="276449"/>
            <a:chOff x="3933342" y="4315767"/>
            <a:chExt cx="383632" cy="276449"/>
          </a:xfrm>
        </p:grpSpPr>
        <p:sp>
          <p:nvSpPr>
            <p:cNvPr id="12461" name="Google Shape;12461;p10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0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0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0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0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103"/>
          <p:cNvGrpSpPr/>
          <p:nvPr/>
        </p:nvGrpSpPr>
        <p:grpSpPr>
          <a:xfrm>
            <a:off x="3441065" y="4127055"/>
            <a:ext cx="337069" cy="302593"/>
            <a:chOff x="3441065" y="4302505"/>
            <a:chExt cx="337069" cy="302593"/>
          </a:xfrm>
        </p:grpSpPr>
        <p:sp>
          <p:nvSpPr>
            <p:cNvPr id="12468" name="Google Shape;12468;p10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0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0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0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0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0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0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0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0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0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0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0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103"/>
          <p:cNvGrpSpPr/>
          <p:nvPr/>
        </p:nvGrpSpPr>
        <p:grpSpPr>
          <a:xfrm>
            <a:off x="3532345" y="3187185"/>
            <a:ext cx="339328" cy="336274"/>
            <a:chOff x="3532345" y="3362635"/>
            <a:chExt cx="339328" cy="336274"/>
          </a:xfrm>
        </p:grpSpPr>
        <p:sp>
          <p:nvSpPr>
            <p:cNvPr id="12482" name="Google Shape;12482;p10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0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7" name="Google Shape;12487;p10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8" name="Google Shape;12488;p103"/>
          <p:cNvGrpSpPr/>
          <p:nvPr/>
        </p:nvGrpSpPr>
        <p:grpSpPr>
          <a:xfrm>
            <a:off x="1883955" y="3633250"/>
            <a:ext cx="162873" cy="351445"/>
            <a:chOff x="1883955" y="3808700"/>
            <a:chExt cx="162873" cy="351445"/>
          </a:xfrm>
        </p:grpSpPr>
        <p:sp>
          <p:nvSpPr>
            <p:cNvPr id="12489" name="Google Shape;12489;p10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103"/>
          <p:cNvGrpSpPr/>
          <p:nvPr/>
        </p:nvGrpSpPr>
        <p:grpSpPr>
          <a:xfrm>
            <a:off x="939156" y="3633759"/>
            <a:ext cx="192007" cy="351318"/>
            <a:chOff x="939156" y="3809209"/>
            <a:chExt cx="192007" cy="351318"/>
          </a:xfrm>
        </p:grpSpPr>
        <p:sp>
          <p:nvSpPr>
            <p:cNvPr id="12492" name="Google Shape;12492;p10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0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103"/>
          <p:cNvGrpSpPr/>
          <p:nvPr/>
        </p:nvGrpSpPr>
        <p:grpSpPr>
          <a:xfrm>
            <a:off x="2306167" y="3634395"/>
            <a:ext cx="193915" cy="349155"/>
            <a:chOff x="2306167" y="3809845"/>
            <a:chExt cx="193915" cy="349155"/>
          </a:xfrm>
        </p:grpSpPr>
        <p:sp>
          <p:nvSpPr>
            <p:cNvPr id="12495" name="Google Shape;12495;p10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0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0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0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0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0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0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103"/>
          <p:cNvGrpSpPr/>
          <p:nvPr/>
        </p:nvGrpSpPr>
        <p:grpSpPr>
          <a:xfrm>
            <a:off x="1323901" y="3631723"/>
            <a:ext cx="356343" cy="356757"/>
            <a:chOff x="1323901" y="3807173"/>
            <a:chExt cx="356343" cy="356757"/>
          </a:xfrm>
        </p:grpSpPr>
        <p:sp>
          <p:nvSpPr>
            <p:cNvPr id="12503" name="Google Shape;12503;p10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0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0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0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0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0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0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0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0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0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0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0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0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0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7" name="Google Shape;12527;p10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8" name="Google Shape;12528;p103"/>
          <p:cNvGrpSpPr/>
          <p:nvPr/>
        </p:nvGrpSpPr>
        <p:grpSpPr>
          <a:xfrm>
            <a:off x="859262" y="3178470"/>
            <a:ext cx="306759" cy="351445"/>
            <a:chOff x="859262" y="3353920"/>
            <a:chExt cx="306759" cy="351445"/>
          </a:xfrm>
        </p:grpSpPr>
        <p:sp>
          <p:nvSpPr>
            <p:cNvPr id="12529" name="Google Shape;12529;p10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0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0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0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0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4" name="Google Shape;12534;p10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5" name="Google Shape;12535;p103"/>
          <p:cNvGrpSpPr/>
          <p:nvPr/>
        </p:nvGrpSpPr>
        <p:grpSpPr>
          <a:xfrm>
            <a:off x="3967437" y="3661652"/>
            <a:ext cx="364708" cy="295405"/>
            <a:chOff x="3967437" y="3837102"/>
            <a:chExt cx="364708" cy="295405"/>
          </a:xfrm>
        </p:grpSpPr>
        <p:sp>
          <p:nvSpPr>
            <p:cNvPr id="12536" name="Google Shape;12536;p10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0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0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0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1" name="Google Shape;12541;p10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4" name="Google Shape;12544;p103"/>
          <p:cNvGrpSpPr/>
          <p:nvPr/>
        </p:nvGrpSpPr>
        <p:grpSpPr>
          <a:xfrm>
            <a:off x="5811827" y="3631001"/>
            <a:ext cx="283743" cy="308444"/>
            <a:chOff x="5964227" y="3858701"/>
            <a:chExt cx="283743" cy="308444"/>
          </a:xfrm>
        </p:grpSpPr>
        <p:sp>
          <p:nvSpPr>
            <p:cNvPr id="12545" name="Google Shape;12545;p10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0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0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103"/>
          <p:cNvGrpSpPr/>
          <p:nvPr/>
        </p:nvGrpSpPr>
        <p:grpSpPr>
          <a:xfrm>
            <a:off x="6243508" y="3697623"/>
            <a:ext cx="320372" cy="213602"/>
            <a:chOff x="6395908" y="3873073"/>
            <a:chExt cx="320372" cy="213602"/>
          </a:xfrm>
        </p:grpSpPr>
        <p:sp>
          <p:nvSpPr>
            <p:cNvPr id="12550" name="Google Shape;12550;p10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0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0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0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0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0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0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0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0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103"/>
          <p:cNvGrpSpPr/>
          <p:nvPr/>
        </p:nvGrpSpPr>
        <p:grpSpPr>
          <a:xfrm>
            <a:off x="7262890" y="3627366"/>
            <a:ext cx="357138" cy="352018"/>
            <a:chOff x="7415290" y="3802816"/>
            <a:chExt cx="357138" cy="352018"/>
          </a:xfrm>
        </p:grpSpPr>
        <p:sp>
          <p:nvSpPr>
            <p:cNvPr id="12561" name="Google Shape;12561;p10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0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0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0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0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0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103"/>
          <p:cNvGrpSpPr/>
          <p:nvPr/>
        </p:nvGrpSpPr>
        <p:grpSpPr>
          <a:xfrm>
            <a:off x="6737312" y="3657963"/>
            <a:ext cx="355230" cy="293401"/>
            <a:chOff x="6889712" y="3833413"/>
            <a:chExt cx="355230" cy="293401"/>
          </a:xfrm>
        </p:grpSpPr>
        <p:sp>
          <p:nvSpPr>
            <p:cNvPr id="12570" name="Google Shape;12570;p10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0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0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0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0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103"/>
          <p:cNvGrpSpPr/>
          <p:nvPr/>
        </p:nvGrpSpPr>
        <p:grpSpPr>
          <a:xfrm>
            <a:off x="7707152" y="3660420"/>
            <a:ext cx="282318" cy="337168"/>
            <a:chOff x="1635875" y="237775"/>
            <a:chExt cx="4370250" cy="5219325"/>
          </a:xfrm>
        </p:grpSpPr>
        <p:sp>
          <p:nvSpPr>
            <p:cNvPr id="12576" name="Google Shape;12576;p10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0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103"/>
          <p:cNvGrpSpPr/>
          <p:nvPr/>
        </p:nvGrpSpPr>
        <p:grpSpPr>
          <a:xfrm>
            <a:off x="3103963" y="3185690"/>
            <a:ext cx="297886" cy="337578"/>
            <a:chOff x="3103963" y="3361140"/>
            <a:chExt cx="297886" cy="337578"/>
          </a:xfrm>
        </p:grpSpPr>
        <p:sp>
          <p:nvSpPr>
            <p:cNvPr id="12579" name="Google Shape;12579;p10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0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0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0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0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0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0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0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0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0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0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0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0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0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0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0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0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0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0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103"/>
          <p:cNvGrpSpPr/>
          <p:nvPr/>
        </p:nvGrpSpPr>
        <p:grpSpPr>
          <a:xfrm>
            <a:off x="2667821" y="3185658"/>
            <a:ext cx="273046" cy="337801"/>
            <a:chOff x="2667821" y="3361108"/>
            <a:chExt cx="273046" cy="337801"/>
          </a:xfrm>
        </p:grpSpPr>
        <p:sp>
          <p:nvSpPr>
            <p:cNvPr id="12604" name="Google Shape;12604;p10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0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0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0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0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0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0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0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0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0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0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0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103"/>
          <p:cNvGrpSpPr/>
          <p:nvPr/>
        </p:nvGrpSpPr>
        <p:grpSpPr>
          <a:xfrm>
            <a:off x="2212469" y="3184863"/>
            <a:ext cx="282715" cy="338660"/>
            <a:chOff x="2212469" y="3360313"/>
            <a:chExt cx="282715" cy="338660"/>
          </a:xfrm>
        </p:grpSpPr>
        <p:sp>
          <p:nvSpPr>
            <p:cNvPr id="12624" name="Google Shape;12624;p10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0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0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103"/>
          <p:cNvGrpSpPr/>
          <p:nvPr/>
        </p:nvGrpSpPr>
        <p:grpSpPr>
          <a:xfrm>
            <a:off x="1768821" y="3185658"/>
            <a:ext cx="278739" cy="339073"/>
            <a:chOff x="1768821" y="3361108"/>
            <a:chExt cx="278739" cy="339073"/>
          </a:xfrm>
        </p:grpSpPr>
        <p:sp>
          <p:nvSpPr>
            <p:cNvPr id="12628" name="Google Shape;12628;p10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0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0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0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0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0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0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0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103"/>
          <p:cNvGrpSpPr/>
          <p:nvPr/>
        </p:nvGrpSpPr>
        <p:grpSpPr>
          <a:xfrm>
            <a:off x="5337883" y="3161423"/>
            <a:ext cx="307141" cy="376826"/>
            <a:chOff x="5337883" y="3336873"/>
            <a:chExt cx="307141" cy="376826"/>
          </a:xfrm>
        </p:grpSpPr>
        <p:sp>
          <p:nvSpPr>
            <p:cNvPr id="12640" name="Google Shape;12640;p10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103"/>
          <p:cNvGrpSpPr/>
          <p:nvPr/>
        </p:nvGrpSpPr>
        <p:grpSpPr>
          <a:xfrm>
            <a:off x="4883835" y="3161805"/>
            <a:ext cx="323425" cy="377557"/>
            <a:chOff x="4883835" y="3337255"/>
            <a:chExt cx="323425" cy="377557"/>
          </a:xfrm>
        </p:grpSpPr>
        <p:sp>
          <p:nvSpPr>
            <p:cNvPr id="12643" name="Google Shape;12643;p10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0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0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103"/>
          <p:cNvGrpSpPr/>
          <p:nvPr/>
        </p:nvGrpSpPr>
        <p:grpSpPr>
          <a:xfrm>
            <a:off x="6193310" y="3231839"/>
            <a:ext cx="352590" cy="237488"/>
            <a:chOff x="6193310" y="3407289"/>
            <a:chExt cx="352590" cy="237488"/>
          </a:xfrm>
        </p:grpSpPr>
        <p:sp>
          <p:nvSpPr>
            <p:cNvPr id="12647" name="Google Shape;12647;p10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0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0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0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0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103"/>
          <p:cNvGrpSpPr/>
          <p:nvPr/>
        </p:nvGrpSpPr>
        <p:grpSpPr>
          <a:xfrm>
            <a:off x="6637117" y="3222393"/>
            <a:ext cx="353735" cy="254504"/>
            <a:chOff x="6637117" y="3397843"/>
            <a:chExt cx="353735" cy="254504"/>
          </a:xfrm>
        </p:grpSpPr>
        <p:sp>
          <p:nvSpPr>
            <p:cNvPr id="12653" name="Google Shape;12653;p10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0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0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0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0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103"/>
          <p:cNvGrpSpPr/>
          <p:nvPr/>
        </p:nvGrpSpPr>
        <p:grpSpPr>
          <a:xfrm>
            <a:off x="7075994" y="3174081"/>
            <a:ext cx="360637" cy="352336"/>
            <a:chOff x="7075994" y="3349531"/>
            <a:chExt cx="360637" cy="352336"/>
          </a:xfrm>
        </p:grpSpPr>
        <p:sp>
          <p:nvSpPr>
            <p:cNvPr id="12660" name="Google Shape;12660;p10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0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0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0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0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0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0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103"/>
          <p:cNvGrpSpPr/>
          <p:nvPr/>
        </p:nvGrpSpPr>
        <p:grpSpPr>
          <a:xfrm>
            <a:off x="7651983" y="3173731"/>
            <a:ext cx="107183" cy="352399"/>
            <a:chOff x="7651983" y="3349181"/>
            <a:chExt cx="107183" cy="352399"/>
          </a:xfrm>
        </p:grpSpPr>
        <p:sp>
          <p:nvSpPr>
            <p:cNvPr id="12668" name="Google Shape;12668;p10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0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103"/>
          <p:cNvGrpSpPr/>
          <p:nvPr/>
        </p:nvGrpSpPr>
        <p:grpSpPr>
          <a:xfrm>
            <a:off x="7973468" y="3206872"/>
            <a:ext cx="352590" cy="287072"/>
            <a:chOff x="7973468" y="3382322"/>
            <a:chExt cx="352590" cy="287072"/>
          </a:xfrm>
        </p:grpSpPr>
        <p:sp>
          <p:nvSpPr>
            <p:cNvPr id="12671" name="Google Shape;12671;p10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0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0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0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0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0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0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0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0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0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0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0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3" name="Google Shape;12683;p103"/>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684" name="Google Shape;12684;p103"/>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88" name="Shape 12688"/>
        <p:cNvGrpSpPr/>
        <p:nvPr/>
      </p:nvGrpSpPr>
      <p:grpSpPr>
        <a:xfrm>
          <a:off x="0" y="0"/>
          <a:ext cx="0" cy="0"/>
          <a:chOff x="0" y="0"/>
          <a:chExt cx="0" cy="0"/>
        </a:xfrm>
      </p:grpSpPr>
      <p:grpSp>
        <p:nvGrpSpPr>
          <p:cNvPr id="12689" name="Google Shape;12689;p104"/>
          <p:cNvGrpSpPr/>
          <p:nvPr/>
        </p:nvGrpSpPr>
        <p:grpSpPr>
          <a:xfrm>
            <a:off x="849677" y="1576858"/>
            <a:ext cx="347872" cy="347488"/>
            <a:chOff x="849677" y="1500658"/>
            <a:chExt cx="347872" cy="347488"/>
          </a:xfrm>
        </p:grpSpPr>
        <p:sp>
          <p:nvSpPr>
            <p:cNvPr id="12690" name="Google Shape;12690;p10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0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0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0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0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0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104"/>
          <p:cNvGrpSpPr/>
          <p:nvPr/>
        </p:nvGrpSpPr>
        <p:grpSpPr>
          <a:xfrm>
            <a:off x="1415853" y="1576858"/>
            <a:ext cx="315872" cy="347488"/>
            <a:chOff x="1415853" y="1500658"/>
            <a:chExt cx="315872" cy="347488"/>
          </a:xfrm>
        </p:grpSpPr>
        <p:sp>
          <p:nvSpPr>
            <p:cNvPr id="12697" name="Google Shape;12697;p10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0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0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0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104"/>
          <p:cNvGrpSpPr/>
          <p:nvPr/>
        </p:nvGrpSpPr>
        <p:grpSpPr>
          <a:xfrm>
            <a:off x="4697389" y="1576858"/>
            <a:ext cx="347520" cy="347104"/>
            <a:chOff x="4697389" y="1500658"/>
            <a:chExt cx="347520" cy="347104"/>
          </a:xfrm>
        </p:grpSpPr>
        <p:sp>
          <p:nvSpPr>
            <p:cNvPr id="12702" name="Google Shape;12702;p10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0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0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104"/>
          <p:cNvGrpSpPr/>
          <p:nvPr/>
        </p:nvGrpSpPr>
        <p:grpSpPr>
          <a:xfrm>
            <a:off x="3603533" y="2041146"/>
            <a:ext cx="347520" cy="353760"/>
            <a:chOff x="3603533" y="1964946"/>
            <a:chExt cx="347520" cy="353760"/>
          </a:xfrm>
        </p:grpSpPr>
        <p:sp>
          <p:nvSpPr>
            <p:cNvPr id="12706" name="Google Shape;12706;p10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0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0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104"/>
          <p:cNvGrpSpPr/>
          <p:nvPr/>
        </p:nvGrpSpPr>
        <p:grpSpPr>
          <a:xfrm>
            <a:off x="1950765" y="2040538"/>
            <a:ext cx="357792" cy="352448"/>
            <a:chOff x="1950765" y="1964338"/>
            <a:chExt cx="357792" cy="352448"/>
          </a:xfrm>
        </p:grpSpPr>
        <p:sp>
          <p:nvSpPr>
            <p:cNvPr id="12710" name="Google Shape;12710;p10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0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0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0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104"/>
          <p:cNvGrpSpPr/>
          <p:nvPr/>
        </p:nvGrpSpPr>
        <p:grpSpPr>
          <a:xfrm>
            <a:off x="7435629" y="2040890"/>
            <a:ext cx="367712" cy="353248"/>
            <a:chOff x="7435629" y="1964690"/>
            <a:chExt cx="367712" cy="353248"/>
          </a:xfrm>
        </p:grpSpPr>
        <p:sp>
          <p:nvSpPr>
            <p:cNvPr id="12715" name="Google Shape;12715;p10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0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0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0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104"/>
          <p:cNvGrpSpPr/>
          <p:nvPr/>
        </p:nvGrpSpPr>
        <p:grpSpPr>
          <a:xfrm>
            <a:off x="2512749" y="2041242"/>
            <a:ext cx="333024" cy="352896"/>
            <a:chOff x="2512749" y="1965042"/>
            <a:chExt cx="333024" cy="352896"/>
          </a:xfrm>
        </p:grpSpPr>
        <p:sp>
          <p:nvSpPr>
            <p:cNvPr id="12720" name="Google Shape;12720;p10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0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0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0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0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104"/>
          <p:cNvGrpSpPr/>
          <p:nvPr/>
        </p:nvGrpSpPr>
        <p:grpSpPr>
          <a:xfrm>
            <a:off x="1398317" y="2057978"/>
            <a:ext cx="365792" cy="335392"/>
            <a:chOff x="1398317" y="1981778"/>
            <a:chExt cx="365792" cy="335392"/>
          </a:xfrm>
        </p:grpSpPr>
        <p:sp>
          <p:nvSpPr>
            <p:cNvPr id="12726" name="Google Shape;12726;p10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0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0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0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0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0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104"/>
          <p:cNvGrpSpPr/>
          <p:nvPr/>
        </p:nvGrpSpPr>
        <p:grpSpPr>
          <a:xfrm>
            <a:off x="3052237" y="2079770"/>
            <a:ext cx="353600" cy="314752"/>
            <a:chOff x="3052237" y="2003570"/>
            <a:chExt cx="353600" cy="314752"/>
          </a:xfrm>
        </p:grpSpPr>
        <p:sp>
          <p:nvSpPr>
            <p:cNvPr id="12733" name="Google Shape;12733;p10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0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0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104"/>
          <p:cNvGrpSpPr/>
          <p:nvPr/>
        </p:nvGrpSpPr>
        <p:grpSpPr>
          <a:xfrm>
            <a:off x="1404013" y="3034266"/>
            <a:ext cx="368096" cy="223968"/>
            <a:chOff x="1404013" y="2958066"/>
            <a:chExt cx="368096" cy="223968"/>
          </a:xfrm>
        </p:grpSpPr>
        <p:sp>
          <p:nvSpPr>
            <p:cNvPr id="12737" name="Google Shape;12737;p10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0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9" name="Google Shape;12739;p104"/>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04"/>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1" name="Google Shape;12741;p104"/>
          <p:cNvGrpSpPr/>
          <p:nvPr/>
        </p:nvGrpSpPr>
        <p:grpSpPr>
          <a:xfrm>
            <a:off x="1951149" y="2961402"/>
            <a:ext cx="370368" cy="367328"/>
            <a:chOff x="1951149" y="2885202"/>
            <a:chExt cx="370368" cy="367328"/>
          </a:xfrm>
        </p:grpSpPr>
        <p:sp>
          <p:nvSpPr>
            <p:cNvPr id="12742" name="Google Shape;12742;p10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0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0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104"/>
          <p:cNvGrpSpPr/>
          <p:nvPr/>
        </p:nvGrpSpPr>
        <p:grpSpPr>
          <a:xfrm>
            <a:off x="2501677" y="2982362"/>
            <a:ext cx="367328" cy="327296"/>
            <a:chOff x="2501677" y="2906162"/>
            <a:chExt cx="367328" cy="327296"/>
          </a:xfrm>
        </p:grpSpPr>
        <p:sp>
          <p:nvSpPr>
            <p:cNvPr id="12746" name="Google Shape;12746;p10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0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0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9" name="Google Shape;12749;p104"/>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0" name="Google Shape;12750;p104"/>
          <p:cNvGrpSpPr/>
          <p:nvPr/>
        </p:nvGrpSpPr>
        <p:grpSpPr>
          <a:xfrm>
            <a:off x="3050317" y="2969914"/>
            <a:ext cx="367712" cy="354240"/>
            <a:chOff x="3050317" y="2893714"/>
            <a:chExt cx="367712" cy="354240"/>
          </a:xfrm>
        </p:grpSpPr>
        <p:sp>
          <p:nvSpPr>
            <p:cNvPr id="12751" name="Google Shape;12751;p10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0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3" name="Google Shape;12753;p104"/>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04"/>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5" name="Google Shape;12755;p104"/>
          <p:cNvGrpSpPr/>
          <p:nvPr/>
        </p:nvGrpSpPr>
        <p:grpSpPr>
          <a:xfrm>
            <a:off x="7531277" y="2962554"/>
            <a:ext cx="185184" cy="367296"/>
            <a:chOff x="7531277" y="2886354"/>
            <a:chExt cx="185184" cy="367296"/>
          </a:xfrm>
        </p:grpSpPr>
        <p:sp>
          <p:nvSpPr>
            <p:cNvPr id="12756" name="Google Shape;12756;p10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0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0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104"/>
          <p:cNvGrpSpPr/>
          <p:nvPr/>
        </p:nvGrpSpPr>
        <p:grpSpPr>
          <a:xfrm>
            <a:off x="6926637" y="2962938"/>
            <a:ext cx="297184" cy="367296"/>
            <a:chOff x="6926637" y="2886738"/>
            <a:chExt cx="297184" cy="367296"/>
          </a:xfrm>
        </p:grpSpPr>
        <p:sp>
          <p:nvSpPr>
            <p:cNvPr id="12760" name="Google Shape;12760;p10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0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0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3" name="Google Shape;12763;p104"/>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04"/>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5" name="Google Shape;12765;p104"/>
          <p:cNvGrpSpPr/>
          <p:nvPr/>
        </p:nvGrpSpPr>
        <p:grpSpPr>
          <a:xfrm>
            <a:off x="6340653" y="2962554"/>
            <a:ext cx="370368" cy="368064"/>
            <a:chOff x="6340653" y="2886354"/>
            <a:chExt cx="370368" cy="368064"/>
          </a:xfrm>
        </p:grpSpPr>
        <p:sp>
          <p:nvSpPr>
            <p:cNvPr id="12766" name="Google Shape;12766;p10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0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0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0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0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0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104"/>
          <p:cNvGrpSpPr/>
          <p:nvPr/>
        </p:nvGrpSpPr>
        <p:grpSpPr>
          <a:xfrm>
            <a:off x="5246797" y="2057626"/>
            <a:ext cx="354752" cy="336512"/>
            <a:chOff x="5246797" y="1981426"/>
            <a:chExt cx="354752" cy="336512"/>
          </a:xfrm>
        </p:grpSpPr>
        <p:sp>
          <p:nvSpPr>
            <p:cNvPr id="12773" name="Google Shape;12773;p10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0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104"/>
          <p:cNvGrpSpPr/>
          <p:nvPr/>
        </p:nvGrpSpPr>
        <p:grpSpPr>
          <a:xfrm>
            <a:off x="4148749" y="2178266"/>
            <a:ext cx="355136" cy="216256"/>
            <a:chOff x="4148749" y="2102066"/>
            <a:chExt cx="355136" cy="216256"/>
          </a:xfrm>
        </p:grpSpPr>
        <p:sp>
          <p:nvSpPr>
            <p:cNvPr id="12776" name="Google Shape;12776;p10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0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104"/>
          <p:cNvGrpSpPr/>
          <p:nvPr/>
        </p:nvGrpSpPr>
        <p:grpSpPr>
          <a:xfrm>
            <a:off x="5794669" y="2077626"/>
            <a:ext cx="354752" cy="315360"/>
            <a:chOff x="5794669" y="2001426"/>
            <a:chExt cx="354752" cy="315360"/>
          </a:xfrm>
        </p:grpSpPr>
        <p:sp>
          <p:nvSpPr>
            <p:cNvPr id="12779" name="Google Shape;12779;p10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0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104"/>
          <p:cNvGrpSpPr/>
          <p:nvPr/>
        </p:nvGrpSpPr>
        <p:grpSpPr>
          <a:xfrm>
            <a:off x="6345229" y="2106042"/>
            <a:ext cx="352832" cy="289216"/>
            <a:chOff x="6345229" y="2029842"/>
            <a:chExt cx="352832" cy="289216"/>
          </a:xfrm>
        </p:grpSpPr>
        <p:sp>
          <p:nvSpPr>
            <p:cNvPr id="12782" name="Google Shape;12782;p10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0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104"/>
          <p:cNvGrpSpPr/>
          <p:nvPr/>
        </p:nvGrpSpPr>
        <p:grpSpPr>
          <a:xfrm>
            <a:off x="4697389" y="2112538"/>
            <a:ext cx="354752" cy="281984"/>
            <a:chOff x="4697389" y="2036338"/>
            <a:chExt cx="354752" cy="281984"/>
          </a:xfrm>
        </p:grpSpPr>
        <p:sp>
          <p:nvSpPr>
            <p:cNvPr id="12785" name="Google Shape;12785;p10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0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104"/>
          <p:cNvGrpSpPr/>
          <p:nvPr/>
        </p:nvGrpSpPr>
        <p:grpSpPr>
          <a:xfrm>
            <a:off x="1404013" y="2500954"/>
            <a:ext cx="353600" cy="354944"/>
            <a:chOff x="1404013" y="2424754"/>
            <a:chExt cx="353600" cy="354944"/>
          </a:xfrm>
        </p:grpSpPr>
        <p:sp>
          <p:nvSpPr>
            <p:cNvPr id="12788" name="Google Shape;12788;p10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0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0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0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0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104"/>
          <p:cNvGrpSpPr/>
          <p:nvPr/>
        </p:nvGrpSpPr>
        <p:grpSpPr>
          <a:xfrm>
            <a:off x="854253" y="2504474"/>
            <a:ext cx="355104" cy="351040"/>
            <a:chOff x="854253" y="2428274"/>
            <a:chExt cx="355104" cy="351040"/>
          </a:xfrm>
        </p:grpSpPr>
        <p:sp>
          <p:nvSpPr>
            <p:cNvPr id="12794" name="Google Shape;12794;p10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0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104"/>
          <p:cNvGrpSpPr/>
          <p:nvPr/>
        </p:nvGrpSpPr>
        <p:grpSpPr>
          <a:xfrm>
            <a:off x="6896909" y="2517146"/>
            <a:ext cx="354752" cy="275904"/>
            <a:chOff x="6896909" y="2440946"/>
            <a:chExt cx="354752" cy="275904"/>
          </a:xfrm>
        </p:grpSpPr>
        <p:sp>
          <p:nvSpPr>
            <p:cNvPr id="12797" name="Google Shape;12797;p10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0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9" name="Google Shape;12799;p104"/>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0" name="Google Shape;12800;p104"/>
          <p:cNvGrpSpPr/>
          <p:nvPr/>
        </p:nvGrpSpPr>
        <p:grpSpPr>
          <a:xfrm>
            <a:off x="5265069" y="2500954"/>
            <a:ext cx="321984" cy="354560"/>
            <a:chOff x="5265069" y="2424754"/>
            <a:chExt cx="321984" cy="354560"/>
          </a:xfrm>
        </p:grpSpPr>
        <p:sp>
          <p:nvSpPr>
            <p:cNvPr id="12801" name="Google Shape;12801;p10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0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104"/>
          <p:cNvGrpSpPr/>
          <p:nvPr/>
        </p:nvGrpSpPr>
        <p:grpSpPr>
          <a:xfrm>
            <a:off x="4150669" y="2542970"/>
            <a:ext cx="355104" cy="259584"/>
            <a:chOff x="4150669" y="2466770"/>
            <a:chExt cx="355104" cy="259584"/>
          </a:xfrm>
        </p:grpSpPr>
        <p:sp>
          <p:nvSpPr>
            <p:cNvPr id="12804" name="Google Shape;12804;p10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0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0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0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104"/>
          <p:cNvGrpSpPr/>
          <p:nvPr/>
        </p:nvGrpSpPr>
        <p:grpSpPr>
          <a:xfrm>
            <a:off x="4699693" y="2501146"/>
            <a:ext cx="354336" cy="353984"/>
            <a:chOff x="4699693" y="2424946"/>
            <a:chExt cx="354336" cy="353984"/>
          </a:xfrm>
        </p:grpSpPr>
        <p:sp>
          <p:nvSpPr>
            <p:cNvPr id="12809" name="Google Shape;12809;p10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0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1" name="Google Shape;12811;p104"/>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04"/>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3" name="Google Shape;12813;p104"/>
          <p:cNvGrpSpPr/>
          <p:nvPr/>
        </p:nvGrpSpPr>
        <p:grpSpPr>
          <a:xfrm>
            <a:off x="1953037" y="2628442"/>
            <a:ext cx="355136" cy="227072"/>
            <a:chOff x="1953037" y="2552242"/>
            <a:chExt cx="355136" cy="227072"/>
          </a:xfrm>
        </p:grpSpPr>
        <p:sp>
          <p:nvSpPr>
            <p:cNvPr id="12814" name="Google Shape;12814;p10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0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6" name="Google Shape;12816;p104"/>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7" name="Google Shape;12817;p104"/>
          <p:cNvGrpSpPr/>
          <p:nvPr/>
        </p:nvGrpSpPr>
        <p:grpSpPr>
          <a:xfrm>
            <a:off x="2500941" y="2603418"/>
            <a:ext cx="355104" cy="250944"/>
            <a:chOff x="2500941" y="2527218"/>
            <a:chExt cx="355104" cy="250944"/>
          </a:xfrm>
        </p:grpSpPr>
        <p:sp>
          <p:nvSpPr>
            <p:cNvPr id="12818" name="Google Shape;12818;p10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0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0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0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0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3" name="Google Shape;12823;p104"/>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4" name="Google Shape;12824;p104"/>
          <p:cNvGrpSpPr/>
          <p:nvPr/>
        </p:nvGrpSpPr>
        <p:grpSpPr>
          <a:xfrm>
            <a:off x="7993805" y="2503322"/>
            <a:ext cx="356256" cy="351808"/>
            <a:chOff x="7993805" y="2427122"/>
            <a:chExt cx="356256" cy="351808"/>
          </a:xfrm>
        </p:grpSpPr>
        <p:sp>
          <p:nvSpPr>
            <p:cNvPr id="12825" name="Google Shape;12825;p10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0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0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104"/>
          <p:cNvGrpSpPr/>
          <p:nvPr/>
        </p:nvGrpSpPr>
        <p:grpSpPr>
          <a:xfrm>
            <a:off x="878637" y="2041210"/>
            <a:ext cx="308640" cy="353312"/>
            <a:chOff x="878637" y="1965010"/>
            <a:chExt cx="308640" cy="353312"/>
          </a:xfrm>
        </p:grpSpPr>
        <p:sp>
          <p:nvSpPr>
            <p:cNvPr id="12829" name="Google Shape;12829;p10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0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0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104"/>
          <p:cNvGrpSpPr/>
          <p:nvPr/>
        </p:nvGrpSpPr>
        <p:grpSpPr>
          <a:xfrm>
            <a:off x="6896141" y="2040922"/>
            <a:ext cx="348256" cy="352448"/>
            <a:chOff x="6896141" y="1964722"/>
            <a:chExt cx="348256" cy="352448"/>
          </a:xfrm>
        </p:grpSpPr>
        <p:sp>
          <p:nvSpPr>
            <p:cNvPr id="12833" name="Google Shape;12833;p10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0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0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104"/>
          <p:cNvGrpSpPr/>
          <p:nvPr/>
        </p:nvGrpSpPr>
        <p:grpSpPr>
          <a:xfrm>
            <a:off x="7989997" y="2091578"/>
            <a:ext cx="355136" cy="303328"/>
            <a:chOff x="7989997" y="2015378"/>
            <a:chExt cx="355136" cy="303328"/>
          </a:xfrm>
        </p:grpSpPr>
        <p:sp>
          <p:nvSpPr>
            <p:cNvPr id="12837" name="Google Shape;12837;p10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0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0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104"/>
          <p:cNvGrpSpPr/>
          <p:nvPr/>
        </p:nvGrpSpPr>
        <p:grpSpPr>
          <a:xfrm>
            <a:off x="3598221" y="1585562"/>
            <a:ext cx="348640" cy="330784"/>
            <a:chOff x="3598221" y="1509362"/>
            <a:chExt cx="348640" cy="330784"/>
          </a:xfrm>
        </p:grpSpPr>
        <p:sp>
          <p:nvSpPr>
            <p:cNvPr id="12841" name="Google Shape;12841;p10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0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0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0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104"/>
          <p:cNvGrpSpPr/>
          <p:nvPr/>
        </p:nvGrpSpPr>
        <p:grpSpPr>
          <a:xfrm>
            <a:off x="5246797" y="1576858"/>
            <a:ext cx="347872" cy="347488"/>
            <a:chOff x="5246797" y="1500658"/>
            <a:chExt cx="347872" cy="347488"/>
          </a:xfrm>
        </p:grpSpPr>
        <p:sp>
          <p:nvSpPr>
            <p:cNvPr id="12846" name="Google Shape;12846;p10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0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0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0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104"/>
          <p:cNvGrpSpPr/>
          <p:nvPr/>
        </p:nvGrpSpPr>
        <p:grpSpPr>
          <a:xfrm>
            <a:off x="5796589" y="1576858"/>
            <a:ext cx="349024" cy="346752"/>
            <a:chOff x="5796589" y="1500658"/>
            <a:chExt cx="349024" cy="346752"/>
          </a:xfrm>
        </p:grpSpPr>
        <p:sp>
          <p:nvSpPr>
            <p:cNvPr id="12851" name="Google Shape;12851;p10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2" name="Google Shape;12852;p104"/>
            <p:cNvGrpSpPr/>
            <p:nvPr/>
          </p:nvGrpSpPr>
          <p:grpSpPr>
            <a:xfrm>
              <a:off x="5796589" y="1500658"/>
              <a:ext cx="349024" cy="346752"/>
              <a:chOff x="5796589" y="1500658"/>
              <a:chExt cx="349024" cy="346752"/>
            </a:xfrm>
          </p:grpSpPr>
          <p:sp>
            <p:nvSpPr>
              <p:cNvPr id="12853" name="Google Shape;12853;p10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0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0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0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57" name="Google Shape;12857;p104"/>
          <p:cNvGrpSpPr/>
          <p:nvPr/>
        </p:nvGrpSpPr>
        <p:grpSpPr>
          <a:xfrm>
            <a:off x="6895373" y="1578778"/>
            <a:ext cx="348640" cy="343296"/>
            <a:chOff x="6895373" y="1502578"/>
            <a:chExt cx="348640" cy="343296"/>
          </a:xfrm>
        </p:grpSpPr>
        <p:sp>
          <p:nvSpPr>
            <p:cNvPr id="12858" name="Google Shape;12858;p10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0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0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104"/>
          <p:cNvGrpSpPr/>
          <p:nvPr/>
        </p:nvGrpSpPr>
        <p:grpSpPr>
          <a:xfrm>
            <a:off x="4147597" y="1581658"/>
            <a:ext cx="347904" cy="336992"/>
            <a:chOff x="4147597" y="1505458"/>
            <a:chExt cx="347904" cy="336992"/>
          </a:xfrm>
        </p:grpSpPr>
        <p:sp>
          <p:nvSpPr>
            <p:cNvPr id="12862" name="Google Shape;12862;p10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0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0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0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0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0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0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9" name="Google Shape;12869;p104"/>
          <p:cNvGrpSpPr/>
          <p:nvPr/>
        </p:nvGrpSpPr>
        <p:grpSpPr>
          <a:xfrm>
            <a:off x="2499405" y="1576090"/>
            <a:ext cx="347488" cy="348256"/>
            <a:chOff x="2499405" y="1499890"/>
            <a:chExt cx="347488" cy="348256"/>
          </a:xfrm>
        </p:grpSpPr>
        <p:sp>
          <p:nvSpPr>
            <p:cNvPr id="12870" name="Google Shape;12870;p10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0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0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0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0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104"/>
          <p:cNvGrpSpPr/>
          <p:nvPr/>
        </p:nvGrpSpPr>
        <p:grpSpPr>
          <a:xfrm>
            <a:off x="1956845" y="1576698"/>
            <a:ext cx="331520" cy="348032"/>
            <a:chOff x="1956845" y="1500498"/>
            <a:chExt cx="331520" cy="348032"/>
          </a:xfrm>
        </p:grpSpPr>
        <p:sp>
          <p:nvSpPr>
            <p:cNvPr id="12876" name="Google Shape;12876;p10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0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0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0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0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0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0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0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0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0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0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0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104"/>
          <p:cNvGrpSpPr/>
          <p:nvPr/>
        </p:nvGrpSpPr>
        <p:grpSpPr>
          <a:xfrm>
            <a:off x="6345613" y="1626074"/>
            <a:ext cx="348640" cy="250656"/>
            <a:chOff x="6345613" y="1549874"/>
            <a:chExt cx="348640" cy="250656"/>
          </a:xfrm>
        </p:grpSpPr>
        <p:sp>
          <p:nvSpPr>
            <p:cNvPr id="12889" name="Google Shape;12889;p10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0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0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0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0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0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104"/>
          <p:cNvGrpSpPr/>
          <p:nvPr/>
        </p:nvGrpSpPr>
        <p:grpSpPr>
          <a:xfrm>
            <a:off x="7444781" y="1583226"/>
            <a:ext cx="348640" cy="334272"/>
            <a:chOff x="7444781" y="1507026"/>
            <a:chExt cx="348640" cy="334272"/>
          </a:xfrm>
        </p:grpSpPr>
        <p:sp>
          <p:nvSpPr>
            <p:cNvPr id="12896" name="Google Shape;12896;p10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0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0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0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0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104"/>
          <p:cNvGrpSpPr/>
          <p:nvPr/>
        </p:nvGrpSpPr>
        <p:grpSpPr>
          <a:xfrm>
            <a:off x="7995341" y="1582938"/>
            <a:ext cx="347872" cy="334944"/>
            <a:chOff x="7995341" y="1506738"/>
            <a:chExt cx="347872" cy="334944"/>
          </a:xfrm>
        </p:grpSpPr>
        <p:sp>
          <p:nvSpPr>
            <p:cNvPr id="12902" name="Google Shape;12902;p10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0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0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0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0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0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104"/>
          <p:cNvGrpSpPr/>
          <p:nvPr/>
        </p:nvGrpSpPr>
        <p:grpSpPr>
          <a:xfrm>
            <a:off x="3048045" y="1599130"/>
            <a:ext cx="347872" cy="303904"/>
            <a:chOff x="3048045" y="1522930"/>
            <a:chExt cx="347872" cy="303904"/>
          </a:xfrm>
        </p:grpSpPr>
        <p:sp>
          <p:nvSpPr>
            <p:cNvPr id="12909" name="Google Shape;12909;p10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0" name="Google Shape;12910;p104"/>
            <p:cNvGrpSpPr/>
            <p:nvPr/>
          </p:nvGrpSpPr>
          <p:grpSpPr>
            <a:xfrm>
              <a:off x="3048045" y="1522930"/>
              <a:ext cx="347872" cy="303904"/>
              <a:chOff x="3048045" y="1522930"/>
              <a:chExt cx="347872" cy="303904"/>
            </a:xfrm>
          </p:grpSpPr>
          <p:sp>
            <p:nvSpPr>
              <p:cNvPr id="12911" name="Google Shape;12911;p10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0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13" name="Google Shape;12913;p104"/>
          <p:cNvGrpSpPr/>
          <p:nvPr/>
        </p:nvGrpSpPr>
        <p:grpSpPr>
          <a:xfrm>
            <a:off x="1133133" y="3428122"/>
            <a:ext cx="313984" cy="358560"/>
            <a:chOff x="1133133" y="3351922"/>
            <a:chExt cx="313984" cy="358560"/>
          </a:xfrm>
        </p:grpSpPr>
        <p:sp>
          <p:nvSpPr>
            <p:cNvPr id="12914" name="Google Shape;12914;p10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0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0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0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0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0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0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0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0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0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0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0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0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0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0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0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0" name="Google Shape;12930;p104"/>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1" name="Google Shape;12931;p104"/>
          <p:cNvGrpSpPr/>
          <p:nvPr/>
        </p:nvGrpSpPr>
        <p:grpSpPr>
          <a:xfrm>
            <a:off x="2795053" y="3428794"/>
            <a:ext cx="288448" cy="357120"/>
            <a:chOff x="2795053" y="3352594"/>
            <a:chExt cx="288448" cy="357120"/>
          </a:xfrm>
        </p:grpSpPr>
        <p:sp>
          <p:nvSpPr>
            <p:cNvPr id="12932" name="Google Shape;12932;p10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0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0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0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0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0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0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0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0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104"/>
          <p:cNvGrpSpPr/>
          <p:nvPr/>
        </p:nvGrpSpPr>
        <p:grpSpPr>
          <a:xfrm>
            <a:off x="2236525" y="3429402"/>
            <a:ext cx="304832" cy="356512"/>
            <a:chOff x="2236525" y="3353202"/>
            <a:chExt cx="304832" cy="356512"/>
          </a:xfrm>
        </p:grpSpPr>
        <p:sp>
          <p:nvSpPr>
            <p:cNvPr id="12942" name="Google Shape;12942;p10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0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0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5" name="Google Shape;12945;p104"/>
          <p:cNvGrpSpPr/>
          <p:nvPr/>
        </p:nvGrpSpPr>
        <p:grpSpPr>
          <a:xfrm>
            <a:off x="3910637" y="3428890"/>
            <a:ext cx="256800" cy="357024"/>
            <a:chOff x="3910637" y="3352690"/>
            <a:chExt cx="256800" cy="357024"/>
          </a:xfrm>
        </p:grpSpPr>
        <p:sp>
          <p:nvSpPr>
            <p:cNvPr id="12946" name="Google Shape;12946;p10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0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0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104"/>
          <p:cNvGrpSpPr/>
          <p:nvPr/>
        </p:nvGrpSpPr>
        <p:grpSpPr>
          <a:xfrm>
            <a:off x="6056429" y="3428122"/>
            <a:ext cx="360064" cy="360096"/>
            <a:chOff x="6056429" y="3351922"/>
            <a:chExt cx="360064" cy="360096"/>
          </a:xfrm>
        </p:grpSpPr>
        <p:sp>
          <p:nvSpPr>
            <p:cNvPr id="12950" name="Google Shape;12950;p10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0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0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104"/>
          <p:cNvGrpSpPr/>
          <p:nvPr/>
        </p:nvGrpSpPr>
        <p:grpSpPr>
          <a:xfrm>
            <a:off x="6608877" y="3429274"/>
            <a:ext cx="357408" cy="357408"/>
            <a:chOff x="6608877" y="3353074"/>
            <a:chExt cx="357408" cy="357408"/>
          </a:xfrm>
        </p:grpSpPr>
        <p:sp>
          <p:nvSpPr>
            <p:cNvPr id="12954" name="Google Shape;12954;p10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0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0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0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0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0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0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1" name="Google Shape;12961;p104"/>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04"/>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3" name="Google Shape;12963;p104"/>
          <p:cNvGrpSpPr/>
          <p:nvPr/>
        </p:nvGrpSpPr>
        <p:grpSpPr>
          <a:xfrm>
            <a:off x="4959533" y="3446426"/>
            <a:ext cx="357408" cy="323488"/>
            <a:chOff x="4959533" y="3370226"/>
            <a:chExt cx="357408" cy="323488"/>
          </a:xfrm>
        </p:grpSpPr>
        <p:sp>
          <p:nvSpPr>
            <p:cNvPr id="12964" name="Google Shape;12964;p10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0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104"/>
          <p:cNvGrpSpPr/>
          <p:nvPr/>
        </p:nvGrpSpPr>
        <p:grpSpPr>
          <a:xfrm>
            <a:off x="7158637" y="3429274"/>
            <a:ext cx="357056" cy="357408"/>
            <a:chOff x="7158637" y="3353074"/>
            <a:chExt cx="357056" cy="357408"/>
          </a:xfrm>
        </p:grpSpPr>
        <p:sp>
          <p:nvSpPr>
            <p:cNvPr id="12967" name="Google Shape;12967;p10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0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0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0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104"/>
          <p:cNvGrpSpPr/>
          <p:nvPr/>
        </p:nvGrpSpPr>
        <p:grpSpPr>
          <a:xfrm>
            <a:off x="3316269" y="3428602"/>
            <a:ext cx="344832" cy="356544"/>
            <a:chOff x="3316269" y="3352402"/>
            <a:chExt cx="344832" cy="356544"/>
          </a:xfrm>
        </p:grpSpPr>
        <p:sp>
          <p:nvSpPr>
            <p:cNvPr id="12972" name="Google Shape;12972;p10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0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0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104"/>
          <p:cNvGrpSpPr/>
          <p:nvPr/>
        </p:nvGrpSpPr>
        <p:grpSpPr>
          <a:xfrm>
            <a:off x="5508909" y="3447706"/>
            <a:ext cx="358560" cy="319552"/>
            <a:chOff x="5508909" y="3371506"/>
            <a:chExt cx="358560" cy="319552"/>
          </a:xfrm>
        </p:grpSpPr>
        <p:sp>
          <p:nvSpPr>
            <p:cNvPr id="12976" name="Google Shape;12976;p10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0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0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0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0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0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0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0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0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0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6" name="Google Shape;12986;p104"/>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90" name="Shape 12990"/>
        <p:cNvGrpSpPr/>
        <p:nvPr/>
      </p:nvGrpSpPr>
      <p:grpSpPr>
        <a:xfrm>
          <a:off x="0" y="0"/>
          <a:ext cx="0" cy="0"/>
          <a:chOff x="0" y="0"/>
          <a:chExt cx="0" cy="0"/>
        </a:xfrm>
      </p:grpSpPr>
      <p:sp>
        <p:nvSpPr>
          <p:cNvPr id="12991" name="Google Shape;12991;p105"/>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2" name="Google Shape;12992;p105"/>
          <p:cNvGrpSpPr/>
          <p:nvPr/>
        </p:nvGrpSpPr>
        <p:grpSpPr>
          <a:xfrm>
            <a:off x="3051327" y="3893352"/>
            <a:ext cx="346056" cy="345674"/>
            <a:chOff x="3303268" y="3817349"/>
            <a:chExt cx="346056" cy="345674"/>
          </a:xfrm>
        </p:grpSpPr>
        <p:sp>
          <p:nvSpPr>
            <p:cNvPr id="12993" name="Google Shape;12993;p10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0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0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0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105"/>
          <p:cNvGrpSpPr/>
          <p:nvPr/>
        </p:nvGrpSpPr>
        <p:grpSpPr>
          <a:xfrm>
            <a:off x="3500416" y="3893352"/>
            <a:ext cx="346056" cy="345674"/>
            <a:chOff x="3752358" y="3817349"/>
            <a:chExt cx="346056" cy="345674"/>
          </a:xfrm>
        </p:grpSpPr>
        <p:sp>
          <p:nvSpPr>
            <p:cNvPr id="12998" name="Google Shape;12998;p10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0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0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0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105"/>
          <p:cNvGrpSpPr/>
          <p:nvPr/>
        </p:nvGrpSpPr>
        <p:grpSpPr>
          <a:xfrm>
            <a:off x="4848066" y="3893352"/>
            <a:ext cx="346024" cy="345674"/>
            <a:chOff x="5100008" y="3817349"/>
            <a:chExt cx="346024" cy="345674"/>
          </a:xfrm>
        </p:grpSpPr>
        <p:sp>
          <p:nvSpPr>
            <p:cNvPr id="13003" name="Google Shape;13003;p10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0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0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105"/>
          <p:cNvGrpSpPr/>
          <p:nvPr/>
        </p:nvGrpSpPr>
        <p:grpSpPr>
          <a:xfrm>
            <a:off x="5746977" y="3893352"/>
            <a:ext cx="345674" cy="345674"/>
            <a:chOff x="5998919" y="3817349"/>
            <a:chExt cx="345674" cy="345674"/>
          </a:xfrm>
        </p:grpSpPr>
        <p:sp>
          <p:nvSpPr>
            <p:cNvPr id="13007" name="Google Shape;13007;p10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0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0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105"/>
          <p:cNvGrpSpPr/>
          <p:nvPr/>
        </p:nvGrpSpPr>
        <p:grpSpPr>
          <a:xfrm>
            <a:off x="3949506" y="3893352"/>
            <a:ext cx="346024" cy="345674"/>
            <a:chOff x="4201447" y="3817349"/>
            <a:chExt cx="346024" cy="345674"/>
          </a:xfrm>
        </p:grpSpPr>
        <p:sp>
          <p:nvSpPr>
            <p:cNvPr id="13011" name="Google Shape;13011;p10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0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105"/>
          <p:cNvGrpSpPr/>
          <p:nvPr/>
        </p:nvGrpSpPr>
        <p:grpSpPr>
          <a:xfrm>
            <a:off x="4398977" y="3893352"/>
            <a:ext cx="346024" cy="345674"/>
            <a:chOff x="4650919" y="3817349"/>
            <a:chExt cx="346024" cy="345674"/>
          </a:xfrm>
        </p:grpSpPr>
        <p:sp>
          <p:nvSpPr>
            <p:cNvPr id="13014" name="Google Shape;13014;p10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0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0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105"/>
          <p:cNvGrpSpPr/>
          <p:nvPr/>
        </p:nvGrpSpPr>
        <p:grpSpPr>
          <a:xfrm>
            <a:off x="5297920" y="3893352"/>
            <a:ext cx="345642" cy="345674"/>
            <a:chOff x="5549861" y="3817349"/>
            <a:chExt cx="345642" cy="345674"/>
          </a:xfrm>
        </p:grpSpPr>
        <p:sp>
          <p:nvSpPr>
            <p:cNvPr id="13018" name="Google Shape;13018;p10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0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0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105"/>
          <p:cNvGrpSpPr/>
          <p:nvPr/>
        </p:nvGrpSpPr>
        <p:grpSpPr>
          <a:xfrm>
            <a:off x="1306445" y="3474029"/>
            <a:ext cx="367255" cy="269855"/>
            <a:chOff x="1306445" y="3397829"/>
            <a:chExt cx="367255" cy="269855"/>
          </a:xfrm>
        </p:grpSpPr>
        <p:sp>
          <p:nvSpPr>
            <p:cNvPr id="13022" name="Google Shape;13022;p10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0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0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0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0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0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105"/>
          <p:cNvGrpSpPr/>
          <p:nvPr/>
        </p:nvGrpSpPr>
        <p:grpSpPr>
          <a:xfrm>
            <a:off x="1781317" y="3467600"/>
            <a:ext cx="367255" cy="282364"/>
            <a:chOff x="1781317" y="3391400"/>
            <a:chExt cx="367255" cy="282364"/>
          </a:xfrm>
        </p:grpSpPr>
        <p:sp>
          <p:nvSpPr>
            <p:cNvPr id="13029" name="Google Shape;13029;p10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0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0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0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0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0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105"/>
          <p:cNvGrpSpPr/>
          <p:nvPr/>
        </p:nvGrpSpPr>
        <p:grpSpPr>
          <a:xfrm>
            <a:off x="3678830" y="3447133"/>
            <a:ext cx="369164" cy="323297"/>
            <a:chOff x="3678830" y="3370933"/>
            <a:chExt cx="369164" cy="323297"/>
          </a:xfrm>
        </p:grpSpPr>
        <p:sp>
          <p:nvSpPr>
            <p:cNvPr id="13036" name="Google Shape;13036;p10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0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0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0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0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0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0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0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0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0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0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105"/>
          <p:cNvGrpSpPr/>
          <p:nvPr/>
        </p:nvGrpSpPr>
        <p:grpSpPr>
          <a:xfrm>
            <a:off x="859265" y="3424375"/>
            <a:ext cx="312316" cy="368400"/>
            <a:chOff x="859265" y="3348175"/>
            <a:chExt cx="312316" cy="368400"/>
          </a:xfrm>
        </p:grpSpPr>
        <p:sp>
          <p:nvSpPr>
            <p:cNvPr id="13048" name="Google Shape;13048;p10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0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0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0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0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3" name="Google Shape;13053;p105"/>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4" name="Google Shape;13054;p105"/>
          <p:cNvGrpSpPr/>
          <p:nvPr/>
        </p:nvGrpSpPr>
        <p:grpSpPr>
          <a:xfrm>
            <a:off x="2766374" y="3437213"/>
            <a:ext cx="330110" cy="308908"/>
            <a:chOff x="2766264" y="3394042"/>
            <a:chExt cx="294873" cy="275934"/>
          </a:xfrm>
        </p:grpSpPr>
        <p:sp>
          <p:nvSpPr>
            <p:cNvPr id="13055" name="Google Shape;13055;p10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0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0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0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105"/>
          <p:cNvGrpSpPr/>
          <p:nvPr/>
        </p:nvGrpSpPr>
        <p:grpSpPr>
          <a:xfrm>
            <a:off x="3214972" y="3435388"/>
            <a:ext cx="346406" cy="347552"/>
            <a:chOff x="3214972" y="3359188"/>
            <a:chExt cx="346406" cy="347552"/>
          </a:xfrm>
        </p:grpSpPr>
        <p:sp>
          <p:nvSpPr>
            <p:cNvPr id="13060" name="Google Shape;13060;p10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0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0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0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0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0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0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0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0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0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0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0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0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0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105"/>
          <p:cNvGrpSpPr/>
          <p:nvPr/>
        </p:nvGrpSpPr>
        <p:grpSpPr>
          <a:xfrm>
            <a:off x="4629306" y="3485393"/>
            <a:ext cx="367255" cy="244486"/>
            <a:chOff x="4629306" y="3409193"/>
            <a:chExt cx="367255" cy="244486"/>
          </a:xfrm>
        </p:grpSpPr>
        <p:sp>
          <p:nvSpPr>
            <p:cNvPr id="13075" name="Google Shape;13075;p10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0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0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0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0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0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0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0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0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0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105"/>
          <p:cNvGrpSpPr/>
          <p:nvPr/>
        </p:nvGrpSpPr>
        <p:grpSpPr>
          <a:xfrm>
            <a:off x="4193490" y="3426284"/>
            <a:ext cx="289939" cy="334661"/>
            <a:chOff x="4193490" y="3350084"/>
            <a:chExt cx="289939" cy="334661"/>
          </a:xfrm>
        </p:grpSpPr>
        <p:sp>
          <p:nvSpPr>
            <p:cNvPr id="13086" name="Google Shape;13086;p10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0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0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0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0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0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0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0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0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0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6" name="Google Shape;13096;p105"/>
          <p:cNvGrpSpPr/>
          <p:nvPr/>
        </p:nvGrpSpPr>
        <p:grpSpPr>
          <a:xfrm>
            <a:off x="6533281" y="3427430"/>
            <a:ext cx="357037" cy="357005"/>
            <a:chOff x="6533281" y="3351230"/>
            <a:chExt cx="357037" cy="357005"/>
          </a:xfrm>
        </p:grpSpPr>
        <p:sp>
          <p:nvSpPr>
            <p:cNvPr id="13097" name="Google Shape;13097;p10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0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0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0" name="Google Shape;13100;p105"/>
          <p:cNvGrpSpPr/>
          <p:nvPr/>
        </p:nvGrpSpPr>
        <p:grpSpPr>
          <a:xfrm>
            <a:off x="6058441" y="3427430"/>
            <a:ext cx="357387" cy="357005"/>
            <a:chOff x="6058441" y="3351230"/>
            <a:chExt cx="357387" cy="357005"/>
          </a:xfrm>
        </p:grpSpPr>
        <p:sp>
          <p:nvSpPr>
            <p:cNvPr id="13101" name="Google Shape;13101;p10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0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3" name="Google Shape;13103;p105"/>
          <p:cNvGrpSpPr/>
          <p:nvPr/>
        </p:nvGrpSpPr>
        <p:grpSpPr>
          <a:xfrm>
            <a:off x="7957483" y="3427048"/>
            <a:ext cx="357387" cy="357387"/>
            <a:chOff x="7957483" y="3350848"/>
            <a:chExt cx="357387" cy="357387"/>
          </a:xfrm>
        </p:grpSpPr>
        <p:sp>
          <p:nvSpPr>
            <p:cNvPr id="13104" name="Google Shape;13104;p10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0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0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105"/>
          <p:cNvGrpSpPr/>
          <p:nvPr/>
        </p:nvGrpSpPr>
        <p:grpSpPr>
          <a:xfrm>
            <a:off x="7007771" y="3427430"/>
            <a:ext cx="357387" cy="357005"/>
            <a:chOff x="7007771" y="3351230"/>
            <a:chExt cx="357387" cy="357005"/>
          </a:xfrm>
        </p:grpSpPr>
        <p:sp>
          <p:nvSpPr>
            <p:cNvPr id="13108" name="Google Shape;13108;p10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0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0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0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0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3" name="Google Shape;13113;p105"/>
          <p:cNvGrpSpPr/>
          <p:nvPr/>
        </p:nvGrpSpPr>
        <p:grpSpPr>
          <a:xfrm>
            <a:off x="5108729" y="3427430"/>
            <a:ext cx="357005" cy="357005"/>
            <a:chOff x="5108729" y="3351230"/>
            <a:chExt cx="357005" cy="357005"/>
          </a:xfrm>
        </p:grpSpPr>
        <p:sp>
          <p:nvSpPr>
            <p:cNvPr id="13114" name="Google Shape;13114;p10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0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105"/>
          <p:cNvGrpSpPr/>
          <p:nvPr/>
        </p:nvGrpSpPr>
        <p:grpSpPr>
          <a:xfrm>
            <a:off x="5583569" y="3427430"/>
            <a:ext cx="357419" cy="357005"/>
            <a:chOff x="5583569" y="3351230"/>
            <a:chExt cx="357419" cy="357005"/>
          </a:xfrm>
        </p:grpSpPr>
        <p:sp>
          <p:nvSpPr>
            <p:cNvPr id="13117" name="Google Shape;13117;p10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0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105"/>
          <p:cNvGrpSpPr/>
          <p:nvPr/>
        </p:nvGrpSpPr>
        <p:grpSpPr>
          <a:xfrm>
            <a:off x="7482229" y="3427430"/>
            <a:ext cx="357419" cy="357005"/>
            <a:chOff x="7482229" y="3351230"/>
            <a:chExt cx="357419" cy="357005"/>
          </a:xfrm>
        </p:grpSpPr>
        <p:sp>
          <p:nvSpPr>
            <p:cNvPr id="13120" name="Google Shape;13120;p10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0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0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0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0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105"/>
          <p:cNvGrpSpPr/>
          <p:nvPr/>
        </p:nvGrpSpPr>
        <p:grpSpPr>
          <a:xfrm>
            <a:off x="3764485" y="2966882"/>
            <a:ext cx="222874" cy="345737"/>
            <a:chOff x="3764485" y="2890682"/>
            <a:chExt cx="222874" cy="345737"/>
          </a:xfrm>
        </p:grpSpPr>
        <p:sp>
          <p:nvSpPr>
            <p:cNvPr id="13126" name="Google Shape;13126;p10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0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0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105"/>
          <p:cNvGrpSpPr/>
          <p:nvPr/>
        </p:nvGrpSpPr>
        <p:grpSpPr>
          <a:xfrm>
            <a:off x="2238616" y="2984331"/>
            <a:ext cx="422596" cy="310382"/>
            <a:chOff x="2278533" y="2937377"/>
            <a:chExt cx="346788" cy="254704"/>
          </a:xfrm>
        </p:grpSpPr>
        <p:sp>
          <p:nvSpPr>
            <p:cNvPr id="13130" name="Google Shape;13130;p10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0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2" name="Google Shape;13132;p105"/>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3" name="Google Shape;13133;p105"/>
          <p:cNvGrpSpPr/>
          <p:nvPr/>
        </p:nvGrpSpPr>
        <p:grpSpPr>
          <a:xfrm>
            <a:off x="1836637" y="2967710"/>
            <a:ext cx="286152" cy="346438"/>
            <a:chOff x="1836637" y="2891510"/>
            <a:chExt cx="286152" cy="346438"/>
          </a:xfrm>
        </p:grpSpPr>
        <p:sp>
          <p:nvSpPr>
            <p:cNvPr id="13134" name="Google Shape;13134;p10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0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0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105"/>
          <p:cNvGrpSpPr/>
          <p:nvPr/>
        </p:nvGrpSpPr>
        <p:grpSpPr>
          <a:xfrm>
            <a:off x="5585861" y="2982129"/>
            <a:ext cx="379764" cy="337684"/>
            <a:chOff x="5585861" y="2905929"/>
            <a:chExt cx="379764" cy="337684"/>
          </a:xfrm>
        </p:grpSpPr>
        <p:sp>
          <p:nvSpPr>
            <p:cNvPr id="13138" name="Google Shape;13138;p10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0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0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0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105"/>
          <p:cNvGrpSpPr/>
          <p:nvPr/>
        </p:nvGrpSpPr>
        <p:grpSpPr>
          <a:xfrm>
            <a:off x="1327676" y="2986680"/>
            <a:ext cx="347934" cy="310024"/>
            <a:chOff x="1327676" y="2910480"/>
            <a:chExt cx="347934" cy="310024"/>
          </a:xfrm>
        </p:grpSpPr>
        <p:sp>
          <p:nvSpPr>
            <p:cNvPr id="13143" name="Google Shape;13143;p10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0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0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0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0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8" name="Google Shape;13148;p105"/>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9" name="Google Shape;13149;p105"/>
          <p:cNvGrpSpPr/>
          <p:nvPr/>
        </p:nvGrpSpPr>
        <p:grpSpPr>
          <a:xfrm>
            <a:off x="2753401" y="2945764"/>
            <a:ext cx="382828" cy="358601"/>
            <a:chOff x="2753373" y="2902523"/>
            <a:chExt cx="347552" cy="325557"/>
          </a:xfrm>
        </p:grpSpPr>
        <p:sp>
          <p:nvSpPr>
            <p:cNvPr id="13150" name="Google Shape;13150;p10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0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0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0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0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0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105"/>
          <p:cNvGrpSpPr/>
          <p:nvPr/>
        </p:nvGrpSpPr>
        <p:grpSpPr>
          <a:xfrm>
            <a:off x="849016" y="2979455"/>
            <a:ext cx="356655" cy="335425"/>
            <a:chOff x="849016" y="2903255"/>
            <a:chExt cx="356655" cy="335425"/>
          </a:xfrm>
        </p:grpSpPr>
        <p:sp>
          <p:nvSpPr>
            <p:cNvPr id="13157" name="Google Shape;13157;p10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0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0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0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0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0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0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0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0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0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0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8" name="Google Shape;13168;p105"/>
          <p:cNvGrpSpPr/>
          <p:nvPr/>
        </p:nvGrpSpPr>
        <p:grpSpPr>
          <a:xfrm>
            <a:off x="4210933" y="3002977"/>
            <a:ext cx="280072" cy="275520"/>
            <a:chOff x="4210933" y="2926777"/>
            <a:chExt cx="280072" cy="275520"/>
          </a:xfrm>
        </p:grpSpPr>
        <p:sp>
          <p:nvSpPr>
            <p:cNvPr id="13169" name="Google Shape;13169;p10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0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0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0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0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0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0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0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0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0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0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0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0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105"/>
          <p:cNvGrpSpPr/>
          <p:nvPr/>
        </p:nvGrpSpPr>
        <p:grpSpPr>
          <a:xfrm>
            <a:off x="4667216" y="2991582"/>
            <a:ext cx="320273" cy="318395"/>
            <a:chOff x="4667216" y="2915382"/>
            <a:chExt cx="320273" cy="318395"/>
          </a:xfrm>
        </p:grpSpPr>
        <p:sp>
          <p:nvSpPr>
            <p:cNvPr id="13183" name="Google Shape;13183;p10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0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0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0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105"/>
          <p:cNvGrpSpPr/>
          <p:nvPr/>
        </p:nvGrpSpPr>
        <p:grpSpPr>
          <a:xfrm>
            <a:off x="5170480" y="3010839"/>
            <a:ext cx="261929" cy="280550"/>
            <a:chOff x="5170480" y="2934639"/>
            <a:chExt cx="261929" cy="280550"/>
          </a:xfrm>
        </p:grpSpPr>
        <p:sp>
          <p:nvSpPr>
            <p:cNvPr id="13188" name="Google Shape;13188;p10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0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0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0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0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0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0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105"/>
          <p:cNvGrpSpPr/>
          <p:nvPr/>
        </p:nvGrpSpPr>
        <p:grpSpPr>
          <a:xfrm>
            <a:off x="6069423" y="2968091"/>
            <a:ext cx="362321" cy="364231"/>
            <a:chOff x="6069423" y="2891892"/>
            <a:chExt cx="362321" cy="364231"/>
          </a:xfrm>
        </p:grpSpPr>
        <p:sp>
          <p:nvSpPr>
            <p:cNvPr id="13196" name="Google Shape;13196;p10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0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0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0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0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0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105"/>
          <p:cNvGrpSpPr/>
          <p:nvPr/>
        </p:nvGrpSpPr>
        <p:grpSpPr>
          <a:xfrm>
            <a:off x="6571955" y="2995370"/>
            <a:ext cx="308878" cy="311170"/>
            <a:chOff x="6571955" y="2919170"/>
            <a:chExt cx="308878" cy="311170"/>
          </a:xfrm>
        </p:grpSpPr>
        <p:sp>
          <p:nvSpPr>
            <p:cNvPr id="13203" name="Google Shape;13203;p10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0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0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0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0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0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0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0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0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0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105"/>
          <p:cNvGrpSpPr/>
          <p:nvPr/>
        </p:nvGrpSpPr>
        <p:grpSpPr>
          <a:xfrm>
            <a:off x="7500054" y="3010935"/>
            <a:ext cx="350576" cy="280454"/>
            <a:chOff x="7500054" y="2934735"/>
            <a:chExt cx="350576" cy="280454"/>
          </a:xfrm>
        </p:grpSpPr>
        <p:sp>
          <p:nvSpPr>
            <p:cNvPr id="13214" name="Google Shape;13214;p10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0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0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0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0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0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0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0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105"/>
          <p:cNvGrpSpPr/>
          <p:nvPr/>
        </p:nvGrpSpPr>
        <p:grpSpPr>
          <a:xfrm>
            <a:off x="7024430" y="2950862"/>
            <a:ext cx="332012" cy="355454"/>
            <a:chOff x="7055134" y="2919170"/>
            <a:chExt cx="290321" cy="310820"/>
          </a:xfrm>
        </p:grpSpPr>
        <p:sp>
          <p:nvSpPr>
            <p:cNvPr id="13223" name="Google Shape;13223;p10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0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0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0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0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0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0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0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0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0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0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0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0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0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7" name="Google Shape;13237;p105"/>
          <p:cNvGrpSpPr/>
          <p:nvPr/>
        </p:nvGrpSpPr>
        <p:grpSpPr>
          <a:xfrm>
            <a:off x="7985143" y="2976813"/>
            <a:ext cx="330109" cy="347552"/>
            <a:chOff x="7985143" y="2900613"/>
            <a:chExt cx="330109" cy="347552"/>
          </a:xfrm>
        </p:grpSpPr>
        <p:sp>
          <p:nvSpPr>
            <p:cNvPr id="13238" name="Google Shape;13238;p10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0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0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0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0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0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0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0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105"/>
          <p:cNvGrpSpPr/>
          <p:nvPr/>
        </p:nvGrpSpPr>
        <p:grpSpPr>
          <a:xfrm>
            <a:off x="7990840" y="2511426"/>
            <a:ext cx="354363" cy="353631"/>
            <a:chOff x="7990840" y="2435226"/>
            <a:chExt cx="354363" cy="353631"/>
          </a:xfrm>
        </p:grpSpPr>
        <p:sp>
          <p:nvSpPr>
            <p:cNvPr id="13247" name="Google Shape;13247;p10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0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0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105"/>
          <p:cNvGrpSpPr/>
          <p:nvPr/>
        </p:nvGrpSpPr>
        <p:grpSpPr>
          <a:xfrm>
            <a:off x="1817317" y="2556530"/>
            <a:ext cx="350958" cy="263043"/>
            <a:chOff x="1817317" y="2480330"/>
            <a:chExt cx="350958" cy="263043"/>
          </a:xfrm>
        </p:grpSpPr>
        <p:sp>
          <p:nvSpPr>
            <p:cNvPr id="13251" name="Google Shape;13251;p10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0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0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0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0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105"/>
          <p:cNvGrpSpPr/>
          <p:nvPr/>
        </p:nvGrpSpPr>
        <p:grpSpPr>
          <a:xfrm>
            <a:off x="1341727" y="2559549"/>
            <a:ext cx="419913" cy="308109"/>
            <a:chOff x="1341727" y="2483349"/>
            <a:chExt cx="419913" cy="308109"/>
          </a:xfrm>
        </p:grpSpPr>
        <p:sp>
          <p:nvSpPr>
            <p:cNvPr id="13257" name="Google Shape;13257;p10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0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0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105"/>
          <p:cNvGrpSpPr/>
          <p:nvPr/>
        </p:nvGrpSpPr>
        <p:grpSpPr>
          <a:xfrm>
            <a:off x="854332" y="2523936"/>
            <a:ext cx="376358" cy="330109"/>
            <a:chOff x="854332" y="2447736"/>
            <a:chExt cx="376358" cy="330109"/>
          </a:xfrm>
        </p:grpSpPr>
        <p:sp>
          <p:nvSpPr>
            <p:cNvPr id="13261" name="Google Shape;13261;p10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0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0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0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0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0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0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0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105"/>
          <p:cNvGrpSpPr/>
          <p:nvPr/>
        </p:nvGrpSpPr>
        <p:grpSpPr>
          <a:xfrm>
            <a:off x="4206763" y="2527151"/>
            <a:ext cx="322151" cy="322374"/>
            <a:chOff x="4206763" y="2450951"/>
            <a:chExt cx="322151" cy="322374"/>
          </a:xfrm>
        </p:grpSpPr>
        <p:sp>
          <p:nvSpPr>
            <p:cNvPr id="13270" name="Google Shape;13270;p10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0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105"/>
          <p:cNvGrpSpPr/>
          <p:nvPr/>
        </p:nvGrpSpPr>
        <p:grpSpPr>
          <a:xfrm>
            <a:off x="7528096" y="2526259"/>
            <a:ext cx="327976" cy="324316"/>
            <a:chOff x="7528096" y="2450059"/>
            <a:chExt cx="327976" cy="324316"/>
          </a:xfrm>
        </p:grpSpPr>
        <p:sp>
          <p:nvSpPr>
            <p:cNvPr id="13273" name="Google Shape;13273;p10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0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0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0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0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105"/>
          <p:cNvGrpSpPr/>
          <p:nvPr/>
        </p:nvGrpSpPr>
        <p:grpSpPr>
          <a:xfrm>
            <a:off x="7077129" y="2588742"/>
            <a:ext cx="282364" cy="198619"/>
            <a:chOff x="7077129" y="2512542"/>
            <a:chExt cx="282364" cy="198619"/>
          </a:xfrm>
        </p:grpSpPr>
        <p:sp>
          <p:nvSpPr>
            <p:cNvPr id="13279" name="Google Shape;13279;p10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0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0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0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0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0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105"/>
          <p:cNvGrpSpPr/>
          <p:nvPr/>
        </p:nvGrpSpPr>
        <p:grpSpPr>
          <a:xfrm>
            <a:off x="3725461" y="2520912"/>
            <a:ext cx="334279" cy="334661"/>
            <a:chOff x="3725461" y="2444712"/>
            <a:chExt cx="334279" cy="334661"/>
          </a:xfrm>
        </p:grpSpPr>
        <p:sp>
          <p:nvSpPr>
            <p:cNvPr id="13286" name="Google Shape;13286;p10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0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0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0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0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0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0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105"/>
          <p:cNvGrpSpPr/>
          <p:nvPr/>
        </p:nvGrpSpPr>
        <p:grpSpPr>
          <a:xfrm>
            <a:off x="6577238" y="2533421"/>
            <a:ext cx="332019" cy="310788"/>
            <a:chOff x="6577238" y="2457221"/>
            <a:chExt cx="332019" cy="310788"/>
          </a:xfrm>
        </p:grpSpPr>
        <p:sp>
          <p:nvSpPr>
            <p:cNvPr id="13294" name="Google Shape;13294;p10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0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0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0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0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0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105"/>
          <p:cNvGrpSpPr/>
          <p:nvPr/>
        </p:nvGrpSpPr>
        <p:grpSpPr>
          <a:xfrm>
            <a:off x="2818561" y="2515978"/>
            <a:ext cx="247892" cy="346024"/>
            <a:chOff x="2818561" y="2439778"/>
            <a:chExt cx="247892" cy="346024"/>
          </a:xfrm>
        </p:grpSpPr>
        <p:sp>
          <p:nvSpPr>
            <p:cNvPr id="13301" name="Google Shape;13301;p10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0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0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0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0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0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0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0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0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0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0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0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105"/>
          <p:cNvGrpSpPr/>
          <p:nvPr/>
        </p:nvGrpSpPr>
        <p:grpSpPr>
          <a:xfrm>
            <a:off x="3207778" y="2550832"/>
            <a:ext cx="419933" cy="275170"/>
            <a:chOff x="3207778" y="2474632"/>
            <a:chExt cx="419933" cy="275170"/>
          </a:xfrm>
        </p:grpSpPr>
        <p:sp>
          <p:nvSpPr>
            <p:cNvPr id="13314" name="Google Shape;13314;p10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0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0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0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0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0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0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0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0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0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0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0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0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0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105"/>
          <p:cNvGrpSpPr/>
          <p:nvPr/>
        </p:nvGrpSpPr>
        <p:grpSpPr>
          <a:xfrm>
            <a:off x="6099375" y="2532275"/>
            <a:ext cx="337684" cy="314194"/>
            <a:chOff x="6099375" y="2456075"/>
            <a:chExt cx="337684" cy="314194"/>
          </a:xfrm>
        </p:grpSpPr>
        <p:sp>
          <p:nvSpPr>
            <p:cNvPr id="13329" name="Google Shape;13329;p10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0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105"/>
          <p:cNvGrpSpPr/>
          <p:nvPr/>
        </p:nvGrpSpPr>
        <p:grpSpPr>
          <a:xfrm>
            <a:off x="2312623" y="2544784"/>
            <a:ext cx="312698" cy="286534"/>
            <a:chOff x="2312623" y="2468584"/>
            <a:chExt cx="312698" cy="286534"/>
          </a:xfrm>
        </p:grpSpPr>
        <p:sp>
          <p:nvSpPr>
            <p:cNvPr id="13332" name="Google Shape;13332;p10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0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0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105"/>
          <p:cNvGrpSpPr/>
          <p:nvPr/>
        </p:nvGrpSpPr>
        <p:grpSpPr>
          <a:xfrm>
            <a:off x="5618805" y="2517124"/>
            <a:ext cx="345292" cy="342618"/>
            <a:chOff x="5618805" y="2440924"/>
            <a:chExt cx="345292" cy="342618"/>
          </a:xfrm>
        </p:grpSpPr>
        <p:sp>
          <p:nvSpPr>
            <p:cNvPr id="13336" name="Google Shape;13336;p10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0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0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0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0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1" name="Google Shape;13341;p105"/>
          <p:cNvGrpSpPr/>
          <p:nvPr/>
        </p:nvGrpSpPr>
        <p:grpSpPr>
          <a:xfrm>
            <a:off x="4653179" y="2522790"/>
            <a:ext cx="377886" cy="331255"/>
            <a:chOff x="4653179" y="2446590"/>
            <a:chExt cx="377886" cy="331255"/>
          </a:xfrm>
        </p:grpSpPr>
        <p:sp>
          <p:nvSpPr>
            <p:cNvPr id="13342" name="Google Shape;13342;p10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0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0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0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105"/>
          <p:cNvGrpSpPr/>
          <p:nvPr/>
        </p:nvGrpSpPr>
        <p:grpSpPr>
          <a:xfrm>
            <a:off x="5184517" y="2535681"/>
            <a:ext cx="252062" cy="305122"/>
            <a:chOff x="5184517" y="2459481"/>
            <a:chExt cx="252062" cy="305122"/>
          </a:xfrm>
        </p:grpSpPr>
        <p:sp>
          <p:nvSpPr>
            <p:cNvPr id="13347" name="Google Shape;13347;p10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0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0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0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0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0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3" name="Google Shape;13353;p105"/>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4" name="Google Shape;13354;p105"/>
          <p:cNvGrpSpPr/>
          <p:nvPr/>
        </p:nvGrpSpPr>
        <p:grpSpPr>
          <a:xfrm>
            <a:off x="6155459" y="2045308"/>
            <a:ext cx="249770" cy="363849"/>
            <a:chOff x="6155459" y="1969108"/>
            <a:chExt cx="249770" cy="363849"/>
          </a:xfrm>
        </p:grpSpPr>
        <p:sp>
          <p:nvSpPr>
            <p:cNvPr id="13355" name="Google Shape;13355;p10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0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0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0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0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0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0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0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0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4" name="Google Shape;13364;p105"/>
          <p:cNvGrpSpPr/>
          <p:nvPr/>
        </p:nvGrpSpPr>
        <p:grpSpPr>
          <a:xfrm>
            <a:off x="2280029" y="2046804"/>
            <a:ext cx="353631" cy="354395"/>
            <a:chOff x="2280029" y="1970604"/>
            <a:chExt cx="353631" cy="354395"/>
          </a:xfrm>
        </p:grpSpPr>
        <p:sp>
          <p:nvSpPr>
            <p:cNvPr id="13365" name="Google Shape;13365;p10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0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0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0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105"/>
          <p:cNvGrpSpPr/>
          <p:nvPr/>
        </p:nvGrpSpPr>
        <p:grpSpPr>
          <a:xfrm>
            <a:off x="8065100" y="2076374"/>
            <a:ext cx="255086" cy="301685"/>
            <a:chOff x="8065100" y="2000174"/>
            <a:chExt cx="255086" cy="301685"/>
          </a:xfrm>
        </p:grpSpPr>
        <p:sp>
          <p:nvSpPr>
            <p:cNvPr id="13370" name="Google Shape;13370;p10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0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0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0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105"/>
          <p:cNvGrpSpPr/>
          <p:nvPr/>
        </p:nvGrpSpPr>
        <p:grpSpPr>
          <a:xfrm>
            <a:off x="6633705" y="2045308"/>
            <a:ext cx="249420" cy="363849"/>
            <a:chOff x="6633705" y="1969108"/>
            <a:chExt cx="249420" cy="363849"/>
          </a:xfrm>
        </p:grpSpPr>
        <p:sp>
          <p:nvSpPr>
            <p:cNvPr id="13375" name="Google Shape;13375;p10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0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0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0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0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0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0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0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105"/>
          <p:cNvGrpSpPr/>
          <p:nvPr/>
        </p:nvGrpSpPr>
        <p:grpSpPr>
          <a:xfrm>
            <a:off x="5211031" y="2045308"/>
            <a:ext cx="226661" cy="363467"/>
            <a:chOff x="5211031" y="1969108"/>
            <a:chExt cx="226661" cy="363467"/>
          </a:xfrm>
        </p:grpSpPr>
        <p:sp>
          <p:nvSpPr>
            <p:cNvPr id="13384" name="Google Shape;13384;p10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0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105"/>
          <p:cNvGrpSpPr/>
          <p:nvPr/>
        </p:nvGrpSpPr>
        <p:grpSpPr>
          <a:xfrm>
            <a:off x="3712952" y="2046804"/>
            <a:ext cx="354363" cy="354395"/>
            <a:chOff x="3712952" y="1970604"/>
            <a:chExt cx="354363" cy="354395"/>
          </a:xfrm>
        </p:grpSpPr>
        <p:sp>
          <p:nvSpPr>
            <p:cNvPr id="13387" name="Google Shape;13387;p10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0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0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0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0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0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0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0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0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105"/>
          <p:cNvGrpSpPr/>
          <p:nvPr/>
        </p:nvGrpSpPr>
        <p:grpSpPr>
          <a:xfrm>
            <a:off x="3235438" y="2046804"/>
            <a:ext cx="354363" cy="354745"/>
            <a:chOff x="3235438" y="1970604"/>
            <a:chExt cx="354363" cy="354745"/>
          </a:xfrm>
        </p:grpSpPr>
        <p:sp>
          <p:nvSpPr>
            <p:cNvPr id="13397" name="Google Shape;13397;p10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0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0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0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0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0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0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0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0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0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0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0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0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105"/>
          <p:cNvGrpSpPr/>
          <p:nvPr/>
        </p:nvGrpSpPr>
        <p:grpSpPr>
          <a:xfrm>
            <a:off x="1329585" y="2066125"/>
            <a:ext cx="341472" cy="335074"/>
            <a:chOff x="1329585" y="1989925"/>
            <a:chExt cx="341472" cy="335074"/>
          </a:xfrm>
        </p:grpSpPr>
        <p:sp>
          <p:nvSpPr>
            <p:cNvPr id="13411" name="Google Shape;13411;p10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0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0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105"/>
          <p:cNvGrpSpPr/>
          <p:nvPr/>
        </p:nvGrpSpPr>
        <p:grpSpPr>
          <a:xfrm>
            <a:off x="5591871" y="2066106"/>
            <a:ext cx="416649" cy="325597"/>
            <a:chOff x="5626763" y="2013829"/>
            <a:chExt cx="351722" cy="274788"/>
          </a:xfrm>
        </p:grpSpPr>
        <p:sp>
          <p:nvSpPr>
            <p:cNvPr id="13415" name="Google Shape;13415;p10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0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0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0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0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0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0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0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0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0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105"/>
          <p:cNvGrpSpPr/>
          <p:nvPr/>
        </p:nvGrpSpPr>
        <p:grpSpPr>
          <a:xfrm>
            <a:off x="7576605" y="2060077"/>
            <a:ext cx="276698" cy="333133"/>
            <a:chOff x="7576605" y="1983877"/>
            <a:chExt cx="276698" cy="333133"/>
          </a:xfrm>
        </p:grpSpPr>
        <p:sp>
          <p:nvSpPr>
            <p:cNvPr id="13426" name="Google Shape;13426;p10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0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8" name="Google Shape;13428;p105"/>
          <p:cNvGrpSpPr/>
          <p:nvPr/>
        </p:nvGrpSpPr>
        <p:grpSpPr>
          <a:xfrm>
            <a:off x="853568" y="2051738"/>
            <a:ext cx="337334" cy="353599"/>
            <a:chOff x="853568" y="1975538"/>
            <a:chExt cx="337334" cy="353599"/>
          </a:xfrm>
        </p:grpSpPr>
        <p:sp>
          <p:nvSpPr>
            <p:cNvPr id="13429" name="Google Shape;13429;p10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0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0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0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105"/>
          <p:cNvGrpSpPr/>
          <p:nvPr/>
        </p:nvGrpSpPr>
        <p:grpSpPr>
          <a:xfrm>
            <a:off x="2770052" y="2085828"/>
            <a:ext cx="327085" cy="277080"/>
            <a:chOff x="2770052" y="2009628"/>
            <a:chExt cx="327085" cy="277080"/>
          </a:xfrm>
        </p:grpSpPr>
        <p:sp>
          <p:nvSpPr>
            <p:cNvPr id="13434" name="Google Shape;13434;p10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0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6" name="Google Shape;13436;p105"/>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7" name="Google Shape;13437;p105"/>
          <p:cNvGrpSpPr/>
          <p:nvPr/>
        </p:nvGrpSpPr>
        <p:grpSpPr>
          <a:xfrm>
            <a:off x="4195399" y="2046804"/>
            <a:ext cx="344878" cy="343573"/>
            <a:chOff x="4195399" y="1970604"/>
            <a:chExt cx="344878" cy="343573"/>
          </a:xfrm>
        </p:grpSpPr>
        <p:sp>
          <p:nvSpPr>
            <p:cNvPr id="13438" name="Google Shape;13438;p10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0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0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0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105"/>
          <p:cNvGrpSpPr/>
          <p:nvPr/>
        </p:nvGrpSpPr>
        <p:grpSpPr>
          <a:xfrm>
            <a:off x="4674791" y="2053647"/>
            <a:ext cx="344528" cy="344114"/>
            <a:chOff x="4674791" y="1977447"/>
            <a:chExt cx="344528" cy="344114"/>
          </a:xfrm>
        </p:grpSpPr>
        <p:sp>
          <p:nvSpPr>
            <p:cNvPr id="13443" name="Google Shape;13443;p10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0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0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0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0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0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0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0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0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0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0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0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0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0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0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0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0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0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0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0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0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0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0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0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0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0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105"/>
          <p:cNvGrpSpPr/>
          <p:nvPr/>
        </p:nvGrpSpPr>
        <p:grpSpPr>
          <a:xfrm>
            <a:off x="6083810" y="1623497"/>
            <a:ext cx="382819" cy="310788"/>
            <a:chOff x="6083810" y="1547297"/>
            <a:chExt cx="382819" cy="310788"/>
          </a:xfrm>
        </p:grpSpPr>
        <p:sp>
          <p:nvSpPr>
            <p:cNvPr id="13470" name="Google Shape;13470;p10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0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0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0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0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0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0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0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0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0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0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0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0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0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0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0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0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0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105"/>
          <p:cNvGrpSpPr/>
          <p:nvPr/>
        </p:nvGrpSpPr>
        <p:grpSpPr>
          <a:xfrm>
            <a:off x="6558300" y="1614393"/>
            <a:ext cx="382788" cy="328613"/>
            <a:chOff x="6558300" y="1538193"/>
            <a:chExt cx="382788" cy="328613"/>
          </a:xfrm>
        </p:grpSpPr>
        <p:sp>
          <p:nvSpPr>
            <p:cNvPr id="13489" name="Google Shape;13489;p10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0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105"/>
          <p:cNvGrpSpPr/>
          <p:nvPr/>
        </p:nvGrpSpPr>
        <p:grpSpPr>
          <a:xfrm>
            <a:off x="5194002" y="1587497"/>
            <a:ext cx="259605" cy="346024"/>
            <a:chOff x="5194002" y="1511297"/>
            <a:chExt cx="259605" cy="346024"/>
          </a:xfrm>
        </p:grpSpPr>
        <p:sp>
          <p:nvSpPr>
            <p:cNvPr id="13492" name="Google Shape;13492;p10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0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0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0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105"/>
          <p:cNvGrpSpPr/>
          <p:nvPr/>
        </p:nvGrpSpPr>
        <p:grpSpPr>
          <a:xfrm>
            <a:off x="1394741" y="1588261"/>
            <a:ext cx="252444" cy="351722"/>
            <a:chOff x="1394741" y="1512061"/>
            <a:chExt cx="252444" cy="351722"/>
          </a:xfrm>
        </p:grpSpPr>
        <p:sp>
          <p:nvSpPr>
            <p:cNvPr id="13497" name="Google Shape;13497;p10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0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0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0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0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0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0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0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0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0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0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0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0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0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0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0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0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4" name="Google Shape;13514;p105"/>
          <p:cNvGrpSpPr/>
          <p:nvPr/>
        </p:nvGrpSpPr>
        <p:grpSpPr>
          <a:xfrm>
            <a:off x="855096" y="1580685"/>
            <a:ext cx="380910" cy="339594"/>
            <a:chOff x="855096" y="1504485"/>
            <a:chExt cx="380910" cy="339594"/>
          </a:xfrm>
        </p:grpSpPr>
        <p:sp>
          <p:nvSpPr>
            <p:cNvPr id="13515" name="Google Shape;13515;p10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0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0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0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0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105"/>
          <p:cNvGrpSpPr/>
          <p:nvPr/>
        </p:nvGrpSpPr>
        <p:grpSpPr>
          <a:xfrm>
            <a:off x="1819576" y="1587879"/>
            <a:ext cx="352103" cy="352103"/>
            <a:chOff x="1819576" y="1511679"/>
            <a:chExt cx="352103" cy="352103"/>
          </a:xfrm>
        </p:grpSpPr>
        <p:sp>
          <p:nvSpPr>
            <p:cNvPr id="13521" name="Google Shape;13521;p10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0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0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0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105"/>
          <p:cNvGrpSpPr/>
          <p:nvPr/>
        </p:nvGrpSpPr>
        <p:grpSpPr>
          <a:xfrm>
            <a:off x="5621097" y="1576961"/>
            <a:ext cx="371424" cy="355446"/>
            <a:chOff x="5621097" y="1500761"/>
            <a:chExt cx="371424" cy="355446"/>
          </a:xfrm>
        </p:grpSpPr>
        <p:sp>
          <p:nvSpPr>
            <p:cNvPr id="13526" name="Google Shape;13526;p10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0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8" name="Google Shape;13528;p105"/>
          <p:cNvGrpSpPr/>
          <p:nvPr/>
        </p:nvGrpSpPr>
        <p:grpSpPr>
          <a:xfrm>
            <a:off x="4670239" y="1617799"/>
            <a:ext cx="359679" cy="321833"/>
            <a:chOff x="4670239" y="1541599"/>
            <a:chExt cx="359679" cy="321833"/>
          </a:xfrm>
        </p:grpSpPr>
        <p:sp>
          <p:nvSpPr>
            <p:cNvPr id="13529" name="Google Shape;13529;p10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0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0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0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0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105"/>
          <p:cNvGrpSpPr/>
          <p:nvPr/>
        </p:nvGrpSpPr>
        <p:grpSpPr>
          <a:xfrm>
            <a:off x="4212429" y="1578585"/>
            <a:ext cx="321037" cy="353822"/>
            <a:chOff x="4212429" y="1502385"/>
            <a:chExt cx="321037" cy="353822"/>
          </a:xfrm>
        </p:grpSpPr>
        <p:sp>
          <p:nvSpPr>
            <p:cNvPr id="13535" name="Google Shape;13535;p10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0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0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0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9" name="Google Shape;13539;p105"/>
          <p:cNvGrpSpPr/>
          <p:nvPr/>
        </p:nvGrpSpPr>
        <p:grpSpPr>
          <a:xfrm>
            <a:off x="2302788" y="1582181"/>
            <a:ext cx="336188" cy="335425"/>
            <a:chOff x="2302788" y="1505981"/>
            <a:chExt cx="336188" cy="335425"/>
          </a:xfrm>
        </p:grpSpPr>
        <p:sp>
          <p:nvSpPr>
            <p:cNvPr id="13540" name="Google Shape;13540;p10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0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0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0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0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0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0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0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0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0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0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0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0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0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0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0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0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105"/>
          <p:cNvGrpSpPr/>
          <p:nvPr/>
        </p:nvGrpSpPr>
        <p:grpSpPr>
          <a:xfrm>
            <a:off x="2780301" y="1598096"/>
            <a:ext cx="333133" cy="321037"/>
            <a:chOff x="2780301" y="1521896"/>
            <a:chExt cx="333133" cy="321037"/>
          </a:xfrm>
        </p:grpSpPr>
        <p:sp>
          <p:nvSpPr>
            <p:cNvPr id="13558" name="Google Shape;13558;p10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0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0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0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0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0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0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0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0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0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0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0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0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0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0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0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0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0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0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0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105"/>
          <p:cNvGrpSpPr/>
          <p:nvPr/>
        </p:nvGrpSpPr>
        <p:grpSpPr>
          <a:xfrm>
            <a:off x="3316159" y="1591285"/>
            <a:ext cx="211892" cy="339594"/>
            <a:chOff x="3316159" y="1515085"/>
            <a:chExt cx="211892" cy="339594"/>
          </a:xfrm>
        </p:grpSpPr>
        <p:sp>
          <p:nvSpPr>
            <p:cNvPr id="13579" name="Google Shape;13579;p10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0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0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2" name="Google Shape;13582;p105"/>
            <p:cNvGrpSpPr/>
            <p:nvPr/>
          </p:nvGrpSpPr>
          <p:grpSpPr>
            <a:xfrm>
              <a:off x="3316159" y="1515085"/>
              <a:ext cx="211892" cy="339594"/>
              <a:chOff x="3316159" y="1515085"/>
              <a:chExt cx="211892" cy="339594"/>
            </a:xfrm>
          </p:grpSpPr>
          <p:sp>
            <p:nvSpPr>
              <p:cNvPr id="13583" name="Google Shape;13583;p10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0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0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0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0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0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89" name="Google Shape;13589;p105"/>
          <p:cNvGrpSpPr/>
          <p:nvPr/>
        </p:nvGrpSpPr>
        <p:grpSpPr>
          <a:xfrm>
            <a:off x="3716358" y="1620855"/>
            <a:ext cx="361971" cy="314958"/>
            <a:chOff x="3716358" y="1544655"/>
            <a:chExt cx="361971" cy="314958"/>
          </a:xfrm>
        </p:grpSpPr>
        <p:sp>
          <p:nvSpPr>
            <p:cNvPr id="13590" name="Google Shape;13590;p10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0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0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0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0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5" name="Google Shape;13595;p105"/>
            <p:cNvGrpSpPr/>
            <p:nvPr/>
          </p:nvGrpSpPr>
          <p:grpSpPr>
            <a:xfrm>
              <a:off x="3716358" y="1544655"/>
              <a:ext cx="361971" cy="314958"/>
              <a:chOff x="3716358" y="1544655"/>
              <a:chExt cx="361971" cy="314958"/>
            </a:xfrm>
          </p:grpSpPr>
          <p:sp>
            <p:nvSpPr>
              <p:cNvPr id="13596" name="Google Shape;13596;p10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0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0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0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0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01" name="Google Shape;13601;p105"/>
          <p:cNvGrpSpPr/>
          <p:nvPr/>
        </p:nvGrpSpPr>
        <p:grpSpPr>
          <a:xfrm>
            <a:off x="7011924" y="1633752"/>
            <a:ext cx="499533" cy="305136"/>
            <a:chOff x="7009649" y="1541981"/>
            <a:chExt cx="524940" cy="320655"/>
          </a:xfrm>
        </p:grpSpPr>
        <p:sp>
          <p:nvSpPr>
            <p:cNvPr id="13602" name="Google Shape;13602;p10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0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0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0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0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0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0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0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105"/>
          <p:cNvGrpSpPr/>
          <p:nvPr/>
        </p:nvGrpSpPr>
        <p:grpSpPr>
          <a:xfrm>
            <a:off x="8034034" y="1594309"/>
            <a:ext cx="282746" cy="340358"/>
            <a:chOff x="8034034" y="1518109"/>
            <a:chExt cx="282746" cy="340358"/>
          </a:xfrm>
        </p:grpSpPr>
        <p:sp>
          <p:nvSpPr>
            <p:cNvPr id="13611" name="Google Shape;13611;p10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0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0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0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5" name="Google Shape;13615;p105"/>
          <p:cNvGrpSpPr/>
          <p:nvPr/>
        </p:nvGrpSpPr>
        <p:grpSpPr>
          <a:xfrm>
            <a:off x="7582302" y="1576134"/>
            <a:ext cx="369133" cy="360411"/>
            <a:chOff x="7582302" y="1499934"/>
            <a:chExt cx="369133" cy="360411"/>
          </a:xfrm>
        </p:grpSpPr>
        <p:sp>
          <p:nvSpPr>
            <p:cNvPr id="13616" name="Google Shape;13616;p10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0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0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0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0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1" name="Google Shape;13621;p105"/>
          <p:cNvGrpSpPr/>
          <p:nvPr/>
        </p:nvGrpSpPr>
        <p:grpSpPr>
          <a:xfrm>
            <a:off x="6196089" y="3893352"/>
            <a:ext cx="346056" cy="345674"/>
            <a:chOff x="2238181" y="4120624"/>
            <a:chExt cx="346056" cy="345674"/>
          </a:xfrm>
        </p:grpSpPr>
        <p:grpSp>
          <p:nvGrpSpPr>
            <p:cNvPr id="13622" name="Google Shape;13622;p105"/>
            <p:cNvGrpSpPr/>
            <p:nvPr/>
          </p:nvGrpSpPr>
          <p:grpSpPr>
            <a:xfrm>
              <a:off x="2309155" y="4177413"/>
              <a:ext cx="203862" cy="231903"/>
              <a:chOff x="1512725" y="258500"/>
              <a:chExt cx="4570900" cy="5199625"/>
            </a:xfrm>
          </p:grpSpPr>
          <p:sp>
            <p:nvSpPr>
              <p:cNvPr id="13623" name="Google Shape;13623;p10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0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5" name="Google Shape;13625;p10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6" name="Google Shape;13626;p105"/>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30" name="Shape 13630"/>
        <p:cNvGrpSpPr/>
        <p:nvPr/>
      </p:nvGrpSpPr>
      <p:grpSpPr>
        <a:xfrm>
          <a:off x="0" y="0"/>
          <a:ext cx="0" cy="0"/>
          <a:chOff x="0" y="0"/>
          <a:chExt cx="0" cy="0"/>
        </a:xfrm>
      </p:grpSpPr>
      <p:pic>
        <p:nvPicPr>
          <p:cNvPr id="13631" name="Google Shape;13631;p10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Digital Business Consulting Toolkit by Slidesgo">
  <a:themeElements>
    <a:clrScheme name="Simple Light">
      <a:dk1>
        <a:srgbClr val="000000"/>
      </a:dk1>
      <a:lt1>
        <a:srgbClr val="FFFFFF"/>
      </a:lt1>
      <a:dk2>
        <a:srgbClr val="595959"/>
      </a:dk2>
      <a:lt2>
        <a:srgbClr val="EEEEEE"/>
      </a:lt2>
      <a:accent1>
        <a:srgbClr val="224CE6"/>
      </a:accent1>
      <a:accent2>
        <a:srgbClr val="00D4F9"/>
      </a:accent2>
      <a:accent3>
        <a:srgbClr val="5C38F1"/>
      </a:accent3>
      <a:accent4>
        <a:srgbClr val="2D2183"/>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